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2026-03-08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9-106 </a:t>
            </a:r>
            <a:r>
              <a:rPr lang="ko-KR" altLang="en-US" b="1">
                <a:latin typeface="+mn-ea"/>
              </a:rPr>
              <a:t>세대내 보일러 납품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9-106 </a:t>
            </a:r>
            <a:r>
              <a:rPr lang="ko-KR" altLang="en-US" sz="1000" b="1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274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9</a:t>
            </a:r>
            <a:r>
              <a:rPr lang="ko-KR" altLang="en-US" sz="1000"/>
              <a:t>동 </a:t>
            </a:r>
            <a:r>
              <a:rPr lang="en-US" altLang="ko-KR" sz="1000"/>
              <a:t>106</a:t>
            </a:r>
            <a:r>
              <a:rPr lang="ko-KR" altLang="en-US" sz="1000"/>
              <a:t>호
점검</a:t>
            </a:r>
            <a:r>
              <a:rPr lang="en-US" altLang="ko-KR" sz="1000"/>
              <a:t>: </a:t>
            </a:r>
            <a:r>
              <a:rPr lang="ko-KR" altLang="en-US" sz="1000"/>
              <a:t>열교환기고장으로 가스버너 터짐
수리</a:t>
            </a:r>
            <a:r>
              <a:rPr lang="en-US" altLang="ko-KR" sz="1000"/>
              <a:t>: </a:t>
            </a:r>
            <a:r>
              <a:rPr lang="ko-KR" altLang="en-US" sz="1000"/>
              <a:t>가스누출로 인한 수리 불가
교체</a:t>
            </a:r>
            <a:r>
              <a:rPr lang="en-US" altLang="ko-KR" sz="1000"/>
              <a:t>: </a:t>
            </a:r>
            <a:r>
              <a:rPr lang="ko-KR" altLang="en-US" sz="1000"/>
              <a:t>기존과 동일한 귀뚜라미 보일러 적용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811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2026-03-08T03:10:37Z</dcterms:modified>
</cp:coreProperties>
</file>