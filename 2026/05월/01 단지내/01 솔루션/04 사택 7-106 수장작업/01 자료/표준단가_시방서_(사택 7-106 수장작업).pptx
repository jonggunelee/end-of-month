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100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2026-03-04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2026-03-04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2026-03-04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7-106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7-106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890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기존 도배 및 장판 철거 작업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폐기물 반출 및 처리 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830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2026-03-04T03:24:01Z</dcterms:modified>
</cp:coreProperties>
</file>