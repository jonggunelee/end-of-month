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7A42199C-3DDC-51C1-BC5D-85491ECB6C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E94E79-D43C-7CCD-D3E4-2BC0F90000C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5BABF8B-002B-4624-BE7B-7F59F4A602B4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E7F9B23B-67BE-2F36-F064-19F539FDD9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41996413-741B-BBB9-DBF5-F2EEFF042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B5445E-D9F9-681D-45A6-7AEFFFC02F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35BF35-DF87-E6E5-EDFD-BA61FE4D8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BB9EB53F-9B91-4682-B409-A93836FD0CC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B1EDD47B-C84B-FE52-80AE-62F16E6F695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7D7C44CD-00B8-3CE1-E73D-2057447440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99D6D977-A10E-1CE0-E24E-969FA108D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BF65A7B-E58B-4618-9B8C-F191F34412EA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C3D642-9722-2E31-4DB0-ECF3D4D93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36408-0CE4-4879-9603-F7F79DDF9336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91888-F2DA-E311-5486-3F827CAE9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87A416-C47B-9D99-22CF-B97D70F5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343DE0-C272-4F58-B8D9-8E2CCB201C8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919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D6D112-FB67-D8F1-C18C-0C23EA598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A0E92E-8545-45A4-BADE-21461C91770B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8A1BE6-4133-D5F8-633F-9A5DEB15C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3CD214-5C8F-4B73-60E4-F9914933A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471B21-895D-4C66-8758-ED3DB985937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12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C8ECB4-1E90-2FB2-7F28-58A385B9D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0BA391-A69A-4FF5-A002-94874D23D5FD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ADC076-F283-D04F-EE64-C78327F4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89BF1F-6FB9-83A6-C47A-8A5EDBBA6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AEDAE-487E-40AF-9B0C-2F08F8B681B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9E51C881-9C65-4F05-F596-F7ABB4513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F09BC1-7A67-4CB5-845C-B8E57118A541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CAE66538-B0AF-05B4-60B4-A84332F36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6DED929-8677-8190-2BA5-CC417285D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3372A1-D9E2-411D-AFF8-DC3FD73C5EA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64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442C9CBB-AB29-C46B-6B53-9BDE71B2F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1CB949-06C5-46BD-85BF-364A3C5D73B5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3DC2F775-8654-646F-DEB0-D38B12FBC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2833CFB-8485-272E-A50C-03D8888F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4103F7-3C94-44ED-8DB4-796FE08BC60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01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36EE9ED0-E8EC-E3C9-32F7-2066F0D9B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5A208-1283-48D5-B4CE-D337AA74AE2A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64E22449-BED8-7BD5-1D39-EB5A0527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883C986D-59CA-76A5-9B56-3992FDB0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151D2A-0948-4F07-AD34-6FA07ADE8F1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44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F0753A7B-1836-65BD-E3CD-AA8E14680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7C2550-4B82-40E6-9AF5-B32093280796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57D9E11A-32B2-2BAC-7356-19101949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DC534FDA-C0D6-6CE4-43FF-0FCC371FA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E531EF-A387-4F1E-A172-CE61252DB5C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58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93AE186-966C-4E2D-2D1A-D4B1B442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651E89-D35A-4176-8ED9-A74640A1CF78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CE895FC-D14E-3B3E-C79F-E5918E305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1752C0A-85ED-DC8B-54EA-5EE7FB53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284DC4-86B9-49D1-BBA4-70405B880EB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583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56AE408-5387-3E91-49C0-2F1AECCC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5C5020-2321-4324-8848-FB6F16AFAC0E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EEF6E4E1-CF6A-D0CE-2D97-DCA57019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9D566A9-4202-7000-3CE1-9237DBF9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0AB800-516A-40E0-83A2-BF5612ED6ED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65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A6F9DF-9919-B705-4328-E6579F3E7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F7AB83-2B90-431E-8077-9B4D3024C1A7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2E895-901F-122A-3917-0B493E8BA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903150-1D96-240F-AD60-6500E44F3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885AEE-DD15-438C-B93F-95A78C598C7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069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725179-6905-0E1D-747E-B22B39517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7BA13-4BBD-4E55-B18A-A569D86A7930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FE5EE2-AA40-12BC-3165-3D3E74325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2014EB-C27B-5BB6-9D2E-5B312382A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D74DDC-46F6-402B-94F8-E146464B6B4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103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D1FE13D6-F2F1-DFA6-E3D0-EA2F7BD36C7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60F82C15-1089-1FBF-33F2-419B856595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379B08-AE47-E511-F168-90BC2D237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D50B6C6-0F32-46D6-BDB1-A3DB67429F3C}" type="datetimeFigureOut">
              <a:rPr lang="ko-KR" altLang="en-US"/>
              <a:pPr>
                <a:defRPr/>
              </a:pPr>
              <a:t>2026-03-04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9A5ADE-37D0-B24F-DE4D-F71DA2F0B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9A2E06-1409-9225-CC86-67A8C9E48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A7D0A0B-781B-468B-955F-290915CEF666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C6F7CB64-9D67-53F8-6ED0-3BBB5CA0F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106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0CDF0690-7AFC-B455-3D86-A925FEEBB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D8A29B7D-2211-B31C-5272-EDD07446C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2026. 03. 03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A866E746-C074-DE70-67CA-7AB7222E1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106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DF2B3C39-12C1-5F63-F2C5-D15ED878CF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B5C3BAD-0A56-DD2E-D62C-A3AAE0382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7D17F077-C687-8489-F842-DBC780039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106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6CD77F78-5B70-075E-78F2-BB05CB669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걸레받이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창고바닥포함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보수 공사 요함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E433396B-95BA-2CDC-3B0B-9C888E9EF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57FF33F5-BD3E-C857-F8B7-99EC9F6DC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C2F90F2-0C32-C243-5051-C72F1E0AA6E0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010C8386-4E6F-FF2B-0F0B-34C8561C3133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3A9F91B8-C58C-8E16-B312-AB395063D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것을요청 드립니다</a:t>
            </a:r>
            <a:r>
              <a:rPr kumimoji="0" lang="en-US" altLang="ko-KR" sz="1200" b="1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6FEDBD-A1DD-1398-9A8D-722BEC75111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5842FFF-E4D1-8566-7637-1E2D04E8E98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6">
            <a:extLst>
              <a:ext uri="{FF2B5EF4-FFF2-40B4-BE49-F238E27FC236}">
                <a16:creationId xmlns:a16="http://schemas.microsoft.com/office/drawing/2014/main" id="{7E9D9451-6F1B-B385-9816-4FCB802DAB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5E38774-3CAB-06B9-A9FE-465B234DBB9E}"/>
              </a:ext>
            </a:extLst>
          </p:cNvPr>
          <p:cNvSpPr/>
          <p:nvPr/>
        </p:nvSpPr>
        <p:spPr>
          <a:xfrm>
            <a:off x="2987675" y="2492375"/>
            <a:ext cx="3529013" cy="2951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FB462-B5CC-BF08-F048-7CDE38D953C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67150F-3C88-EBE5-5C06-B3DFD9C75E0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37">
            <a:extLst>
              <a:ext uri="{FF2B5EF4-FFF2-40B4-BE49-F238E27FC236}">
                <a16:creationId xmlns:a16="http://schemas.microsoft.com/office/drawing/2014/main" id="{88D97C57-37B2-7184-88C5-A01638DBD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F5AD0F2-6819-8A72-118B-1E85BACF8C79}"/>
              </a:ext>
            </a:extLst>
          </p:cNvPr>
          <p:cNvSpPr/>
          <p:nvPr/>
        </p:nvSpPr>
        <p:spPr>
          <a:xfrm>
            <a:off x="2411413" y="2205038"/>
            <a:ext cx="5040312" cy="3600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8D541A-F755-3778-69D2-AE3D3533204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1F21CA-58FB-D972-AF91-DD0C93735D2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7">
            <a:extLst>
              <a:ext uri="{FF2B5EF4-FFF2-40B4-BE49-F238E27FC236}">
                <a16:creationId xmlns:a16="http://schemas.microsoft.com/office/drawing/2014/main" id="{0FE4F6AF-E0BD-30EA-4463-34FEB9D97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4021954C-60A7-8239-6678-2F457018A50D}"/>
              </a:ext>
            </a:extLst>
          </p:cNvPr>
          <p:cNvSpPr/>
          <p:nvPr/>
        </p:nvSpPr>
        <p:spPr>
          <a:xfrm>
            <a:off x="2484438" y="2349500"/>
            <a:ext cx="4391025" cy="3167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2A837-D9A9-B78E-C21A-C8A7FD1EFE3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D3B899-3A24-33FF-8627-75A762F49A7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7">
            <a:extLst>
              <a:ext uri="{FF2B5EF4-FFF2-40B4-BE49-F238E27FC236}">
                <a16:creationId xmlns:a16="http://schemas.microsoft.com/office/drawing/2014/main" id="{6C6EE4EE-32BF-E7F0-AED3-97C0EC5D0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16233876-4A28-A0C3-BE69-5C32A6B87F26}"/>
              </a:ext>
            </a:extLst>
          </p:cNvPr>
          <p:cNvSpPr/>
          <p:nvPr/>
        </p:nvSpPr>
        <p:spPr>
          <a:xfrm rot="21291808">
            <a:off x="4613275" y="3322638"/>
            <a:ext cx="866775" cy="9445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DD16E-29B1-841C-B362-817D7637AF3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A3DB36-E3C9-2B7E-E661-D6D66BAC53E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0244" name="내용 개체 틀 2">
            <a:extLst>
              <a:ext uri="{FF2B5EF4-FFF2-40B4-BE49-F238E27FC236}">
                <a16:creationId xmlns:a16="http://schemas.microsoft.com/office/drawing/2014/main" id="{E9568FF2-EADF-C8B8-EAE1-18E9B2612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45" name="Picture 38">
            <a:extLst>
              <a:ext uri="{FF2B5EF4-FFF2-40B4-BE49-F238E27FC236}">
                <a16:creationId xmlns:a16="http://schemas.microsoft.com/office/drawing/2014/main" id="{3B822A40-B2A7-CF0C-4591-941D11185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35616D8E-7A76-A076-9081-70378C4E2AAD}"/>
              </a:ext>
            </a:extLst>
          </p:cNvPr>
          <p:cNvSpPr/>
          <p:nvPr/>
        </p:nvSpPr>
        <p:spPr>
          <a:xfrm>
            <a:off x="4140200" y="3141663"/>
            <a:ext cx="2016125" cy="14747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2C83F-B942-884B-95FE-C476136F268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3F05BE-9831-5C4C-6F7F-5D915A3D62B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9">
            <a:extLst>
              <a:ext uri="{FF2B5EF4-FFF2-40B4-BE49-F238E27FC236}">
                <a16:creationId xmlns:a16="http://schemas.microsoft.com/office/drawing/2014/main" id="{9DE72127-3A4E-7ACE-905F-0C2E1BCF94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0D77266-B63B-BC75-9C36-F72682B5DF84}"/>
              </a:ext>
            </a:extLst>
          </p:cNvPr>
          <p:cNvSpPr/>
          <p:nvPr/>
        </p:nvSpPr>
        <p:spPr>
          <a:xfrm>
            <a:off x="3348038" y="3068638"/>
            <a:ext cx="2519362" cy="17287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E47FB3-B8F3-327E-AD0A-27738DECD24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2400" b="1" dirty="0"/>
              <a:t>도색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앞</a:t>
            </a:r>
            <a:r>
              <a:rPr lang="en-US" altLang="ko-KR" sz="2400" b="1" dirty="0"/>
              <a:t>,</a:t>
            </a:r>
            <a:r>
              <a:rPr lang="ko-KR" altLang="en-US" sz="2400" b="1" dirty="0" err="1"/>
              <a:t>뒤베란다</a:t>
            </a:r>
            <a:r>
              <a:rPr lang="ko-KR" altLang="en-US" sz="2400" b="1" dirty="0"/>
              <a:t> 걸레받이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앞</a:t>
            </a:r>
            <a:r>
              <a:rPr lang="en-US" altLang="ko-KR" sz="2400" b="1" dirty="0"/>
              <a:t>,</a:t>
            </a:r>
            <a:r>
              <a:rPr lang="ko-KR" altLang="en-US" sz="2400" b="1" dirty="0" err="1"/>
              <a:t>뒤베란다</a:t>
            </a:r>
            <a:r>
              <a:rPr lang="ko-KR" altLang="en-US" sz="2400" b="1" dirty="0"/>
              <a:t> 창고바닥포함</a:t>
            </a:r>
            <a:r>
              <a:rPr lang="en-US" altLang="ko-KR" sz="2400" b="1" dirty="0"/>
              <a:t>))</a:t>
            </a:r>
            <a:endParaRPr lang="ko-KR" altLang="en-US" sz="24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EDCFC3-F722-FA63-2E1F-0C7EEFBD354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6">
            <a:extLst>
              <a:ext uri="{FF2B5EF4-FFF2-40B4-BE49-F238E27FC236}">
                <a16:creationId xmlns:a16="http://schemas.microsoft.com/office/drawing/2014/main" id="{409ADEAE-3326-3E9E-E9DC-79D8C189CC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F9D84704-9447-C5CA-BC23-45CFE56D3CD7}"/>
              </a:ext>
            </a:extLst>
          </p:cNvPr>
          <p:cNvSpPr/>
          <p:nvPr/>
        </p:nvSpPr>
        <p:spPr>
          <a:xfrm>
            <a:off x="2701925" y="3644900"/>
            <a:ext cx="3814763" cy="1054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화면 슬라이드 쇼(4:3)</PresentationFormat>
  <Paragraphs>21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도배(벽-거실)</vt:lpstr>
      <vt:lpstr> 도배(벽-방2곳) </vt:lpstr>
      <vt:lpstr> 도배(천정-거실) </vt:lpstr>
      <vt:lpstr> 도배(천정-방2곳) </vt:lpstr>
      <vt:lpstr>장판(거실)</vt:lpstr>
      <vt:lpstr>장판(방2곳)</vt:lpstr>
      <vt:lpstr>도색(앞,뒤베란다 걸레받이(앞,뒤베란다 창고바닥포함))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2026-03-04T03:06:43Z</dcterms:created>
  <dcterms:modified xsi:type="dcterms:W3CDTF">2026-03-04T03:06:43Z</dcterms:modified>
</cp:coreProperties>
</file>