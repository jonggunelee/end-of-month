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8-410 </a:t>
            </a:r>
            <a:r>
              <a:rPr lang="ko-KR" altLang="en-US" b="1">
                <a:latin typeface="+mn-ea"/>
              </a:rPr>
              <a:t>앞뒤 베란다 다용도실 단열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8-410 </a:t>
            </a:r>
            <a:r>
              <a:rPr lang="ko-KR" altLang="en-US" sz="1000" b="1">
                <a:latin typeface="+mn-ea"/>
              </a:rPr>
              <a:t>앞뒤 베란다 다용도실 단열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대상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앞뒤베란다</a:t>
            </a:r>
            <a:r>
              <a:rPr lang="ko-KR" altLang="en-US" sz="1000" dirty="0"/>
              <a:t> </a:t>
            </a:r>
            <a:r>
              <a:rPr lang="en-US" altLang="ko-KR" sz="1000" dirty="0"/>
              <a:t>2</a:t>
            </a:r>
            <a:r>
              <a:rPr lang="ko-KR" altLang="en-US" sz="1000" dirty="0"/>
              <a:t>개소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곰팡이 제거 및 바탕 처리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 err="1"/>
              <a:t>열반사</a:t>
            </a:r>
            <a:r>
              <a:rPr lang="ko-KR" altLang="en-US" sz="1000" dirty="0"/>
              <a:t> 시트</a:t>
            </a:r>
            <a:r>
              <a:rPr lang="en-US" altLang="ko-KR" sz="1000" dirty="0"/>
              <a:t>(</a:t>
            </a:r>
            <a:r>
              <a:rPr lang="en-US" altLang="ko-KR" sz="1000" dirty="0" err="1"/>
              <a:t>0.6T</a:t>
            </a:r>
            <a:r>
              <a:rPr lang="en-US" altLang="ko-KR" sz="1000" dirty="0"/>
              <a:t> </a:t>
            </a:r>
            <a:r>
              <a:rPr lang="ko-KR" altLang="en-US" sz="1000" dirty="0"/>
              <a:t>단면 접착</a:t>
            </a:r>
            <a:r>
              <a:rPr lang="en-US" altLang="ko-KR" sz="1000" dirty="0"/>
              <a:t>) </a:t>
            </a:r>
            <a:r>
              <a:rPr lang="ko-KR" altLang="en-US" sz="1000" dirty="0"/>
              <a:t>설치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 err="1"/>
              <a:t>이보드</a:t>
            </a:r>
            <a:r>
              <a:rPr lang="en-US" altLang="ko-KR" sz="1000" dirty="0"/>
              <a:t>(1000*1000*</a:t>
            </a:r>
            <a:r>
              <a:rPr lang="en-US" altLang="ko-KR" sz="1000" dirty="0" err="1"/>
              <a:t>13T</a:t>
            </a:r>
            <a:r>
              <a:rPr lang="en-US" altLang="ko-KR" sz="1000" dirty="0"/>
              <a:t>) </a:t>
            </a:r>
            <a:r>
              <a:rPr lang="ko-KR" altLang="en-US" sz="1000" dirty="0"/>
              <a:t>설치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다용도실 문용 환기구설치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다용도실 선반 보수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825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2026-04-14T23:33:05Z</dcterms:modified>
</cp:coreProperties>
</file>