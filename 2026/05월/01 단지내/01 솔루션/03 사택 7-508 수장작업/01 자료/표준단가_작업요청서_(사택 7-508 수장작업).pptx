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D681117-9F17-1C10-C174-B5988B5B0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4D3789-9201-B2E6-5DA5-4AAD0A67DF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9A1F492-CBE7-439C-A3A5-E6B62A1747F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6FE7C17-DD30-F3F5-68D8-4BA156C6A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F4F7BFB-336E-EA69-D174-A199D2113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92B48B-198B-3657-E2FC-044C45EB00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000AF-AE86-A22A-727D-DA963EF2C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7FF30038-90D5-43FC-BA94-EA94BB12DD6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CB009C4-DDA9-0E82-F87D-1A5D9E6201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04458B2-2601-A273-A3FE-AB37FC90CB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FB3176B-9242-8A78-5B8A-F57CE79B3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C0278B7-A31B-4A90-B5DF-2E6C63079256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290FE-83DD-549B-17EF-753E3138A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7675F-E2C2-4596-9EEC-BCEF42CDF4CF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13507B-EA1C-7D34-7807-0BD19379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4EAF93-D29B-8173-41BA-10FF68F9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79740-1429-4C80-B06D-C4A705E34E1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91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B0EA4-FA3A-8250-975E-E8F745C8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5F062-4FB9-43E8-AE7B-97BAB0549C09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072D87-D939-E647-D503-67C9849B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8E2E5-D2F5-570E-B747-572ACE5C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1CC35-30CC-41E0-B968-C2811515283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52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556D5-8843-9411-6C19-D8F49B03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088E8-A35C-4D5F-A51E-91A7844109E5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302E5-474F-E110-B853-F07C6AB00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4DE83-7D10-9D58-57EE-7F0508C2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39512-FD61-4504-BE44-5696C6E4CA7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49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3A22F59-B0D2-0C7D-7032-4F725C09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F50A6-8F53-407F-ADE4-D723335ECD1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D2F1A51-1019-47A2-9403-F03A2F53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51B4C76-B452-8CB2-0C48-905B0835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B5AAA-96BF-4E4C-A8C8-5F6D5D2389B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64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1B39C01-2325-9B25-6FF0-86A41E10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43FB7-F426-4EC3-B05C-9C7663793EB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7AF2B58-E2ED-64A8-3F4A-9C61AD34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A7744CD-5B8F-C00B-063F-05C55195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9D745-4448-4AF3-A594-7C8D1DC6D14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43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6E505F8F-FEA9-6FD8-3380-C628D261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46EF4-60A4-4E06-BE2D-408C14A6F8FA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9BE3E51-C597-C6A8-EC07-E8C77002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F71BC25-1B32-6D0F-FD63-7954B2BE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0FC48-D9FE-4EB1-B1A2-DE4A03D3CF0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19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67E2C0C-F78E-75FD-5495-CE817FDC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903AC-BAE2-46DE-812B-98A0F5210F02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E1EF265-0D5B-538D-90A5-4C89D7E3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FF0EE5C-D560-7574-AB84-9D7C2F8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63AFE-FD53-4192-9F46-8409CC40CD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92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5859229-AD88-7FAA-3417-949DE450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65CF8-55D5-4B60-AD0C-2FF00F4A0592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EBA119B-727E-FCD9-35C6-446BCED1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B010C9C-296C-514C-7046-0CB2B67B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C9647-E701-4D13-A203-6A07EC11F43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85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FD48B03-2190-5BF2-21FD-629A8B4A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6BFFB-4940-42DF-9B91-0D19AC0761DA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B99D426-6AC6-ECC0-90B8-714AFFD5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FD6E598-35F6-D9C1-9D0B-5292526F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F0934-B463-4B7C-A73B-46AFA2B3B6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50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D6E064-D638-D84A-1EAA-6262C5AF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2520A-BFC4-4251-85B0-E95865465C3F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99BB63-DC39-E30C-81EF-84EE24A6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0E2E2-4971-6D6C-1CE7-2F3FCAB2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0B01C-F7AE-4228-8EE0-0E9A099CCF6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05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203E4C-8A71-FA20-ED8B-0BE33769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AA7E0-8FC2-4EF7-8A72-6814B19C6B07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E7B3E-D79F-76CE-28CC-F309DA06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FC296-CE79-81D1-A372-F5E4184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59B71-0008-4A50-9B08-4C3F6288CDB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2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B6550FD-7349-2910-FEBE-224B349C943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0CE3EF0-FC0E-04AB-0F93-D5CCC706B0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2F5A1-DAEB-BADC-6F37-72C396FB4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79D33A8-5D0E-4864-B508-EAF3708EC9EB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D07E0D-16E0-6DD1-9E99-087087BFB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AF6EFC-2333-850D-369C-A082FD64B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8A6382-7FB5-4BB2-A02B-385EC59145D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0C53D82D-08FA-9DC4-231A-4308EE77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508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C4D7635-A6E2-326C-DE1C-47C55A77A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455D4DB-30D7-19A2-5132-C118D56CD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D1FCF90-CDB0-5BA2-0B3C-53B31495D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508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DAD75A9-9312-FE9B-B3CB-BB9EBB06B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FCE7598-03F4-B323-F16A-5E90D92CE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60D530E-896E-3602-9F32-8B8438AAE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508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86EF4EE-C349-350F-E6E3-C65CF8A67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 창고 벽면 부분도색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4F0F7645-0F50-E5BF-72B7-8785B7A78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6A9FBD07-2FA1-BFA0-21B3-EFA69CE1B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65AEF5-C542-8CC6-951E-2AF1E7B0EA54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9F0B2684-C678-6426-ABAB-7B89CA68ED6E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F976B703-60DC-78F4-A940-89EEB5C9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7D344-2BA8-3864-9441-EEE5FA1E8F9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AC5F82-2EE0-C087-FFBB-4225695636F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FBA0B23C-B072-E3D1-1421-15FD50FFB2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6802EA7-A617-E023-5CE5-90D59FF1177F}"/>
              </a:ext>
            </a:extLst>
          </p:cNvPr>
          <p:cNvSpPr/>
          <p:nvPr/>
        </p:nvSpPr>
        <p:spPr>
          <a:xfrm>
            <a:off x="2843213" y="2636838"/>
            <a:ext cx="3600450" cy="2736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DB657-8E67-BC9B-D5AA-648FAF6291A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033571-D5CF-5732-2834-E31BFE30E78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0DC00BB7-45AF-1CB0-65BE-82428302C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0446E8A-8597-4FCF-03B1-6EF982514A5C}"/>
              </a:ext>
            </a:extLst>
          </p:cNvPr>
          <p:cNvSpPr/>
          <p:nvPr/>
        </p:nvSpPr>
        <p:spPr>
          <a:xfrm>
            <a:off x="2484438" y="2492375"/>
            <a:ext cx="4319587" cy="2665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8CC68-9249-5695-6322-85954F47118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1A02F4-E34E-17F4-C19C-59ABA757D62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196" name="내용 개체 틀 2">
            <a:extLst>
              <a:ext uri="{FF2B5EF4-FFF2-40B4-BE49-F238E27FC236}">
                <a16:creationId xmlns:a16="http://schemas.microsoft.com/office/drawing/2014/main" id="{688DF58D-2673-F867-8ABA-CCAF0A3B8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197" name="Picture 38">
            <a:extLst>
              <a:ext uri="{FF2B5EF4-FFF2-40B4-BE49-F238E27FC236}">
                <a16:creationId xmlns:a16="http://schemas.microsoft.com/office/drawing/2014/main" id="{CAB33422-1CAB-DA03-B81E-838A63C26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8C9B4E2-BFCD-F5B0-0CE1-8F83F28FC2B3}"/>
              </a:ext>
            </a:extLst>
          </p:cNvPr>
          <p:cNvSpPr/>
          <p:nvPr/>
        </p:nvSpPr>
        <p:spPr>
          <a:xfrm rot="21417266">
            <a:off x="3340100" y="3186113"/>
            <a:ext cx="2312988" cy="18907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6960F-D6C3-B003-799D-42AC75B4E92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6417E2-1656-B1EE-5ACF-1823C812FFA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9">
            <a:extLst>
              <a:ext uri="{FF2B5EF4-FFF2-40B4-BE49-F238E27FC236}">
                <a16:creationId xmlns:a16="http://schemas.microsoft.com/office/drawing/2014/main" id="{7DAFDFC0-4897-AF7D-CB26-8867070358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63469A5-D271-D288-8363-C2D0C7EA346C}"/>
              </a:ext>
            </a:extLst>
          </p:cNvPr>
          <p:cNvSpPr/>
          <p:nvPr/>
        </p:nvSpPr>
        <p:spPr>
          <a:xfrm>
            <a:off x="3779838" y="2997200"/>
            <a:ext cx="1655762" cy="2087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화면 슬라이드 쇼(4:3)</PresentationFormat>
  <Paragraphs>18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도배(벽-방2곳) </vt:lpstr>
      <vt:lpstr>장판(거실)</vt:lpstr>
      <vt:lpstr>장판(방2곳)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2026-03-04T03:06:48Z</dcterms:created>
  <dcterms:modified xsi:type="dcterms:W3CDTF">2026-03-04T03:06:48Z</dcterms:modified>
</cp:coreProperties>
</file>