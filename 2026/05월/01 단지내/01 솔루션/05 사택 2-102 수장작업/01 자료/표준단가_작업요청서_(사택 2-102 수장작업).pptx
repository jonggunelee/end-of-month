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8" r:id="rId10"/>
    <p:sldId id="269" r:id="rId1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1BE7CEA-E370-588B-D487-50F86688E6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D1B9F1-563E-E6F1-5BF5-A861421031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B6A55209-80CC-4169-ADB7-41BCA03A56E5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31C9C48-C1E4-A14E-2D75-FC6600754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17CB6FB-3267-4E02-6B00-0AE6CC05E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991D39-C8F6-6936-B63B-F9D480B002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4EBF18-6329-3A8E-A273-A998D5745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5A543A06-9203-4891-B1A9-138485779FC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AA98E49-ACFD-ABF4-BC6A-527F85C339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F18FBF6-B2AF-04B4-36BD-29EDD64684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E3C0168-B459-80D6-D9ED-368A49741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F5F7AB6-0D51-497E-9D55-EFECC3D6DBE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BC2513-3BBC-2785-623B-D1856E1F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B61B-A38B-4196-A340-4249DA5CE758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86C90-EB99-2AAB-2CFA-6C8BD04C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58D76D-79A0-B1FA-64F5-15A4F86C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E9787-55F1-4F6A-929E-1B8439B2779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22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A8EE9D-1B8A-9BA5-7089-1C55B37D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6ED04-6D76-4985-8947-F5C7584EEE2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51775-99A6-F791-F95C-BE7CE496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6DE40-2720-A968-ABE1-9BB1F5630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258EB0-D54F-4541-AF87-DB1C63D77C7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6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7BF073-4FA3-D2FC-7A92-0ADA48EF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DC75C-AC3E-43EF-BCD1-0A1A1131B7E7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30847-C8E7-AC25-F6F2-FC252C66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452294-A214-F70A-8A3F-15C44A2F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B81ACD-8862-4286-B0F7-77CA441F28E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72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3F065AB-6412-C7D5-6051-95C539A4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51CD6-844A-4641-8BE8-F1A4201A57EE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322C986-876B-1890-DEF8-91163859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231CF00-2F27-6C22-8B09-95F1130A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8193F-3A26-4306-9B63-8BEF844225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87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C6A4067-83B0-DFE3-26FC-56DA9831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6B933-7E5E-4075-A778-F03DB0B204D9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61C4CD7-1268-A6DE-D543-0345AD73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86B585-2757-31EE-85BA-B38575D6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7FEB9-E616-4672-83B4-EACADD3C9CC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36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D60BF1E5-C66E-B685-57FC-D3A0EE61A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C76F7-B6B2-4E0C-9397-FF86B587C112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82AFFD36-E858-6CC6-E7C2-C8996859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9E1CA52-31F1-667D-3E1C-C56FD220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1F3C84-68B7-4CE5-8FDF-2EFB0EF6A91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540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F9BD78A-B4A9-76DD-46F3-E443A6EB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3EDB5-B6AD-4529-B231-31E8DF1512CF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55CBE45-25E5-5F97-2AC5-C641355F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169D009-8036-A816-C435-CC281153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6494D-D0D0-4EFB-8122-0FD4377F90A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52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BCEA745-D06E-B2CB-AD5B-0C1EAF25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0DF85-549C-4531-B889-3B0B4CBD2948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10AE9F1-E2CD-4111-5128-33AF91D8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10D28B5-CC41-B673-D3C2-B49A6526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7D023-7A1A-4D94-B1CD-D13E967A9F5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42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1E19C8F-9587-2192-51CF-A3D07DE98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1382E-849E-4CAF-B25E-B5AF3C22CFDD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B4A944A-8CEC-8F3B-D0DC-D7B05D01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960C18E-7885-2986-70ED-A74CE028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4BC5F0-3B4A-408A-AF26-B91CF3662B5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71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D5291-BD82-6E28-9366-8F166DCC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F37D1-11D0-4544-A344-BE2F43C46ACE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74FD86-2A21-3510-21A4-0D30B46D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45EA87-065E-7017-6C79-EACA56C7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6920E-62A4-4FA9-B63A-E150949D21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0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9A35C-8439-73C7-899A-B2A0094D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75C17-6698-4883-8483-3704D56E0462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2D784-66D3-FE09-2DDC-6E8C6555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2D28BA-7A46-966F-F999-745057A5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5B2828-55A5-433A-BC6C-7283F08FDA0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02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0FDD6962-FEA9-A712-D5F3-2221E1167C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3750831-34C5-D02E-D701-DF5D111D29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11FF5-56DE-8827-4243-BBD73345F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C1115D-9B4D-4707-B86E-24BBAAA4A827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D0AAC1-12D5-7F1D-4563-878E9D68B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48B56-B1AA-739F-FE42-6DEC1FE77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682DC4-8B54-4A33-8AD7-F0EB0E1BFBD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33E5267-563D-5098-31E3-050F2FF95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6568148-DF5A-8CF0-6FEB-DE155F75E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3EFB8B8-2694-A64B-2A6E-E6191259A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F640D93-FF01-9ECE-D7B5-ECCB00DFC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715874C-F7D0-DECA-96AA-4E6556CB0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30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6B8CDB9-6906-51D4-4426-88F937337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AC15CC3F-779C-BA57-41B9-4295C1BE1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B267A40-6DED-0657-71F7-320E45ECC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7350"/>
            <a:ext cx="7912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걸레받이 및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부분도색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E73ACD65-F145-C969-637D-9CD624BD8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77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5D4D31-A7ED-B9CA-C6AB-025FEC7610CA}"/>
              </a:ext>
            </a:extLst>
          </p:cNvPr>
          <p:cNvSpPr/>
          <p:nvPr/>
        </p:nvSpPr>
        <p:spPr bwMode="auto">
          <a:xfrm>
            <a:off x="3316288" y="45799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EF0359C6-5844-DA38-6192-20996FFBCD8A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0A9B0C00-F2F2-B762-8E91-D3ACA3C09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B582AB44-E145-C7CE-4A22-E6C84DD28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AFA674FD-8780-B047-40AC-154230FB174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D8A22C-EBC7-BD8F-942D-27F6F8510F8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AD82320E-1355-A1C7-3670-8F139BAB69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B3690EB5-823F-398E-E66B-DA4210DDAF22}"/>
              </a:ext>
            </a:extLst>
          </p:cNvPr>
          <p:cNvSpPr/>
          <p:nvPr/>
        </p:nvSpPr>
        <p:spPr>
          <a:xfrm>
            <a:off x="3132138" y="2565400"/>
            <a:ext cx="3024187" cy="2305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B402A30C-BA4E-4114-4975-C764508D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26F825-9A3A-E702-C744-CEDD0E68952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175DB97-0526-E015-C117-894E8422A6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A90B315-8E5C-DBB7-D073-02F085A9ED5E}"/>
              </a:ext>
            </a:extLst>
          </p:cNvPr>
          <p:cNvSpPr/>
          <p:nvPr/>
        </p:nvSpPr>
        <p:spPr>
          <a:xfrm>
            <a:off x="2339975" y="2420938"/>
            <a:ext cx="5327650" cy="2879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ABC45D3E-5E8F-A761-A88E-C927FC3DB45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천정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3FF3A4-F88D-18B7-61E1-E8FFB3E5895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DD4E6C72-9DE0-9457-E9A8-F6324C404B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9B413B3-8C2A-B001-CE35-9DC06D722BBD}"/>
              </a:ext>
            </a:extLst>
          </p:cNvPr>
          <p:cNvSpPr/>
          <p:nvPr/>
        </p:nvSpPr>
        <p:spPr>
          <a:xfrm>
            <a:off x="4500563" y="3284538"/>
            <a:ext cx="1008062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02396FA8-F937-793F-484D-36B48A14543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4000" b="1" dirty="0">
                <a:latin typeface="+mj-ea"/>
              </a:rPr>
              <a:t>장판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거실</a:t>
            </a:r>
            <a:r>
              <a:rPr lang="en-US" altLang="ko-KR" sz="4000" b="1" dirty="0">
                <a:latin typeface="+mj-ea"/>
              </a:rPr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D1A090-BF34-6B8E-4589-D4FA0FC9460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29">
            <a:extLst>
              <a:ext uri="{FF2B5EF4-FFF2-40B4-BE49-F238E27FC236}">
                <a16:creationId xmlns:a16="http://schemas.microsoft.com/office/drawing/2014/main" id="{C5B446AE-DCF8-2BB6-1285-9988A87345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8E1BAE6-553C-BF14-C540-7B03C75FCDD3}"/>
              </a:ext>
            </a:extLst>
          </p:cNvPr>
          <p:cNvSpPr/>
          <p:nvPr/>
        </p:nvSpPr>
        <p:spPr>
          <a:xfrm>
            <a:off x="3563938" y="2997200"/>
            <a:ext cx="2303462" cy="1439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F5DE151E-4BA4-B8FB-5797-3449322C135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33A950-EAD4-B09B-0A16-1DFAEFA0C8C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29">
            <a:extLst>
              <a:ext uri="{FF2B5EF4-FFF2-40B4-BE49-F238E27FC236}">
                <a16:creationId xmlns:a16="http://schemas.microsoft.com/office/drawing/2014/main" id="{C12C2037-9970-6021-AE85-458187FB1B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6E0432A-0C85-8455-042C-31DC9C34C264}"/>
              </a:ext>
            </a:extLst>
          </p:cNvPr>
          <p:cNvSpPr/>
          <p:nvPr/>
        </p:nvSpPr>
        <p:spPr>
          <a:xfrm>
            <a:off x="3563938" y="3213100"/>
            <a:ext cx="2303462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1BACE413-841D-76BC-7FCF-F16DA3E2AF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4000" b="1" dirty="0"/>
              <a:t>도색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문</a:t>
            </a:r>
            <a:r>
              <a:rPr lang="en-US" altLang="ko-KR" sz="4000" b="1" dirty="0"/>
              <a:t>.</a:t>
            </a:r>
            <a:r>
              <a:rPr lang="ko-KR" altLang="en-US" sz="4000" b="1" dirty="0"/>
              <a:t>문틀</a:t>
            </a:r>
            <a:r>
              <a:rPr lang="en-US" altLang="ko-KR" sz="4000" b="1" dirty="0"/>
              <a:t>(</a:t>
            </a:r>
            <a:r>
              <a:rPr lang="ko-KR" altLang="en-US" sz="4000" b="1" dirty="0"/>
              <a:t>방</a:t>
            </a:r>
            <a:r>
              <a:rPr lang="en-US" altLang="ko-KR" sz="4000" b="1" dirty="0"/>
              <a:t>2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, </a:t>
            </a:r>
            <a:r>
              <a:rPr lang="ko-KR" altLang="en-US" sz="4000" b="1" dirty="0" err="1"/>
              <a:t>뒤베란다</a:t>
            </a:r>
            <a:r>
              <a:rPr lang="en-US" altLang="ko-KR" sz="4000" b="1" dirty="0"/>
              <a:t>1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))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90FC0B-C172-62FB-2EB6-743E0F6615F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29">
            <a:extLst>
              <a:ext uri="{FF2B5EF4-FFF2-40B4-BE49-F238E27FC236}">
                <a16:creationId xmlns:a16="http://schemas.microsoft.com/office/drawing/2014/main" id="{B98EB084-855E-703E-F7A2-B4431FD95E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3624664F-CCF1-CAC3-214C-180B5D555FE8}"/>
              </a:ext>
            </a:extLst>
          </p:cNvPr>
          <p:cNvSpPr/>
          <p:nvPr/>
        </p:nvSpPr>
        <p:spPr>
          <a:xfrm>
            <a:off x="2987675" y="3357563"/>
            <a:ext cx="432117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4FB54DAB-42FC-2F21-13F8-B39972AB5F8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>
                <a:latin typeface="+mj-ea"/>
              </a:rPr>
            </a:br>
            <a:r>
              <a:rPr lang="ko-KR" altLang="en-US" sz="3600" b="1" dirty="0">
                <a:latin typeface="+mj-ea"/>
              </a:rPr>
              <a:t>도색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 err="1">
                <a:latin typeface="+mj-ea"/>
              </a:rPr>
              <a:t>방화문내부</a:t>
            </a:r>
            <a:r>
              <a:rPr lang="en-US" altLang="ko-KR" sz="3600" b="1" dirty="0">
                <a:latin typeface="+mj-ea"/>
              </a:rPr>
              <a:t>)</a:t>
            </a:r>
            <a:br>
              <a:rPr lang="ko-KR" altLang="en-US" sz="3600" b="1" dirty="0">
                <a:latin typeface="+mj-ea"/>
              </a:rPr>
            </a:b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6E4175-1E47-CE5A-0BDA-F411192CC87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7">
            <a:extLst>
              <a:ext uri="{FF2B5EF4-FFF2-40B4-BE49-F238E27FC236}">
                <a16:creationId xmlns:a16="http://schemas.microsoft.com/office/drawing/2014/main" id="{FA0FCF57-32D3-56B2-F112-A9BB3E7FBC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C3C0F878-A443-4425-8C54-8E53888C715A}"/>
              </a:ext>
            </a:extLst>
          </p:cNvPr>
          <p:cNvSpPr/>
          <p:nvPr/>
        </p:nvSpPr>
        <p:spPr>
          <a:xfrm>
            <a:off x="4349750" y="3429000"/>
            <a:ext cx="654050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1EEEFA0A-B07D-3007-476A-FE434EA311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2400" b="1" dirty="0"/>
              <a:t>도색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 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걸레받이 및 벽면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천정 부분도색</a:t>
            </a:r>
            <a:r>
              <a:rPr lang="en-US" altLang="ko-KR" sz="2400" b="1" dirty="0"/>
              <a:t>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8EBBD4-AF68-B821-EBD0-28E4B242AFC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8">
            <a:extLst>
              <a:ext uri="{FF2B5EF4-FFF2-40B4-BE49-F238E27FC236}">
                <a16:creationId xmlns:a16="http://schemas.microsoft.com/office/drawing/2014/main" id="{779C091E-94A7-EA04-AB52-24AC7D07C7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6FED312-6ED3-518C-7D55-8E7C840DDF57}"/>
              </a:ext>
            </a:extLst>
          </p:cNvPr>
          <p:cNvSpPr/>
          <p:nvPr/>
        </p:nvSpPr>
        <p:spPr>
          <a:xfrm rot="21359142">
            <a:off x="3276600" y="3421063"/>
            <a:ext cx="2660650" cy="10842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화면 슬라이드 쇼(4:3)</PresentationFormat>
  <Paragraphs>23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도배(벽-방2곳)</vt:lpstr>
      <vt:lpstr>도배(천정-방2곳)</vt:lpstr>
      <vt:lpstr>장판(거실)</vt:lpstr>
      <vt:lpstr>장판(방2곳)</vt:lpstr>
      <vt:lpstr>도색(문.문틀(방2곳, 뒤베란다1곳))</vt:lpstr>
      <vt:lpstr> 도색(방화문내부) </vt:lpstr>
      <vt:lpstr>도색(앞, 뒤베란다 걸레받이 및 벽면, 천정 부분도색)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2026-03-04T03:06:38Z</dcterms:created>
  <dcterms:modified xsi:type="dcterms:W3CDTF">2026-03-04T03:06:38Z</dcterms:modified>
</cp:coreProperties>
</file>