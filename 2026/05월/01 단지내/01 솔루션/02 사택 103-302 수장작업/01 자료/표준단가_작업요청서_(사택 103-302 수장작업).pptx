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6" r:id="rId4"/>
    <p:sldId id="267" r:id="rId5"/>
    <p:sldId id="268" r:id="rId6"/>
    <p:sldId id="270" r:id="rId7"/>
    <p:sldId id="271" r:id="rId8"/>
    <p:sldId id="272" r:id="rId9"/>
    <p:sldId id="273" r:id="rId10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560" autoAdjust="0"/>
  </p:normalViewPr>
  <p:slideViewPr>
    <p:cSldViewPr>
      <p:cViewPr varScale="1">
        <p:scale>
          <a:sx n="109" d="100"/>
          <a:sy n="109" d="100"/>
        </p:scale>
        <p:origin x="18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181F0A7-6AAF-7DE8-0DAB-0C1E4CF47B0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FCE97F8-4E8B-1156-89B3-FD4CFC578F9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13BDDC5-F56F-4F28-AB96-1B8115AD6816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6FE06DEB-0A04-1D83-BFCC-6CABA8DC91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6936644F-EBD4-3EF9-DD07-684D5EDF7D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6CA7EB-09B7-526E-FEDE-9BA6EF06A8F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B7F9204-946E-7334-8E98-8A2E28ED16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7460F953-ECB8-4227-8FEA-ADAAD29556ED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7BCC8047-F0DC-C7C2-3127-AE64BFCC710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2DD07583-8890-D9E2-2E77-5AA5087D970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726839BD-1EFC-1222-F8EC-C97A9B3640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B30C36-18ED-4D02-BFB6-9AD9DA8C0B12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C70725-8079-45B6-C5AB-8518EE9EC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178A36-09D4-427E-A813-C12A6668FC79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63474B-2D35-0D20-5D3F-B19F1B6E7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686493-AC4D-5D61-CD7E-D79CBF180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0CDF4F-5D2A-4EEE-8783-AAF6D40BAFC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7241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D38445-D684-7963-EE6F-1109D77B4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5707E4-0943-4B9A-B77C-2A6DB91B6B36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325D23-DE99-2BE6-70B8-0E0D63233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AA83BE-B6AA-F2B8-A4FA-EC8373FD5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B63D24-1E42-484A-B376-3C25B2AA1BA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0639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530CFF-ECA4-7831-2FEC-A09D67E03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2A9632-0C66-490F-A839-F256E6E9CE11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D9833A-4A29-E246-F790-A492D402C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F597A3-F7FF-7602-DE44-B8F7BCD5A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EC2355-52A5-40B7-A570-66567DDB844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4604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818B6649-21A6-9B63-8165-E18FAB097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B02013-942F-4B9F-AB8A-46162845654B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1E4C699B-6279-AE7B-CF4C-B550D273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9AAEE989-DC0D-8C4E-BF49-C3A2ADD6D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F87C93-C79A-44C9-82EB-24CF8B9AB0F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0240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CF09FF01-95A9-34BD-6638-95A32EED6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EB4629-DA41-4B80-92FC-54B29BFD39D5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9C914AA0-E445-79CB-657B-0791E47EF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157D0DD5-8F1E-F083-D816-ACFE48F6F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742E49-2814-4A0F-BD6B-493C641F5C0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483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1D300BEA-484C-F91B-3617-CEBB05069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89E88D-A561-4162-9CEB-884386DCFBC8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2831446E-C9C4-D0CC-E16A-19A0B706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4E12189F-689A-8F89-DBDC-313BDF03E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806742-8773-4C97-8B5D-A5CEA71E466F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6124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8E5FACCF-792B-1FB6-D834-63400AB34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D19A9B-5A40-414A-BE3E-665BE835FCA8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5A301C6E-C5C9-E3E0-C5FA-325686153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C144BADB-9C87-6F0D-4799-2FC97600C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338CEF-FA26-4FA0-8918-0236D44592D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3003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A92E04A5-A940-D63E-1D30-F98D6369F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59E7B2-0A16-4840-895B-B5E8718A8DEC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08654858-C6F5-590C-D1CC-D6108900C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E8600204-D541-A18C-1284-8697BFED2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77DFD0-3689-4BC9-B7A0-AD1EEDE8B519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9457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AC70475F-9EBD-FADE-3180-C2A25BA04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1992EB-795B-4016-BC27-DF75048821D6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6AEB7F92-3A1E-1403-7946-B8928E8E5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1766A3D4-E2D2-4A21-824A-D670E797B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67531B-59A5-4B83-B4D4-018666307C1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5298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12452B-2E2B-1751-EF03-47DBE5588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9BAF17-B73E-4DEC-9DA1-C595581EE2E2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A9A70E-16EB-794D-1066-56559342C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20F847-697B-DBB2-AE74-DAAA66841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3C3320-DC8E-4BAC-923F-1E295327C83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6299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71AB62-1EF6-B755-6E4B-A45D08E34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0561D3-340A-4F38-BDE6-9AB7D6BF3D03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8031C1-A4B8-E228-D374-8F300DE7B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9AAB86-55B8-5A5A-4D47-8F0511829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1083C2-B936-4AB6-812F-A9FEB075A08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4581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B90BA4E1-ADAD-9C3E-312F-61B86D73C40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DBCA8173-87D7-FEC2-692C-6304C29669E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C0F878-8A15-3B5F-78F7-D420D79809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061D685-BD03-4160-BE8D-1D3119EA61CD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08D670-21EB-075D-00C3-9F418315A6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2B88AB-ABED-F593-70D7-E297CCB273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19DD40-B033-4D4E-B16E-4574F1DFE7C2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317B8205-B860-4F75-C304-C3E81D74A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1665288"/>
            <a:ext cx="6337300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103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302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2DBC6A6D-B62B-9745-5836-801C2B1BC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6874869B-6679-74F8-56B6-B2EFFE6826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2026. 01. 22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AE65FBC6-01A1-B25B-0DF0-B23A1D353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103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302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72E0BCD1-1736-05C5-F7CD-5007E4419C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01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22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A4B225A9-3C55-8A0E-9AE9-0256C427E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D6B1CDC6-D023-70AD-2649-399CCBE07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480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103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302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6339036F-B01E-6971-253F-694A340048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00" y="2852738"/>
            <a:ext cx="86328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천정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1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안방</a:t>
            </a:r>
            <a:r>
              <a:rPr kumimoji="0" lang="en-US" altLang="ko-KR" sz="1200" b="1"/>
              <a:t>)), </a:t>
            </a:r>
            <a:r>
              <a:rPr kumimoji="0" lang="ko-KR" altLang="en-US" sz="1200" b="1"/>
              <a:t>장판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뒤베란다 전체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보수 공사요함</a:t>
            </a:r>
            <a:r>
              <a:rPr kumimoji="0" lang="en-US" altLang="ko-KR" sz="1200" b="1"/>
              <a:t>.      </a:t>
            </a:r>
          </a:p>
        </p:txBody>
      </p:sp>
      <p:sp>
        <p:nvSpPr>
          <p:cNvPr id="5127" name="TextBox 4">
            <a:extLst>
              <a:ext uri="{FF2B5EF4-FFF2-40B4-BE49-F238E27FC236}">
                <a16:creationId xmlns:a16="http://schemas.microsoft.com/office/drawing/2014/main" id="{621BBFB8-40F4-9267-68D9-98B39CC355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060575"/>
            <a:ext cx="27289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1">
            <a:extLst>
              <a:ext uri="{FF2B5EF4-FFF2-40B4-BE49-F238E27FC236}">
                <a16:creationId xmlns:a16="http://schemas.microsoft.com/office/drawing/2014/main" id="{F6DF9B95-2982-2153-92D3-0C4413FF0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71738"/>
            <a:ext cx="26812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711837B6-0CD5-7B32-3F91-CFBE559348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514725"/>
            <a:ext cx="8456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것을요청 드립니다</a:t>
            </a:r>
            <a:r>
              <a:rPr kumimoji="0" lang="en-US" altLang="ko-KR" sz="1200" b="1"/>
              <a:t>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70753DC-184E-6C45-2EF0-A6083DFBF141}"/>
              </a:ext>
            </a:extLst>
          </p:cNvPr>
          <p:cNvSpPr/>
          <p:nvPr/>
        </p:nvSpPr>
        <p:spPr bwMode="auto">
          <a:xfrm>
            <a:off x="3425825" y="4275138"/>
            <a:ext cx="2509838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2" name="아래쪽 화살표 11">
            <a:extLst>
              <a:ext uri="{FF2B5EF4-FFF2-40B4-BE49-F238E27FC236}">
                <a16:creationId xmlns:a16="http://schemas.microsoft.com/office/drawing/2014/main" id="{8AB32448-6C69-40A9-A6DC-694E9A3E80A2}"/>
              </a:ext>
            </a:extLst>
          </p:cNvPr>
          <p:cNvSpPr/>
          <p:nvPr/>
        </p:nvSpPr>
        <p:spPr>
          <a:xfrm>
            <a:off x="4284663" y="5229225"/>
            <a:ext cx="792162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55CABF-1AD9-6F65-7173-AD616853F8D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거실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5351A67-EB96-2492-F01F-1E1BD873C2AA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7">
            <a:extLst>
              <a:ext uri="{FF2B5EF4-FFF2-40B4-BE49-F238E27FC236}">
                <a16:creationId xmlns:a16="http://schemas.microsoft.com/office/drawing/2014/main" id="{B7EF668D-ACD2-50F8-6C01-5B0A61EC731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8752E046-589C-87FA-51BA-FA83E927A458}"/>
              </a:ext>
            </a:extLst>
          </p:cNvPr>
          <p:cNvSpPr/>
          <p:nvPr/>
        </p:nvSpPr>
        <p:spPr>
          <a:xfrm>
            <a:off x="3421063" y="2420938"/>
            <a:ext cx="2879725" cy="23050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2992A8-650B-5A88-D4D1-85FC803FDB2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방</a:t>
            </a:r>
            <a:r>
              <a:rPr lang="en-US" altLang="ko-KR" b="1" dirty="0"/>
              <a:t>3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DC792D0-C6CC-429C-A6A4-559191A93BFA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28">
            <a:extLst>
              <a:ext uri="{FF2B5EF4-FFF2-40B4-BE49-F238E27FC236}">
                <a16:creationId xmlns:a16="http://schemas.microsoft.com/office/drawing/2014/main" id="{85CEE6B2-D4BD-9D7F-8739-17F01B4073E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6725" y="1628775"/>
            <a:ext cx="8208963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C1589726-D194-6082-E68F-5BE89A307751}"/>
              </a:ext>
            </a:extLst>
          </p:cNvPr>
          <p:cNvSpPr/>
          <p:nvPr/>
        </p:nvSpPr>
        <p:spPr>
          <a:xfrm>
            <a:off x="2484438" y="2708275"/>
            <a:ext cx="4103687" cy="24495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39A356-E893-8E1C-8DF1-1E064C666D3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천정</a:t>
            </a:r>
            <a:r>
              <a:rPr lang="en-US" altLang="ko-KR" b="1" dirty="0"/>
              <a:t>-</a:t>
            </a:r>
            <a:r>
              <a:rPr lang="ko-KR" altLang="en-US" b="1" dirty="0"/>
              <a:t>거실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0737AE8-C607-A072-D587-E3C037A348DB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8196" name="Picture 29">
            <a:extLst>
              <a:ext uri="{FF2B5EF4-FFF2-40B4-BE49-F238E27FC236}">
                <a16:creationId xmlns:a16="http://schemas.microsoft.com/office/drawing/2014/main" id="{42EC08C0-7E44-2D07-4081-C2DF9588A89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6F3383F2-7475-E707-6A93-1FF511EF14D7}"/>
              </a:ext>
            </a:extLst>
          </p:cNvPr>
          <p:cNvSpPr/>
          <p:nvPr/>
        </p:nvSpPr>
        <p:spPr>
          <a:xfrm>
            <a:off x="3851275" y="3213100"/>
            <a:ext cx="1657350" cy="1295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CE51CA-0EC0-26EA-0BDC-D4C6197EC763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천정</a:t>
            </a:r>
            <a:r>
              <a:rPr lang="en-US" altLang="ko-KR" b="1" dirty="0"/>
              <a:t>-</a:t>
            </a:r>
            <a:r>
              <a:rPr lang="ko-KR" altLang="en-US" b="1" dirty="0"/>
              <a:t> 방</a:t>
            </a:r>
            <a:r>
              <a:rPr lang="en-US" altLang="ko-KR" b="1" dirty="0"/>
              <a:t>1</a:t>
            </a:r>
            <a:r>
              <a:rPr lang="ko-KR" altLang="en-US" b="1" dirty="0"/>
              <a:t>곳</a:t>
            </a:r>
            <a:r>
              <a:rPr lang="en-US" altLang="ko-KR" b="1" dirty="0"/>
              <a:t>(</a:t>
            </a:r>
            <a:r>
              <a:rPr lang="ko-KR" altLang="en-US" b="1" dirty="0"/>
              <a:t>안방</a:t>
            </a:r>
            <a:r>
              <a:rPr lang="en-US" altLang="ko-KR" b="1" dirty="0"/>
              <a:t>))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45CB0A-4B3C-24D0-AB02-EFEDBDD96823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9220" name="Picture 30">
            <a:extLst>
              <a:ext uri="{FF2B5EF4-FFF2-40B4-BE49-F238E27FC236}">
                <a16:creationId xmlns:a16="http://schemas.microsoft.com/office/drawing/2014/main" id="{6E64336A-AB97-06B7-C0CE-2D4D7CB0E77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F718B15D-D6C4-B203-B0C1-D47719750F33}"/>
              </a:ext>
            </a:extLst>
          </p:cNvPr>
          <p:cNvSpPr/>
          <p:nvPr/>
        </p:nvSpPr>
        <p:spPr>
          <a:xfrm>
            <a:off x="2484438" y="2852738"/>
            <a:ext cx="4464050" cy="15843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719E7F-3937-BABD-3656-3F16AF0A3B4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장판</a:t>
            </a:r>
            <a:r>
              <a:rPr lang="en-US" altLang="ko-KR" b="1" dirty="0"/>
              <a:t>(</a:t>
            </a:r>
            <a:r>
              <a:rPr lang="ko-KR" altLang="en-US" b="1" dirty="0"/>
              <a:t>거실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1AD9368-A25D-0EA6-DFD0-D826594D966D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0244" name="Picture 31">
            <a:extLst>
              <a:ext uri="{FF2B5EF4-FFF2-40B4-BE49-F238E27FC236}">
                <a16:creationId xmlns:a16="http://schemas.microsoft.com/office/drawing/2014/main" id="{99384EE8-9CF5-6909-62C2-21E550C9EB2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54FE5D78-7BA1-C9C8-DBF8-179CA135A65E}"/>
              </a:ext>
            </a:extLst>
          </p:cNvPr>
          <p:cNvSpPr/>
          <p:nvPr/>
        </p:nvSpPr>
        <p:spPr>
          <a:xfrm>
            <a:off x="3924300" y="3068638"/>
            <a:ext cx="1296988" cy="13684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383C06-78CF-D827-3539-EB251BFC276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장판</a:t>
            </a:r>
            <a:r>
              <a:rPr lang="en-US" altLang="ko-KR" b="1" dirty="0"/>
              <a:t>(</a:t>
            </a:r>
            <a:r>
              <a:rPr lang="ko-KR" altLang="en-US" b="1" dirty="0"/>
              <a:t>방</a:t>
            </a:r>
            <a:r>
              <a:rPr lang="en-US" altLang="ko-KR" b="1" dirty="0"/>
              <a:t>3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5EAD046-741C-604E-E473-A3C44013BB2F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1268" name="Picture 32">
            <a:extLst>
              <a:ext uri="{FF2B5EF4-FFF2-40B4-BE49-F238E27FC236}">
                <a16:creationId xmlns:a16="http://schemas.microsoft.com/office/drawing/2014/main" id="{57BE28E1-82CD-BE38-6AE0-2993692F383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160DB728-DAFB-46E2-B83A-4213CA0F69AB}"/>
              </a:ext>
            </a:extLst>
          </p:cNvPr>
          <p:cNvSpPr/>
          <p:nvPr/>
        </p:nvSpPr>
        <p:spPr>
          <a:xfrm>
            <a:off x="3779838" y="2781300"/>
            <a:ext cx="2016125" cy="17287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441DAD-45FC-7080-4D23-2B9FE618368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도색</a:t>
            </a:r>
            <a:r>
              <a:rPr lang="en-US" altLang="ko-KR" b="1" dirty="0"/>
              <a:t>(</a:t>
            </a:r>
            <a:r>
              <a:rPr lang="ko-KR" altLang="en-US" b="1" dirty="0"/>
              <a:t>앞</a:t>
            </a:r>
            <a:r>
              <a:rPr lang="en-US" altLang="ko-KR" b="1" dirty="0"/>
              <a:t>, </a:t>
            </a:r>
            <a:r>
              <a:rPr lang="ko-KR" altLang="en-US" b="1" dirty="0" err="1"/>
              <a:t>뒤베란다</a:t>
            </a:r>
            <a:r>
              <a:rPr lang="ko-KR" altLang="en-US" b="1" dirty="0"/>
              <a:t> 전체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7C43D1B-E3A6-BD25-A3ED-FC4C559AF1BF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2292" name="Picture 33">
            <a:extLst>
              <a:ext uri="{FF2B5EF4-FFF2-40B4-BE49-F238E27FC236}">
                <a16:creationId xmlns:a16="http://schemas.microsoft.com/office/drawing/2014/main" id="{F3E640C0-D836-579B-8A45-75B51579B50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C0725465-DFE3-CA07-49D1-6E39F172F6FE}"/>
              </a:ext>
            </a:extLst>
          </p:cNvPr>
          <p:cNvSpPr/>
          <p:nvPr/>
        </p:nvSpPr>
        <p:spPr>
          <a:xfrm>
            <a:off x="3851275" y="1844675"/>
            <a:ext cx="2089150" cy="28082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</Words>
  <Application>Microsoft Office PowerPoint</Application>
  <PresentationFormat>화면 슬라이드 쇼(4:3)</PresentationFormat>
  <Paragraphs>21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굴림</vt:lpstr>
      <vt:lpstr>맑은 고딕</vt:lpstr>
      <vt:lpstr>Arial</vt:lpstr>
      <vt:lpstr>Office 테마</vt:lpstr>
      <vt:lpstr>PowerPoint 프레젠테이션</vt:lpstr>
      <vt:lpstr>PowerPoint 프레젠테이션</vt:lpstr>
      <vt:lpstr>도배(벽-거실)</vt:lpstr>
      <vt:lpstr> 도배(벽-방3곳) </vt:lpstr>
      <vt:lpstr>도배(천정-거실)</vt:lpstr>
      <vt:lpstr>도배(천정- 방1곳(안방))</vt:lpstr>
      <vt:lpstr>장판(거실)</vt:lpstr>
      <vt:lpstr>장판(방3곳)</vt:lpstr>
      <vt:lpstr>도색(앞, 뒤베란다 전체)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2026-01-31T06:49:12Z</dcterms:created>
  <dcterms:modified xsi:type="dcterms:W3CDTF">2026-01-31T06:49:12Z</dcterms:modified>
</cp:coreProperties>
</file>