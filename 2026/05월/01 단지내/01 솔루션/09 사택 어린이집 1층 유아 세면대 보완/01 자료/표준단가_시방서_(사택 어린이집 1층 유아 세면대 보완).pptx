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978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2026-03-03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2026-03-03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어린이집 </a:t>
            </a:r>
            <a:r>
              <a:rPr lang="en-US" altLang="ko-KR" b="1">
                <a:latin typeface="+mn-ea"/>
              </a:rPr>
              <a:t>1</a:t>
            </a:r>
            <a:r>
              <a:rPr lang="ko-KR" altLang="en-US" b="1">
                <a:latin typeface="+mn-ea"/>
              </a:rPr>
              <a:t>층 유아 세면대 보완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어린이집 </a:t>
            </a:r>
            <a:r>
              <a:rPr lang="en-US" altLang="ko-KR" sz="1000" b="1">
                <a:latin typeface="+mn-ea"/>
              </a:rPr>
              <a:t>1</a:t>
            </a:r>
            <a:r>
              <a:rPr lang="ko-KR" altLang="en-US" sz="1000" b="1">
                <a:latin typeface="+mn-ea"/>
              </a:rPr>
              <a:t>층 유아 세면대 보완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기존 세면대 분리 작업
기존 세면대 실리콘 제거 작업
기존 세면대 수평 작업
기존 세면대 실리콘 설치 작업
주변 청소 및 폐기물 처리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815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2026-03-03T06:36:47Z</dcterms:modified>
</cp:coreProperties>
</file>