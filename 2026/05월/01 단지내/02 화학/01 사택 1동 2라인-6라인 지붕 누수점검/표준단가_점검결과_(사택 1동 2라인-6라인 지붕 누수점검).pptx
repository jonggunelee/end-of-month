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99" d="100"/>
          <a:sy n="99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9D18B-8B68-BBC5-4F7C-B1EFE1030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808DAD-6F1C-DDBB-11E1-06BDB80C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25408E-481A-3495-CCAC-D74D1670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21DD5F-10D5-4798-B5C6-6057E07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ACF5C-E643-0F3E-9EE6-F2CAF980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3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16B25-9859-9EB5-2A7B-9C8A2C8C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77912-54A8-83D9-1E23-3FB0187C1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CB44D-5BC6-0A4C-C39D-0AA1631E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844EF4-8423-A7DD-870A-9C8A2724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F22EA-C9FE-4579-EF92-1136E36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C8653-3A8F-5A15-5FE0-5346061D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BF4378-93CA-D199-2482-B6864AEAC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AF8F4-1738-A3A1-EA05-8ECCDBEA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3F71E-EBC2-BC74-0091-62AB4F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4E49F-0BA9-0FA3-0371-1B68A79D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80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DE736-A25B-26FA-E392-F54C9C94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F0160-78FF-67BD-3388-F61DC8760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2AF3F0-A5A2-1405-674F-3FB8160AB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71481-F524-7EC4-EE1C-7D4222F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E8925A-116C-2A4D-D827-38C5E816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F7E31C-B9F4-F039-2854-0B00912C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1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BAD63-DF2C-106E-E3C2-CF5EF87D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CCF0DE-A7CC-A295-6EBC-56C251078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C24057-580D-AEAD-838F-7A7926658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6A7CAB-BFC9-50D8-6F5A-8D2A9561D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F1A2DF-8640-83E6-C6E9-2F4DB57E6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9AABB5-6B6F-2239-3279-673E5EF4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5876B6-A3E6-B56D-3302-AE65E6AF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E5B040-5F2F-1720-97D6-4174F222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F33BF-21B2-51BA-73AC-8FA4CC85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082387-3262-CAED-3A9F-E829C3C7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BD3F3-4580-191C-B2B2-AA562AE1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2C19CF-5487-EE74-2577-EBB931BF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90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B3342F-B32D-BDA9-6834-E295AA1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014692-80BB-4843-329A-0084EA13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D2D59-BCC8-37DB-3418-D125E30D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9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06AD2-DC2D-15FE-2FDC-72252B51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84FC0-CE69-AC31-6D06-4A57003C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EC6CE6-07C5-073C-2D1C-7DCFC209D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C2533-7044-CE3E-1D98-E7D73CD5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DCF7F-F34B-0E8D-4EBA-AB404AAA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AC37D-296C-9F9E-9EC9-4C6F03F2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9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249B1-B945-D32E-6BA5-91496554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6349AB-E1C3-3A59-5DB8-4677952DF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EB3B2-2442-523B-908C-81B213065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608CB-BB3C-6C0D-72DE-88499CF9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4549A-00A9-C6E3-266D-9D4E8A22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F2400B-CB56-07F2-0564-58582563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53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FC97D-B526-11E6-CF6A-17E61AD2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03C0AF-6EFF-4717-176F-D1526595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6B47B-8A6B-98F4-77B7-99433FD6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576D8-B27C-155F-6C54-3BFF7D01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359D6-6A81-A0CE-74E5-80B1B32B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9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CA1C43-2CD4-19F3-AD07-550E4031D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A01CE-A2E0-9D92-FECB-746DE1C8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A0140-B98D-4E3F-13FB-97A2D351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4FE85-731A-5C07-E372-D5A6C1C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C05A1-836D-9FB3-810B-49E2CBB7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D4FA80-8AD6-A751-303D-71833D5C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3DAC8-1E60-B963-5882-5E5CDF2B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F5148-904B-80D2-7008-C3C9DE39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5334-F147-4B04-9699-478B50CF765E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3FE04-5FA1-4837-E489-12B818EB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C98E6-6F08-586E-A9A8-D0DA3BF36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7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86869B-3850-3E0F-2F96-256CC3743510}"/>
              </a:ext>
            </a:extLst>
          </p:cNvPr>
          <p:cNvSpPr txBox="1"/>
          <p:nvPr/>
        </p:nvSpPr>
        <p:spPr>
          <a:xfrm>
            <a:off x="1165676" y="1848135"/>
            <a:ext cx="900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2026</a:t>
            </a:r>
            <a:r>
              <a:rPr lang="ko-KR" altLang="en-US" sz="1400" dirty="0"/>
              <a:t>년 </a:t>
            </a:r>
            <a:r>
              <a:rPr lang="en-US" altLang="ko-KR" sz="1400" dirty="0"/>
              <a:t>04</a:t>
            </a:r>
            <a:r>
              <a:rPr lang="ko-KR" altLang="en-US" sz="1400" dirty="0"/>
              <a:t>월 </a:t>
            </a:r>
            <a:r>
              <a:rPr lang="en-US" altLang="ko-KR" sz="1400" dirty="0"/>
              <a:t>28</a:t>
            </a:r>
            <a:r>
              <a:rPr lang="ko-KR" altLang="en-US" sz="1400" dirty="0"/>
              <a:t>일  사택 </a:t>
            </a:r>
            <a:r>
              <a:rPr lang="en-US" altLang="ko-KR" sz="1400" dirty="0"/>
              <a:t>1</a:t>
            </a:r>
            <a:r>
              <a:rPr lang="ko-KR" altLang="en-US" sz="1400" dirty="0"/>
              <a:t>동 </a:t>
            </a:r>
            <a:r>
              <a:rPr lang="en-US" altLang="ko-KR" sz="1400" dirty="0"/>
              <a:t>1~ 8 </a:t>
            </a:r>
            <a:r>
              <a:rPr lang="ko-KR" altLang="en-US" sz="1400" dirty="0"/>
              <a:t>라인 지붕의  기와 </a:t>
            </a:r>
            <a:r>
              <a:rPr lang="en-US" altLang="ko-KR" sz="1400" dirty="0"/>
              <a:t>, </a:t>
            </a:r>
            <a:r>
              <a:rPr lang="ko-KR" altLang="en-US" sz="1400" dirty="0"/>
              <a:t>벤츄레이터 주변 </a:t>
            </a:r>
            <a:r>
              <a:rPr lang="en-US" altLang="ko-KR" sz="1400" dirty="0"/>
              <a:t>, </a:t>
            </a:r>
            <a:r>
              <a:rPr lang="ko-KR" altLang="en-US" sz="1400" dirty="0"/>
              <a:t>배수로를 점검한 결과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98529-8B17-7588-8DF4-B373CF0F9E6A}"/>
              </a:ext>
            </a:extLst>
          </p:cNvPr>
          <p:cNvSpPr txBox="1"/>
          <p:nvPr/>
        </p:nvSpPr>
        <p:spPr>
          <a:xfrm>
            <a:off x="1165676" y="2313185"/>
            <a:ext cx="900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기와의 파손이나 벤츄레이터 주변은 누수로 추정할 만한 요인이 확인 되지 않았으나  지붕 기와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5705D-DE24-04C6-E620-E0F6C58DD673}"/>
              </a:ext>
            </a:extLst>
          </p:cNvPr>
          <p:cNvSpPr txBox="1"/>
          <p:nvPr/>
        </p:nvSpPr>
        <p:spPr>
          <a:xfrm>
            <a:off x="1165676" y="2778235"/>
            <a:ext cx="900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배수로의 배수구 부위의  이물질 막힘이 확인되어  다량의 빗물 유입시 배수로 막힘으로 인한 빗물의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7E120-B6F4-E8F1-16CA-1E60B101CD1E}"/>
              </a:ext>
            </a:extLst>
          </p:cNvPr>
          <p:cNvSpPr txBox="1"/>
          <p:nvPr/>
        </p:nvSpPr>
        <p:spPr>
          <a:xfrm>
            <a:off x="1165676" y="3243285"/>
            <a:ext cx="8324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배수로 넘침으로 세대내 누수 발생 가능성이 있겠으며 </a:t>
            </a:r>
            <a:r>
              <a:rPr lang="en-US" altLang="ko-KR" sz="1400" dirty="0"/>
              <a:t>, </a:t>
            </a:r>
            <a:r>
              <a:rPr lang="ko-KR" altLang="en-US" sz="1400" dirty="0"/>
              <a:t>배수로 바닥의 방수층 노후로 세대내 베란다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D22BC-8556-34FE-F713-0E0804D86395}"/>
              </a:ext>
            </a:extLst>
          </p:cNvPr>
          <p:cNvSpPr txBox="1"/>
          <p:nvPr/>
        </p:nvSpPr>
        <p:spPr>
          <a:xfrm>
            <a:off x="1165676" y="3708335"/>
            <a:ext cx="900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천장 누수가 발생할 여지가 있어  지붕 배수로 빗물 유입을 위해 타공된 기와를  교체 또는 막음 조치가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EC246-A405-D05F-28E1-A52919DDA2BD}"/>
              </a:ext>
            </a:extLst>
          </p:cNvPr>
          <p:cNvSpPr txBox="1"/>
          <p:nvPr/>
        </p:nvSpPr>
        <p:spPr>
          <a:xfrm>
            <a:off x="1165676" y="4173385"/>
            <a:ext cx="2071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필요할 듯 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E3345-A99A-BC09-913F-78CD10BD9391}"/>
              </a:ext>
            </a:extLst>
          </p:cNvPr>
          <p:cNvSpPr txBox="1"/>
          <p:nvPr/>
        </p:nvSpPr>
        <p:spPr>
          <a:xfrm>
            <a:off x="1165676" y="4638435"/>
            <a:ext cx="900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임시 조치로 사택 </a:t>
            </a:r>
            <a:r>
              <a:rPr lang="en-US" altLang="ko-KR" sz="1400" dirty="0"/>
              <a:t>1</a:t>
            </a:r>
            <a:r>
              <a:rPr lang="ko-KR" altLang="en-US" sz="1400" dirty="0"/>
              <a:t>동 </a:t>
            </a:r>
            <a:r>
              <a:rPr lang="en-US" altLang="ko-KR" sz="1400" dirty="0"/>
              <a:t>1~8 </a:t>
            </a:r>
            <a:r>
              <a:rPr lang="ko-KR" altLang="en-US" sz="1400" dirty="0"/>
              <a:t>라인 전후면 배수로의 배수구 부위는 청소하여 이물질을 제거 하였으며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BBBA4-5E13-84DB-9D27-FCAB39DCCAAB}"/>
              </a:ext>
            </a:extLst>
          </p:cNvPr>
          <p:cNvSpPr txBox="1"/>
          <p:nvPr/>
        </p:nvSpPr>
        <p:spPr>
          <a:xfrm>
            <a:off x="1165674" y="5103485"/>
            <a:ext cx="2513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작업 사진을 첨부합니다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A10732-460B-9F55-6FAE-7359785C49A3}"/>
              </a:ext>
            </a:extLst>
          </p:cNvPr>
          <p:cNvSpPr/>
          <p:nvPr/>
        </p:nvSpPr>
        <p:spPr>
          <a:xfrm>
            <a:off x="1165676" y="687368"/>
            <a:ext cx="3328087" cy="455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사택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동 지붕 점검</a:t>
            </a:r>
          </a:p>
        </p:txBody>
      </p:sp>
    </p:spTree>
    <p:extLst>
      <p:ext uri="{BB962C8B-B14F-4D97-AF65-F5344CB8AC3E}">
        <p14:creationId xmlns:p14="http://schemas.microsoft.com/office/powerpoint/2010/main" val="193145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9EB652-6F65-9589-9FA8-0516A18AD0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087395" y="597243"/>
            <a:ext cx="1911178" cy="14333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F833C8-A10B-B7E8-63A8-3345C7739E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03280" y="271077"/>
            <a:ext cx="1433386" cy="20857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FA440FD-1B51-B790-7F1A-F460D83F6AF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967540" y="271075"/>
            <a:ext cx="1433384" cy="20857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71C4CE-C73A-D2A3-1E94-028DF3DBE9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26291" y="2176851"/>
            <a:ext cx="1433385" cy="19111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806C408-0821-1968-D088-581D91D1C2B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03281" y="2089582"/>
            <a:ext cx="1433383" cy="20857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207824-5F5B-546E-AE0F-7B412A16CD6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967540" y="2091637"/>
            <a:ext cx="1433385" cy="208572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8F89D4B-17CA-BFC7-7781-BE364F2886D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26289" y="3995357"/>
            <a:ext cx="1433386" cy="191117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50E5813-6C62-19CC-D798-195AB95AD6C1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1372" y="4234256"/>
            <a:ext cx="2085718" cy="143338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AE58F45-B697-1584-357A-4FB68AC4B36F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03280" y="3908089"/>
            <a:ext cx="1433384" cy="20857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4876D4D-4DFC-A2D1-9C25-AA09E10DF07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467" y="1664046"/>
            <a:ext cx="2283039" cy="293678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3544A3-C06C-36C3-D5D0-E9F2CA06F062}"/>
              </a:ext>
            </a:extLst>
          </p:cNvPr>
          <p:cNvSpPr/>
          <p:nvPr/>
        </p:nvSpPr>
        <p:spPr>
          <a:xfrm>
            <a:off x="3204518" y="6052763"/>
            <a:ext cx="2257167" cy="4201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사택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AC1BC1-A859-8DEC-5919-155A10CB5225}"/>
              </a:ext>
            </a:extLst>
          </p:cNvPr>
          <p:cNvSpPr/>
          <p:nvPr/>
        </p:nvSpPr>
        <p:spPr>
          <a:xfrm>
            <a:off x="8913339" y="4982861"/>
            <a:ext cx="2283039" cy="4221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사택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동 기와교체 </a:t>
            </a:r>
          </a:p>
        </p:txBody>
      </p:sp>
    </p:spTree>
    <p:extLst>
      <p:ext uri="{BB962C8B-B14F-4D97-AF65-F5344CB8AC3E}">
        <p14:creationId xmlns:p14="http://schemas.microsoft.com/office/powerpoint/2010/main" val="355095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113</Words>
  <Application>Microsoft Office PowerPoint</Application>
  <PresentationFormat>와이드스크린</PresentationFormat>
  <Paragraphs>11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승덕 박</dc:creator>
  <cp:lastModifiedBy>종근 이</cp:lastModifiedBy>
  <cp:revision>37</cp:revision>
  <dcterms:created xsi:type="dcterms:W3CDTF">2024-08-29T23:43:46Z</dcterms:created>
  <dcterms:modified xsi:type="dcterms:W3CDTF">2026-04-29T23:56:07Z</dcterms:modified>
</cp:coreProperties>
</file>