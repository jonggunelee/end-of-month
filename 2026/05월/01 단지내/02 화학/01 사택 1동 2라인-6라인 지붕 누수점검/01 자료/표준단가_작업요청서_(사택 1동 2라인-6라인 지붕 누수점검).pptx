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EB364BD-A18A-FEDA-303C-086B6C61A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238528-5BC8-5DFB-0A80-3629D4123B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0C916BC-14CE-4D82-9EF9-8AED26B6201C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843165FB-65A5-5019-7A25-70B3D63E9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720D946D-3C43-BEA4-6745-1C0B35C6A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C2B5CD-6BAB-DA67-569B-FCF13DE5F3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31E44-DE0C-FB7D-A8A6-77ABF1DC1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F30C39EC-9ACB-4522-9629-C31E17FE7C1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0B0A4F9-386E-C31D-A074-7495430291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0BF0566-FF46-47E9-5F02-E47E6E1913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ABD76C68-180C-8573-47B6-9650FD19F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CCC12B1-3976-49BE-B2BA-1D3FFCC5150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6EB62-63CF-3C63-C315-8C3546D3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E2F36-6409-4B71-A140-F1F3F06BAD72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9030C-998B-7EF0-8C00-D44FE6C3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13DCE-F2AA-187F-0800-42442E33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1E0CB-9322-47D9-A01C-BD637721BA3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61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68D53-CF86-DC41-D0F3-DF5F72FB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AF97C-38B2-4D20-B58E-F6BC5CAEDCEF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352E1C-1EE7-C312-30A0-101753B5A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AD3C5F-6504-CE02-7AA9-6A8F4950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329406-96FB-4D91-B075-D56E784BF9E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5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554A43-4D2B-19CC-D5E4-C4F5C9AB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F101C-E919-4770-9972-B2097D8A06A4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ECE80-121D-B0B3-D185-87C022202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3FCE0-5DA2-F7D5-25DB-5B221E79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D87677-7423-47BD-8491-590A028A7EA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23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EDCDDD4-5C68-139B-5C77-BB38BEAB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01213-E5C8-486D-8FF1-62094C2BD334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477CC68-D3A4-53BD-70F2-9C0BF5EE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A8A2EC4-B91E-68CC-FD82-C5BC4161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DBD03-AA89-45CB-A363-42BDA53E395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83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D439FB1-1BAE-A80A-93D7-1F6E426B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52351-2E20-4B4F-97E6-E49E8381037A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83A9F34A-85B4-A46D-0623-714286F1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FF013A2-A344-FC7C-E0D5-E1DEC050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FAC799-5FC3-4EE7-9037-03C3E58EE0F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75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1ED9193A-0D47-2300-8285-C3D03828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12FF7-A2CB-4BA2-A4A2-6209FE0C8A8F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F0589F35-CFBC-AB8C-D6CB-06A96FF0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CCDF5BF-D056-455C-AEDB-759275C8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A2DC4-8438-4372-A199-FE955F38B7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17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6114D6D4-D0FE-7DB5-69E3-132436D6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F4057-97C0-422C-AB91-76500D15B74F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DB16846-ADF1-F10A-3AAF-41FAB000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AEC6811-A2BE-87E7-E36A-C111D94E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786A06-B948-4F77-B45B-07E083D6702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60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490021C-324B-F32E-B273-6D5F4D1B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D3719B-2D35-48D3-9E7F-8E4C174C2B90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E4E1B3D-D474-E324-E361-F33916F9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8A2BCF3-A87C-4EF7-F568-672851EB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20A73-095F-4F62-9690-C75949CE3F4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697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048523B-48DD-9BC3-908A-FA056297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F4AD4-2A89-4F51-ACCB-910B462B903A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9DE2BA1-FB29-470E-B115-D0A2A6BF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9241883-CE94-997E-7906-A1AB1833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6A35D-8151-400F-97E7-E5C75309C6F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79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9A67C-0776-D4E6-A2C5-A3777C03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0AC49-E207-4729-A756-EA2CA5A939DA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A58B3F-78B1-E8E1-0600-D0F231EC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8ABA34-EC9A-EB71-BD6A-C2EB1302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26B0EF-1F7B-4ACB-903F-42655E87B37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79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ABF67-9E35-05EF-53C7-945420DA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DE41-6D07-474D-9BDB-917EFD2408E0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7F95A-F09D-3812-4211-8E9B78FF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3ECF9-028F-761E-C319-1A3CD4A1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AB392-03AA-483A-9401-D6C2E9B9015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97351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548E678-627D-C6A8-09D9-C2D17DEBDD3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5310C91-78B0-2296-EC6E-909FCEA946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50985-D6B9-DAF5-2171-3FD20CEE3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E122D4D-967A-40C9-A7B1-57C0F25D3422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82BDC2-5C74-5F54-AA6A-78F6AF10C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89A99-6F0A-B829-B862-28F2ED164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628AA28-21E7-4B02-BC42-D6940756336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EF5D7FB-6411-BCAC-1314-D954703BC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406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048FC01-A53F-CD45-C334-45B6DC3C2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3B79CB2-FF14-3924-46B1-5021F41FD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E88A653-F2E7-8054-761E-54DF52D6E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19088"/>
            <a:ext cx="799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406</a:t>
            </a:r>
            <a:r>
              <a:rPr kumimoji="0" lang="ko-KR" altLang="en-US" sz="2400" b="1" u="sng"/>
              <a:t>호 기타공사</a:t>
            </a:r>
            <a:r>
              <a:rPr kumimoji="0" lang="en-US" altLang="ko-KR" sz="2400" b="1" u="sng"/>
              <a:t>(</a:t>
            </a:r>
            <a:r>
              <a:rPr kumimoji="0" lang="ko-KR" altLang="en-US" sz="2400" b="1" u="sng"/>
              <a:t>누수점검 및 보수</a:t>
            </a:r>
            <a:r>
              <a:rPr kumimoji="0" lang="en-US" altLang="ko-KR" sz="2400" b="1" u="sng"/>
              <a:t>)</a:t>
            </a:r>
            <a:r>
              <a:rPr kumimoji="0" lang="ko-KR" altLang="en-US" sz="2400" b="1" u="sng"/>
              <a:t> 작업의뢰서</a:t>
            </a:r>
            <a:r>
              <a:rPr kumimoji="0" lang="en-US" altLang="ko-KR" sz="2400" b="1" u="sng">
                <a:solidFill>
                  <a:srgbClr val="FF0000"/>
                </a:solidFill>
              </a:rPr>
              <a:t>(</a:t>
            </a:r>
            <a:r>
              <a:rPr kumimoji="0" lang="ko-KR" altLang="en-US" sz="2400" b="1" u="sng">
                <a:solidFill>
                  <a:srgbClr val="FF0000"/>
                </a:solidFill>
              </a:rPr>
              <a:t>긴급</a:t>
            </a:r>
            <a:r>
              <a:rPr kumimoji="0" lang="en-US" altLang="ko-KR" sz="2400" b="1" u="sng">
                <a:solidFill>
                  <a:srgbClr val="FF0000"/>
                </a:solidFill>
              </a:rPr>
              <a:t>)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F94EDB2-DA3B-C4B0-4B35-DCF52E786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CBAB745-7A2F-D81E-F75A-4E291F92A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4656967-A93A-267F-92FB-4AB659F54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406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7440923A-EC64-C5B2-28B5-6B564DA69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화장실 좌측방 창틀상단 누수점검 및 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FF0000"/>
                </a:solidFill>
              </a:rPr>
              <a:t>(※ </a:t>
            </a:r>
            <a:r>
              <a:rPr kumimoji="0" lang="ko-KR" altLang="en-US" sz="1200" b="1">
                <a:solidFill>
                  <a:srgbClr val="FF0000"/>
                </a:solidFill>
              </a:rPr>
              <a:t>창틀상단 부분도배 포함</a:t>
            </a:r>
            <a:r>
              <a:rPr kumimoji="0" lang="en-US" altLang="ko-KR" sz="1200" b="1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9B5A5B8E-517B-1084-B340-828EE5193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319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</a:t>
            </a:r>
            <a:r>
              <a:rPr kumimoji="0" lang="ko-KR" altLang="en-US" sz="1200" b="1">
                <a:solidFill>
                  <a:srgbClr val="FF0000"/>
                </a:solidFill>
              </a:rPr>
              <a:t>긴급으로 요청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AAFEB94B-BA3C-0F9A-A419-281014A58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1803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</a:t>
            </a:r>
            <a:r>
              <a:rPr kumimoji="0" lang="ko-KR" altLang="en-US" sz="1200" b="1">
                <a:solidFill>
                  <a:srgbClr val="FF0000"/>
                </a:solidFill>
              </a:rPr>
              <a:t>입주중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13A034-889E-CCD1-2135-7FED600AE2FD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003AAE7F-DF63-F8C9-728F-808D49AAD6FA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550D098A-B191-F280-505F-77D9213C5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8C5B-063B-BC0E-9CEC-248AD057B8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2800" b="1" dirty="0"/>
              <a:t>화장실 </a:t>
            </a:r>
            <a:r>
              <a:rPr lang="ko-KR" altLang="en-US" sz="2800" b="1" dirty="0" err="1"/>
              <a:t>좌측방창틀상단</a:t>
            </a:r>
            <a:r>
              <a:rPr lang="ko-KR" altLang="en-US" sz="2800" b="1" dirty="0"/>
              <a:t> 누수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5BA8AF-537D-FC85-868C-9C75DF32E72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FE9B607D-1881-F87D-90C9-316BAEDF7A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434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0CB51CF6-CC72-5ABC-960C-82717F92EAA5}"/>
              </a:ext>
            </a:extLst>
          </p:cNvPr>
          <p:cNvSpPr/>
          <p:nvPr/>
        </p:nvSpPr>
        <p:spPr>
          <a:xfrm rot="5885992">
            <a:off x="3411538" y="2611438"/>
            <a:ext cx="754062" cy="20558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84321B4-4EB6-3F9F-6BC0-61FF10307200}"/>
              </a:ext>
            </a:extLst>
          </p:cNvPr>
          <p:cNvSpPr/>
          <p:nvPr/>
        </p:nvSpPr>
        <p:spPr>
          <a:xfrm rot="5885992">
            <a:off x="6695282" y="3450431"/>
            <a:ext cx="754062" cy="1546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화면 슬라이드 쇼(4:3)</PresentationFormat>
  <Paragraphs>15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화장실 좌측방창틀상단 누수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2026-03-11T04:16:26Z</dcterms:created>
  <dcterms:modified xsi:type="dcterms:W3CDTF">2026-03-12T01:50:01Z</dcterms:modified>
</cp:coreProperties>
</file>