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2026-03-24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라인</a:t>
            </a:r>
            <a:r>
              <a:rPr lang="en-US" altLang="ko-KR" b="1">
                <a:latin typeface="+mn-ea"/>
              </a:rPr>
              <a:t>-6</a:t>
            </a:r>
            <a:r>
              <a:rPr lang="ko-KR" altLang="en-US" b="1">
                <a:latin typeface="+mn-ea"/>
              </a:rPr>
              <a:t>라인 지붕 누수점검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</a:t>
            </a:r>
            <a:r>
              <a:rPr lang="ko-KR" altLang="en-US" sz="1000" b="1">
                <a:latin typeface="+mn-ea"/>
              </a:rPr>
              <a:t>동 </a:t>
            </a:r>
            <a:r>
              <a:rPr lang="en-US" altLang="ko-KR" sz="1000" b="1">
                <a:latin typeface="+mn-ea"/>
              </a:rPr>
              <a:t>2</a:t>
            </a:r>
            <a:r>
              <a:rPr lang="ko-KR" altLang="en-US" sz="1000" b="1">
                <a:latin typeface="+mn-ea"/>
              </a:rPr>
              <a:t>라인</a:t>
            </a:r>
            <a:r>
              <a:rPr lang="en-US" altLang="ko-KR" sz="1000" b="1">
                <a:latin typeface="+mn-ea"/>
              </a:rPr>
              <a:t>-6</a:t>
            </a:r>
            <a:r>
              <a:rPr lang="ko-KR" altLang="en-US" sz="1000" b="1">
                <a:latin typeface="+mn-ea"/>
              </a:rPr>
              <a:t>라인 지붕 누수점검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2</a:t>
            </a:r>
            <a:r>
              <a:rPr lang="ko-KR" altLang="en-US" sz="1000"/>
              <a:t>라인 및 </a:t>
            </a:r>
            <a:r>
              <a:rPr lang="en-US" altLang="ko-KR" sz="1000"/>
              <a:t>6</a:t>
            </a:r>
            <a:r>
              <a:rPr lang="ko-KR" altLang="en-US" sz="1000"/>
              <a:t>라인 지붕
스카이 장비 설치 및 신호수 배치 
기존 기와 부분 철거 및 빗물 유물 부분 점검
배기 환기창 내부 빗물 부분내 부분 점검 
기존 기와 부분 철거 부분 원복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2026-03-24T04:35:41Z</dcterms:modified>
</cp:coreProperties>
</file>