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97" r:id="rId2"/>
    <p:sldMasterId id="2147483678" r:id="rId3"/>
  </p:sldMasterIdLst>
  <p:notesMasterIdLst>
    <p:notesMasterId r:id="rId42"/>
  </p:notesMasterIdLst>
  <p:handoutMasterIdLst>
    <p:handoutMasterId r:id="rId43"/>
  </p:handoutMasterIdLst>
  <p:sldIdLst>
    <p:sldId id="691" r:id="rId4"/>
    <p:sldId id="260" r:id="rId5"/>
    <p:sldId id="659" r:id="rId6"/>
    <p:sldId id="658" r:id="rId7"/>
    <p:sldId id="660" r:id="rId8"/>
    <p:sldId id="661" r:id="rId9"/>
    <p:sldId id="663" r:id="rId10"/>
    <p:sldId id="664" r:id="rId11"/>
    <p:sldId id="666" r:id="rId12"/>
    <p:sldId id="667" r:id="rId13"/>
    <p:sldId id="754" r:id="rId14"/>
    <p:sldId id="670" r:id="rId15"/>
    <p:sldId id="671" r:id="rId16"/>
    <p:sldId id="672" r:id="rId17"/>
    <p:sldId id="673" r:id="rId18"/>
    <p:sldId id="698" r:id="rId19"/>
    <p:sldId id="696" r:id="rId20"/>
    <p:sldId id="699" r:id="rId21"/>
    <p:sldId id="700" r:id="rId22"/>
    <p:sldId id="674" r:id="rId23"/>
    <p:sldId id="675" r:id="rId24"/>
    <p:sldId id="676" r:id="rId25"/>
    <p:sldId id="677" r:id="rId26"/>
    <p:sldId id="686" r:id="rId27"/>
    <p:sldId id="687" r:id="rId28"/>
    <p:sldId id="689" r:id="rId29"/>
    <p:sldId id="690" r:id="rId30"/>
    <p:sldId id="688" r:id="rId31"/>
    <p:sldId id="755" r:id="rId32"/>
    <p:sldId id="756" r:id="rId33"/>
    <p:sldId id="679" r:id="rId34"/>
    <p:sldId id="680" r:id="rId35"/>
    <p:sldId id="681" r:id="rId36"/>
    <p:sldId id="682" r:id="rId37"/>
    <p:sldId id="683" r:id="rId38"/>
    <p:sldId id="685" r:id="rId39"/>
    <p:sldId id="684" r:id="rId40"/>
    <p:sldId id="753" r:id="rId41"/>
  </p:sldIdLst>
  <p:sldSz cx="10693400" cy="7556500"/>
  <p:notesSz cx="6797675" cy="9926638"/>
  <p:embeddedFontLst>
    <p:embeddedFont>
      <p:font typeface="Pretendard" panose="020B0600000101010101" charset="-127"/>
      <p:regular r:id="rId44"/>
      <p:bold r:id="rId45"/>
    </p:embeddedFont>
    <p:embeddedFont>
      <p:font typeface="Pretendard SemiBold" panose="020B0600000101010101" charset="-127"/>
      <p:bold r:id="rId46"/>
    </p:embeddedFont>
    <p:embeddedFont>
      <p:font typeface="Cambria Math" panose="02040503050406030204" pitchFamily="18" charset="0"/>
      <p:regular r:id="rId47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6702" userDrawn="1">
          <p15:clr>
            <a:srgbClr val="A4A3A4"/>
          </p15:clr>
        </p15:guide>
        <p15:guide id="10" orient="horz" pos="21" userDrawn="1">
          <p15:clr>
            <a:srgbClr val="A4A3A4"/>
          </p15:clr>
        </p15:guide>
        <p15:guide id="11" pos="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D3D3D"/>
    <a:srgbClr val="FE8C8C"/>
    <a:srgbClr val="E6E6EE"/>
    <a:srgbClr val="FE6E6E"/>
    <a:srgbClr val="F93E0B"/>
    <a:srgbClr val="5F5F5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38" autoAdjust="0"/>
    <p:restoredTop sz="95587" autoAdjust="0"/>
  </p:normalViewPr>
  <p:slideViewPr>
    <p:cSldViewPr>
      <p:cViewPr varScale="1">
        <p:scale>
          <a:sx n="96" d="100"/>
          <a:sy n="96" d="100"/>
        </p:scale>
        <p:origin x="2190" y="78"/>
      </p:cViewPr>
      <p:guideLst>
        <p:guide pos="6702"/>
        <p:guide orient="horz" pos="21"/>
        <p:guide pos="1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4"/>
    </p:cViewPr>
  </p:sorterViewPr>
  <p:notesViewPr>
    <p:cSldViewPr>
      <p:cViewPr varScale="1">
        <p:scale>
          <a:sx n="85" d="100"/>
          <a:sy n="85" d="100"/>
        </p:scale>
        <p:origin x="3906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2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3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28A6-CC4D-423C-A067-3F870C488EE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FC41D-FE4E-4A0C-8956-D918303E5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7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FDFAE-2414-4E27-A322-DFB194605503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744538"/>
            <a:ext cx="52673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BA2C6-68A6-4E3F-86DC-D2D9812462F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3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2" charset="-127"/>
        <a:ea typeface="Pretendard" panose="020005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30" y="753915"/>
            <a:ext cx="3914775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9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7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94572" y="6700132"/>
            <a:ext cx="7056784" cy="570506"/>
            <a:chOff x="4194572" y="6700132"/>
            <a:chExt cx="7056784" cy="570506"/>
          </a:xfrm>
        </p:grpSpPr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7907" y="6700132"/>
              <a:ext cx="1001241" cy="31847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 userDrawn="1"/>
          </p:nvSpPr>
          <p:spPr>
            <a:xfrm>
              <a:off x="4194572" y="7032111"/>
              <a:ext cx="7056784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dirty="0" err="1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에스앤아이의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사전 승인 없이 본 내용의 전부 또는 일부에 대한 복사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전재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배포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사용 등을 금합니다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.</a:t>
              </a:r>
              <a:endParaRPr lang="ko-KR" altLang="en-US" sz="950" dirty="0"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23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6" y="946151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pic>
        <p:nvPicPr>
          <p:cNvPr id="4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1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620" y="6686377"/>
            <a:ext cx="5314950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4" y="3130104"/>
            <a:ext cx="7395592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6" y="753914"/>
            <a:ext cx="3914775" cy="504825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0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7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7" y="431974"/>
            <a:ext cx="4350567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9" y="7083376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20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6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10201947" y="7173659"/>
            <a:ext cx="380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8B686AB-25C3-45D7-8571-0AB58706FBE8}" type="slidenum">
              <a:rPr lang="ko-KR" altLang="en-US" sz="1200" smtClean="0">
                <a:latin typeface="Pretendard" panose="02000503000000020004" pitchFamily="2" charset="-127"/>
                <a:ea typeface="Pretendard" panose="02000503000000020004" pitchFamily="2" charset="-127"/>
              </a:rPr>
              <a:pPr algn="r"/>
              <a:t>‹#›</a:t>
            </a:fld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69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3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7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2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6" y="1236664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6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71" indent="0" algn="ctr">
              <a:buNone/>
              <a:defRPr sz="1600"/>
            </a:lvl4pPr>
            <a:lvl5pPr marL="1828894" indent="0" algn="ctr">
              <a:buNone/>
              <a:defRPr sz="1600"/>
            </a:lvl5pPr>
            <a:lvl6pPr marL="2286117" indent="0" algn="ctr">
              <a:buNone/>
              <a:defRPr sz="1600"/>
            </a:lvl6pPr>
            <a:lvl7pPr marL="2743340" indent="0" algn="ctr">
              <a:buNone/>
              <a:defRPr sz="1600"/>
            </a:lvl7pPr>
            <a:lvl8pPr marL="3200564" indent="0" algn="ctr">
              <a:buNone/>
              <a:defRPr sz="1600"/>
            </a:lvl8pPr>
            <a:lvl9pPr marL="3657787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19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4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4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4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1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08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6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2" y="1852613"/>
            <a:ext cx="4524374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2" y="2760664"/>
            <a:ext cx="4524374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6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6" y="2760664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14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035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92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4167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71" indent="0">
              <a:buNone/>
              <a:defRPr sz="2000"/>
            </a:lvl4pPr>
            <a:lvl5pPr marL="1828894" indent="0">
              <a:buNone/>
              <a:defRPr sz="2000"/>
            </a:lvl5pPr>
            <a:lvl6pPr marL="2286117" indent="0">
              <a:buNone/>
              <a:defRPr sz="2000"/>
            </a:lvl6pPr>
            <a:lvl7pPr marL="2743340" indent="0">
              <a:buNone/>
              <a:defRPr sz="2000"/>
            </a:lvl7pPr>
            <a:lvl8pPr marL="3200564" indent="0">
              <a:buNone/>
              <a:defRPr sz="2000"/>
            </a:lvl8pPr>
            <a:lvl9pPr marL="3657787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894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571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9" y="401638"/>
            <a:ext cx="2305049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4" y="401638"/>
            <a:ext cx="6765926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583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lvl="1" algn="ctr" eaLnBrk="1" latinLnBrk="1" hangingPunct="1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에스앤아이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코퍼레이션의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사전 승인 없이 본 내용의 전부 또는 일부에 대한 복사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전재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배포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사용 등을 금합니다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endParaRPr lang="ko-KR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34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81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275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668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534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324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6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207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92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215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600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889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8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6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  <p:sp>
        <p:nvSpPr>
          <p:cNvPr id="18" name="직사각형 17"/>
          <p:cNvSpPr/>
          <p:nvPr userDrawn="1"/>
        </p:nvSpPr>
        <p:spPr>
          <a:xfrm>
            <a:off x="3466927" y="6973024"/>
            <a:ext cx="6416277" cy="261610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9pPr>
          </a:lstStyle>
          <a:p>
            <a:pPr marL="0" lvl="1" algn="ctr" eaLnBrk="1" latin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에스앤아이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코퍼레인션의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사전 승인 없이 본 내용의 전부 또는 일부에 대한 복사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배포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사용 등을 금합니다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ko-KR" sz="1100" b="0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100" y="6673471"/>
            <a:ext cx="818501" cy="2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92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pic>
        <p:nvPicPr>
          <p:cNvPr id="7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 userDrawn="1"/>
        </p:nvSpPr>
        <p:spPr>
          <a:xfrm>
            <a:off x="3466927" y="6973024"/>
            <a:ext cx="6416277" cy="261610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9pPr>
          </a:lstStyle>
          <a:p>
            <a:pPr marL="0" lvl="1" algn="ctr" eaLnBrk="1" latin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에스앤아이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코퍼레인션의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사전 승인 없이 본 내용의 전부 또는 일부에 대한 복사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배포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사용 등을 금합니다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ko-KR" sz="1100" b="0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100" y="6673471"/>
            <a:ext cx="818501" cy="2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95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3" y="3130104"/>
            <a:ext cx="7395591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 userDrawn="1"/>
        </p:nvSpPr>
        <p:spPr>
          <a:xfrm>
            <a:off x="3466927" y="6973024"/>
            <a:ext cx="6416277" cy="261610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b="1" kern="1200">
                <a:solidFill>
                  <a:schemeClr val="bg1"/>
                </a:solidFill>
                <a:latin typeface="Trebuchet MS" pitchFamily="34" charset="0"/>
                <a:ea typeface="굴림" charset="-127"/>
                <a:cs typeface="+mn-cs"/>
              </a:defRPr>
            </a:lvl9pPr>
          </a:lstStyle>
          <a:p>
            <a:pPr marL="0" lvl="1" algn="ctr" eaLnBrk="1" latin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에스앤아이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코퍼레인션의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사전 승인 없이 본 내용의 전부 또는 일부에 대한 복사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배포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사용 등을 금합니다</a:t>
            </a:r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ko-KR" sz="1100" b="0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100" y="6673471"/>
            <a:ext cx="818501" cy="2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03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8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6" y="431974"/>
            <a:ext cx="4350568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8" y="7083375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19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5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0201948" y="7173659"/>
            <a:ext cx="380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57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2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6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1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27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230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241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4833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192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7962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00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3281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722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8845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9867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6212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676525" y="2798586"/>
            <a:ext cx="5524500" cy="86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04243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997" b="0" i="0" u="none" strike="noStrike" kern="1200" cap="none" spc="0" normalizeH="0" baseline="0" noProof="0" dirty="0">
                <a:ln>
                  <a:noFill/>
                </a:ln>
                <a:solidFill>
                  <a:srgbClr val="CD0F46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+mn-cs"/>
              </a:rPr>
              <a:t>Thank you</a:t>
            </a:r>
            <a:endParaRPr kumimoji="1" lang="ko-KR" altLang="en-US" sz="49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02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9640" y="6092161"/>
            <a:ext cx="1505806" cy="7980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007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6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6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4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4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9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3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j-cs"/>
        </a:defRPr>
      </a:lvl1pPr>
    </p:titleStyle>
    <p:bodyStyle>
      <a:lvl1pPr marL="228612" indent="-228612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1pPr>
      <a:lvl2pPr marL="68583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2pPr>
      <a:lvl3pPr marL="1143058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3pPr>
      <a:lvl4pPr marL="1600281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4pPr>
      <a:lvl5pPr marL="2057506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5pPr>
      <a:lvl6pPr marL="2514729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52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00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7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4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45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89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22.emf"/><Relationship Id="rId4" Type="http://schemas.openxmlformats.org/officeDocument/2006/relationships/package" Target="../embeddings/Microsoft_Excel_Worksheet.xls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13.svg"/><Relationship Id="rId4" Type="http://schemas.openxmlformats.org/officeDocument/2006/relationships/image" Target="../media/image31.png"/><Relationship Id="rId9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6.png"/><Relationship Id="rId4" Type="http://schemas.openxmlformats.org/officeDocument/2006/relationships/image" Target="../media/image4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98479" y="2630885"/>
            <a:ext cx="4535959" cy="492125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/>
              <a:t>밀폐공간 작업 프로그램</a:t>
            </a:r>
            <a:endParaRPr lang="ko-KR" altLang="en-US" sz="2000" b="1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4294967295"/>
          </p:nvPr>
        </p:nvSpPr>
        <p:spPr>
          <a:xfrm>
            <a:off x="275791" y="3275013"/>
            <a:ext cx="3240441" cy="503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000 </a:t>
            </a:r>
            <a:r>
              <a:rPr lang="ko-KR" altLang="en-US" sz="2400" dirty="0"/>
              <a:t>운영센터</a:t>
            </a:r>
            <a:endParaRPr lang="en-US" altLang="ko-KR" sz="2400" dirty="0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AA41CA5E-5D0B-4317-B61F-54674C0D4C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729" y="5977714"/>
            <a:ext cx="1195167" cy="372686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4423FC9E-87B0-4A2C-B788-DD1478C8502E}"/>
              </a:ext>
            </a:extLst>
          </p:cNvPr>
          <p:cNvGrpSpPr/>
          <p:nvPr/>
        </p:nvGrpSpPr>
        <p:grpSpPr>
          <a:xfrm>
            <a:off x="4625156" y="763214"/>
            <a:ext cx="6068244" cy="6793286"/>
            <a:chOff x="0" y="2340000"/>
            <a:chExt cx="7560589" cy="8352618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3604C282-172D-4000-8034-09C3BE0ED0E0}"/>
                </a:ext>
              </a:extLst>
            </p:cNvPr>
            <p:cNvSpPr/>
            <p:nvPr/>
          </p:nvSpPr>
          <p:spPr>
            <a:xfrm>
              <a:off x="2817101" y="8914663"/>
              <a:ext cx="4372610" cy="950594"/>
            </a:xfrm>
            <a:custGeom>
              <a:avLst/>
              <a:gdLst/>
              <a:ahLst/>
              <a:cxnLst/>
              <a:rect l="l" t="t" r="r" b="b"/>
              <a:pathLst>
                <a:path w="4372609" h="950595">
                  <a:moveTo>
                    <a:pt x="3792207" y="225717"/>
                  </a:moveTo>
                  <a:lnTo>
                    <a:pt x="3791089" y="219862"/>
                  </a:lnTo>
                  <a:lnTo>
                    <a:pt x="0" y="944549"/>
                  </a:lnTo>
                  <a:lnTo>
                    <a:pt x="1117" y="950404"/>
                  </a:lnTo>
                  <a:lnTo>
                    <a:pt x="3792207" y="225717"/>
                  </a:lnTo>
                  <a:close/>
                </a:path>
                <a:path w="4372609" h="950595">
                  <a:moveTo>
                    <a:pt x="4372127" y="5829"/>
                  </a:moveTo>
                  <a:lnTo>
                    <a:pt x="4370946" y="0"/>
                  </a:lnTo>
                  <a:lnTo>
                    <a:pt x="787" y="889520"/>
                  </a:lnTo>
                  <a:lnTo>
                    <a:pt x="1981" y="895350"/>
                  </a:lnTo>
                  <a:lnTo>
                    <a:pt x="4372127" y="582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D1160557-D941-4D84-8D60-BCCA31676E66}"/>
                </a:ext>
              </a:extLst>
            </p:cNvPr>
            <p:cNvSpPr/>
            <p:nvPr/>
          </p:nvSpPr>
          <p:spPr>
            <a:xfrm>
              <a:off x="983145" y="6225730"/>
              <a:ext cx="6577330" cy="3829050"/>
            </a:xfrm>
            <a:custGeom>
              <a:avLst/>
              <a:gdLst/>
              <a:ahLst/>
              <a:cxnLst/>
              <a:rect l="l" t="t" r="r" b="b"/>
              <a:pathLst>
                <a:path w="6577330" h="3829050">
                  <a:moveTo>
                    <a:pt x="3882999" y="599389"/>
                  </a:moveTo>
                  <a:lnTo>
                    <a:pt x="3694430" y="479463"/>
                  </a:lnTo>
                  <a:lnTo>
                    <a:pt x="3691229" y="484505"/>
                  </a:lnTo>
                  <a:lnTo>
                    <a:pt x="3879799" y="604431"/>
                  </a:lnTo>
                  <a:lnTo>
                    <a:pt x="3882999" y="599389"/>
                  </a:lnTo>
                  <a:close/>
                </a:path>
                <a:path w="6577330" h="3829050">
                  <a:moveTo>
                    <a:pt x="4669828" y="1380502"/>
                  </a:moveTo>
                  <a:lnTo>
                    <a:pt x="4667478" y="1375016"/>
                  </a:lnTo>
                  <a:lnTo>
                    <a:pt x="1833765" y="2586583"/>
                  </a:lnTo>
                  <a:lnTo>
                    <a:pt x="1836102" y="2592082"/>
                  </a:lnTo>
                  <a:lnTo>
                    <a:pt x="4669828" y="1380502"/>
                  </a:lnTo>
                  <a:close/>
                </a:path>
                <a:path w="6577330" h="3829050">
                  <a:moveTo>
                    <a:pt x="6576847" y="3307016"/>
                  </a:moveTo>
                  <a:lnTo>
                    <a:pt x="2543632" y="3822852"/>
                  </a:lnTo>
                  <a:lnTo>
                    <a:pt x="2544381" y="3828758"/>
                  </a:lnTo>
                  <a:lnTo>
                    <a:pt x="6576847" y="3313011"/>
                  </a:lnTo>
                  <a:lnTo>
                    <a:pt x="6576847" y="3307016"/>
                  </a:lnTo>
                  <a:close/>
                </a:path>
                <a:path w="6577330" h="3829050">
                  <a:moveTo>
                    <a:pt x="6576847" y="3203092"/>
                  </a:moveTo>
                  <a:lnTo>
                    <a:pt x="2543556" y="3764635"/>
                  </a:lnTo>
                  <a:lnTo>
                    <a:pt x="2544368" y="3770541"/>
                  </a:lnTo>
                  <a:lnTo>
                    <a:pt x="6576847" y="3209112"/>
                  </a:lnTo>
                  <a:lnTo>
                    <a:pt x="6576847" y="3203092"/>
                  </a:lnTo>
                  <a:close/>
                </a:path>
                <a:path w="6577330" h="3829050">
                  <a:moveTo>
                    <a:pt x="6576847" y="2720289"/>
                  </a:moveTo>
                  <a:lnTo>
                    <a:pt x="2543111" y="3494240"/>
                  </a:lnTo>
                  <a:lnTo>
                    <a:pt x="2544229" y="3500094"/>
                  </a:lnTo>
                  <a:lnTo>
                    <a:pt x="6576847" y="2726347"/>
                  </a:lnTo>
                  <a:lnTo>
                    <a:pt x="6576847" y="2720289"/>
                  </a:lnTo>
                  <a:close/>
                </a:path>
                <a:path w="6577330" h="3829050">
                  <a:moveTo>
                    <a:pt x="6576847" y="2614307"/>
                  </a:moveTo>
                  <a:lnTo>
                    <a:pt x="2543886" y="3434715"/>
                  </a:lnTo>
                  <a:lnTo>
                    <a:pt x="2545080" y="3440544"/>
                  </a:lnTo>
                  <a:lnTo>
                    <a:pt x="6576847" y="2620378"/>
                  </a:lnTo>
                  <a:lnTo>
                    <a:pt x="6576847" y="2614307"/>
                  </a:lnTo>
                  <a:close/>
                </a:path>
                <a:path w="6577330" h="3829050">
                  <a:moveTo>
                    <a:pt x="6576847" y="2133155"/>
                  </a:moveTo>
                  <a:lnTo>
                    <a:pt x="38" y="3816083"/>
                  </a:lnTo>
                  <a:lnTo>
                    <a:pt x="1498" y="3821861"/>
                  </a:lnTo>
                  <a:lnTo>
                    <a:pt x="6576847" y="2139315"/>
                  </a:lnTo>
                  <a:lnTo>
                    <a:pt x="6576847" y="2133155"/>
                  </a:lnTo>
                  <a:close/>
                </a:path>
                <a:path w="6577330" h="3829050">
                  <a:moveTo>
                    <a:pt x="6576847" y="2028253"/>
                  </a:moveTo>
                  <a:lnTo>
                    <a:pt x="0" y="3786416"/>
                  </a:lnTo>
                  <a:lnTo>
                    <a:pt x="1549" y="3792182"/>
                  </a:lnTo>
                  <a:lnTo>
                    <a:pt x="6576847" y="2034438"/>
                  </a:lnTo>
                  <a:lnTo>
                    <a:pt x="6576847" y="2028253"/>
                  </a:lnTo>
                  <a:close/>
                </a:path>
                <a:path w="6577330" h="3829050">
                  <a:moveTo>
                    <a:pt x="6576847" y="1551901"/>
                  </a:moveTo>
                  <a:lnTo>
                    <a:pt x="6576835" y="1546491"/>
                  </a:lnTo>
                  <a:lnTo>
                    <a:pt x="2542679" y="2836837"/>
                  </a:lnTo>
                  <a:lnTo>
                    <a:pt x="2543543" y="2839593"/>
                  </a:lnTo>
                  <a:lnTo>
                    <a:pt x="2542946" y="2839783"/>
                  </a:lnTo>
                  <a:lnTo>
                    <a:pt x="2544737" y="2845435"/>
                  </a:lnTo>
                  <a:lnTo>
                    <a:pt x="6576847" y="1558137"/>
                  </a:lnTo>
                  <a:lnTo>
                    <a:pt x="6576847" y="1551901"/>
                  </a:lnTo>
                  <a:close/>
                </a:path>
                <a:path w="6577330" h="3829050">
                  <a:moveTo>
                    <a:pt x="6576847" y="1441234"/>
                  </a:moveTo>
                  <a:lnTo>
                    <a:pt x="2542819" y="2777820"/>
                  </a:lnTo>
                  <a:lnTo>
                    <a:pt x="2544686" y="2783497"/>
                  </a:lnTo>
                  <a:lnTo>
                    <a:pt x="6576847" y="1447507"/>
                  </a:lnTo>
                  <a:lnTo>
                    <a:pt x="6576847" y="1441234"/>
                  </a:lnTo>
                  <a:close/>
                </a:path>
                <a:path w="6577330" h="3829050">
                  <a:moveTo>
                    <a:pt x="6576847" y="784110"/>
                  </a:moveTo>
                  <a:lnTo>
                    <a:pt x="2611729" y="2381948"/>
                  </a:lnTo>
                  <a:lnTo>
                    <a:pt x="2613952" y="2387485"/>
                  </a:lnTo>
                  <a:lnTo>
                    <a:pt x="6576847" y="790536"/>
                  </a:lnTo>
                  <a:lnTo>
                    <a:pt x="6576847" y="784110"/>
                  </a:lnTo>
                  <a:close/>
                </a:path>
                <a:path w="6577330" h="3829050">
                  <a:moveTo>
                    <a:pt x="6576847" y="646049"/>
                  </a:moveTo>
                  <a:lnTo>
                    <a:pt x="2611183" y="2303805"/>
                  </a:lnTo>
                  <a:lnTo>
                    <a:pt x="2613456" y="2309330"/>
                  </a:lnTo>
                  <a:lnTo>
                    <a:pt x="6576847" y="652513"/>
                  </a:lnTo>
                  <a:lnTo>
                    <a:pt x="6576847" y="646049"/>
                  </a:lnTo>
                  <a:close/>
                </a:path>
                <a:path w="6577330" h="3829050">
                  <a:moveTo>
                    <a:pt x="6576847" y="130568"/>
                  </a:moveTo>
                  <a:lnTo>
                    <a:pt x="2543200" y="2043442"/>
                  </a:lnTo>
                  <a:lnTo>
                    <a:pt x="2545753" y="2048840"/>
                  </a:lnTo>
                  <a:lnTo>
                    <a:pt x="6576847" y="137172"/>
                  </a:lnTo>
                  <a:lnTo>
                    <a:pt x="6576847" y="130568"/>
                  </a:lnTo>
                  <a:close/>
                </a:path>
                <a:path w="6577330" h="3829050">
                  <a:moveTo>
                    <a:pt x="6576847" y="0"/>
                  </a:moveTo>
                  <a:lnTo>
                    <a:pt x="2542489" y="1970646"/>
                  </a:lnTo>
                  <a:lnTo>
                    <a:pt x="2545092" y="1976005"/>
                  </a:lnTo>
                  <a:lnTo>
                    <a:pt x="6576847" y="6629"/>
                  </a:lnTo>
                  <a:lnTo>
                    <a:pt x="657684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C5FEEA80-F799-4EE5-B8EA-094893FB3F13}"/>
                </a:ext>
              </a:extLst>
            </p:cNvPr>
            <p:cNvSpPr/>
            <p:nvPr/>
          </p:nvSpPr>
          <p:spPr>
            <a:xfrm>
              <a:off x="873010" y="10459678"/>
              <a:ext cx="1692275" cy="106045"/>
            </a:xfrm>
            <a:custGeom>
              <a:avLst/>
              <a:gdLst/>
              <a:ahLst/>
              <a:cxnLst/>
              <a:rect l="l" t="t" r="r" b="b"/>
              <a:pathLst>
                <a:path w="1692275" h="106045">
                  <a:moveTo>
                    <a:pt x="1691424" y="0"/>
                  </a:moveTo>
                  <a:lnTo>
                    <a:pt x="0" y="99656"/>
                  </a:lnTo>
                  <a:lnTo>
                    <a:pt x="355" y="105600"/>
                  </a:lnTo>
                  <a:lnTo>
                    <a:pt x="1691779" y="5956"/>
                  </a:lnTo>
                  <a:lnTo>
                    <a:pt x="169142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4391CA27-B526-41CE-BF6E-46A22E1B6467}"/>
                </a:ext>
              </a:extLst>
            </p:cNvPr>
            <p:cNvSpPr/>
            <p:nvPr/>
          </p:nvSpPr>
          <p:spPr>
            <a:xfrm>
              <a:off x="0" y="10602963"/>
              <a:ext cx="133350" cy="13970"/>
            </a:xfrm>
            <a:custGeom>
              <a:avLst/>
              <a:gdLst/>
              <a:ahLst/>
              <a:cxnLst/>
              <a:rect l="l" t="t" r="r" b="b"/>
              <a:pathLst>
                <a:path w="133350" h="13970">
                  <a:moveTo>
                    <a:pt x="132499" y="0"/>
                  </a:moveTo>
                  <a:lnTo>
                    <a:pt x="0" y="7810"/>
                  </a:lnTo>
                  <a:lnTo>
                    <a:pt x="0" y="13792"/>
                  </a:lnTo>
                  <a:lnTo>
                    <a:pt x="132842" y="5956"/>
                  </a:lnTo>
                  <a:lnTo>
                    <a:pt x="13249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7">
              <a:extLst>
                <a:ext uri="{FF2B5EF4-FFF2-40B4-BE49-F238E27FC236}">
                  <a16:creationId xmlns:a16="http://schemas.microsoft.com/office/drawing/2014/main" id="{F5897FEE-18C8-49F7-8287-BFDB32CE0AB0}"/>
                </a:ext>
              </a:extLst>
            </p:cNvPr>
            <p:cNvGrpSpPr/>
            <p:nvPr/>
          </p:nvGrpSpPr>
          <p:grpSpPr>
            <a:xfrm>
              <a:off x="2927381" y="6927470"/>
              <a:ext cx="529590" cy="2879725"/>
              <a:chOff x="2927381" y="6927470"/>
              <a:chExt cx="529590" cy="2879725"/>
            </a:xfrm>
          </p:grpSpPr>
          <p:sp>
            <p:nvSpPr>
              <p:cNvPr id="245" name="object 8">
                <a:extLst>
                  <a:ext uri="{FF2B5EF4-FFF2-40B4-BE49-F238E27FC236}">
                    <a16:creationId xmlns:a16="http://schemas.microsoft.com/office/drawing/2014/main" id="{FDF9A4F7-8718-4196-9D35-FFA058C239D7}"/>
                  </a:ext>
                </a:extLst>
              </p:cNvPr>
              <p:cNvSpPr/>
              <p:nvPr/>
            </p:nvSpPr>
            <p:spPr>
              <a:xfrm>
                <a:off x="2927381" y="8702321"/>
                <a:ext cx="529590" cy="1104900"/>
              </a:xfrm>
              <a:custGeom>
                <a:avLst/>
                <a:gdLst/>
                <a:ahLst/>
                <a:cxnLst/>
                <a:rect l="l" t="t" r="r" b="b"/>
                <a:pathLst>
                  <a:path w="529589" h="1104900">
                    <a:moveTo>
                      <a:pt x="0" y="0"/>
                    </a:moveTo>
                    <a:lnTo>
                      <a:pt x="0" y="908735"/>
                    </a:lnTo>
                    <a:lnTo>
                      <a:pt x="529196" y="1104353"/>
                    </a:lnTo>
                    <a:lnTo>
                      <a:pt x="529196" y="3575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BE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6" name="object 9">
                <a:extLst>
                  <a:ext uri="{FF2B5EF4-FFF2-40B4-BE49-F238E27FC236}">
                    <a16:creationId xmlns:a16="http://schemas.microsoft.com/office/drawing/2014/main" id="{21B52192-D572-4FEA-82C3-3036CC092591}"/>
                  </a:ext>
                </a:extLst>
              </p:cNvPr>
              <p:cNvSpPr/>
              <p:nvPr/>
            </p:nvSpPr>
            <p:spPr>
              <a:xfrm>
                <a:off x="2927381" y="6927470"/>
                <a:ext cx="529590" cy="1810385"/>
              </a:xfrm>
              <a:custGeom>
                <a:avLst/>
                <a:gdLst/>
                <a:ahLst/>
                <a:cxnLst/>
                <a:rect l="l" t="t" r="r" b="b"/>
                <a:pathLst>
                  <a:path w="529589" h="1810384">
                    <a:moveTo>
                      <a:pt x="0" y="0"/>
                    </a:moveTo>
                    <a:lnTo>
                      <a:pt x="0" y="1382864"/>
                    </a:lnTo>
                    <a:lnTo>
                      <a:pt x="529196" y="1810321"/>
                    </a:lnTo>
                    <a:lnTo>
                      <a:pt x="529196" y="6739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7E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585ED987-E1B6-4F0F-AA9F-D8AFA871F6B5}"/>
                </a:ext>
              </a:extLst>
            </p:cNvPr>
            <p:cNvSpPr/>
            <p:nvPr/>
          </p:nvSpPr>
          <p:spPr>
            <a:xfrm>
              <a:off x="7072724" y="7178614"/>
              <a:ext cx="487680" cy="1168400"/>
            </a:xfrm>
            <a:custGeom>
              <a:avLst/>
              <a:gdLst/>
              <a:ahLst/>
              <a:cxnLst/>
              <a:rect l="l" t="t" r="r" b="b"/>
              <a:pathLst>
                <a:path w="487679" h="1168400">
                  <a:moveTo>
                    <a:pt x="0" y="0"/>
                  </a:moveTo>
                  <a:lnTo>
                    <a:pt x="0" y="830059"/>
                  </a:lnTo>
                  <a:lnTo>
                    <a:pt x="487273" y="1167879"/>
                  </a:lnTo>
                  <a:lnTo>
                    <a:pt x="487273" y="441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A60CE10E-4D98-45CC-B0EE-16B0D70500A7}"/>
                </a:ext>
              </a:extLst>
            </p:cNvPr>
            <p:cNvSpPr/>
            <p:nvPr/>
          </p:nvSpPr>
          <p:spPr>
            <a:xfrm>
              <a:off x="5545692" y="8966060"/>
              <a:ext cx="950594" cy="1082040"/>
            </a:xfrm>
            <a:custGeom>
              <a:avLst/>
              <a:gdLst/>
              <a:ahLst/>
              <a:cxnLst/>
              <a:rect l="l" t="t" r="r" b="b"/>
              <a:pathLst>
                <a:path w="950595" h="1082040">
                  <a:moveTo>
                    <a:pt x="0" y="0"/>
                  </a:moveTo>
                  <a:lnTo>
                    <a:pt x="0" y="941552"/>
                  </a:lnTo>
                  <a:lnTo>
                    <a:pt x="950315" y="1081976"/>
                  </a:lnTo>
                  <a:lnTo>
                    <a:pt x="950315" y="305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097D257B-3312-4D32-BA76-A8F095C83186}"/>
                </a:ext>
              </a:extLst>
            </p:cNvPr>
            <p:cNvSpPr/>
            <p:nvPr/>
          </p:nvSpPr>
          <p:spPr>
            <a:xfrm>
              <a:off x="810149" y="9524490"/>
              <a:ext cx="173990" cy="661035"/>
            </a:xfrm>
            <a:custGeom>
              <a:avLst/>
              <a:gdLst/>
              <a:ahLst/>
              <a:cxnLst/>
              <a:rect l="l" t="t" r="r" b="b"/>
              <a:pathLst>
                <a:path w="173990" h="661034">
                  <a:moveTo>
                    <a:pt x="0" y="0"/>
                  </a:moveTo>
                  <a:lnTo>
                    <a:pt x="0" y="641972"/>
                  </a:lnTo>
                  <a:lnTo>
                    <a:pt x="173774" y="660488"/>
                  </a:lnTo>
                  <a:lnTo>
                    <a:pt x="173774" y="40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C421780C-AAA2-4F5E-B82C-B0EECDBD2A05}"/>
                </a:ext>
              </a:extLst>
            </p:cNvPr>
            <p:cNvSpPr/>
            <p:nvPr/>
          </p:nvSpPr>
          <p:spPr>
            <a:xfrm>
              <a:off x="3595527" y="8116547"/>
              <a:ext cx="479425" cy="2011680"/>
            </a:xfrm>
            <a:custGeom>
              <a:avLst/>
              <a:gdLst/>
              <a:ahLst/>
              <a:cxnLst/>
              <a:rect l="l" t="t" r="r" b="b"/>
              <a:pathLst>
                <a:path w="479425" h="2011679">
                  <a:moveTo>
                    <a:pt x="0" y="0"/>
                  </a:moveTo>
                  <a:lnTo>
                    <a:pt x="0" y="1858340"/>
                  </a:lnTo>
                  <a:lnTo>
                    <a:pt x="479386" y="2011210"/>
                  </a:lnTo>
                  <a:lnTo>
                    <a:pt x="479386" y="540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F874ABFF-F7C7-4DC9-A1BB-902FC87B0CEA}"/>
                </a:ext>
              </a:extLst>
            </p:cNvPr>
            <p:cNvSpPr/>
            <p:nvPr/>
          </p:nvSpPr>
          <p:spPr>
            <a:xfrm>
              <a:off x="2823464" y="6438912"/>
              <a:ext cx="306705" cy="421640"/>
            </a:xfrm>
            <a:custGeom>
              <a:avLst/>
              <a:gdLst/>
              <a:ahLst/>
              <a:cxnLst/>
              <a:rect l="l" t="t" r="r" b="b"/>
              <a:pathLst>
                <a:path w="306705" h="421640">
                  <a:moveTo>
                    <a:pt x="21043" y="20307"/>
                  </a:moveTo>
                  <a:lnTo>
                    <a:pt x="6438" y="0"/>
                  </a:lnTo>
                  <a:lnTo>
                    <a:pt x="0" y="4622"/>
                  </a:lnTo>
                  <a:lnTo>
                    <a:pt x="14605" y="24930"/>
                  </a:lnTo>
                  <a:lnTo>
                    <a:pt x="21043" y="20307"/>
                  </a:lnTo>
                  <a:close/>
                </a:path>
                <a:path w="306705" h="421640">
                  <a:moveTo>
                    <a:pt x="61772" y="76923"/>
                  </a:moveTo>
                  <a:lnTo>
                    <a:pt x="47167" y="56629"/>
                  </a:lnTo>
                  <a:lnTo>
                    <a:pt x="40754" y="61239"/>
                  </a:lnTo>
                  <a:lnTo>
                    <a:pt x="55359" y="81546"/>
                  </a:lnTo>
                  <a:lnTo>
                    <a:pt x="61772" y="76923"/>
                  </a:lnTo>
                  <a:close/>
                </a:path>
                <a:path w="306705" h="421640">
                  <a:moveTo>
                    <a:pt x="102514" y="133553"/>
                  </a:moveTo>
                  <a:lnTo>
                    <a:pt x="87909" y="113245"/>
                  </a:lnTo>
                  <a:lnTo>
                    <a:pt x="81470" y="117868"/>
                  </a:lnTo>
                  <a:lnTo>
                    <a:pt x="96088" y="138163"/>
                  </a:lnTo>
                  <a:lnTo>
                    <a:pt x="102514" y="133553"/>
                  </a:lnTo>
                  <a:close/>
                </a:path>
                <a:path w="306705" h="421640">
                  <a:moveTo>
                    <a:pt x="143256" y="190182"/>
                  </a:moveTo>
                  <a:lnTo>
                    <a:pt x="128638" y="169887"/>
                  </a:lnTo>
                  <a:lnTo>
                    <a:pt x="122212" y="174498"/>
                  </a:lnTo>
                  <a:lnTo>
                    <a:pt x="136829" y="194805"/>
                  </a:lnTo>
                  <a:lnTo>
                    <a:pt x="143256" y="190182"/>
                  </a:lnTo>
                  <a:close/>
                </a:path>
                <a:path w="306705" h="421640">
                  <a:moveTo>
                    <a:pt x="183997" y="246811"/>
                  </a:moveTo>
                  <a:lnTo>
                    <a:pt x="169392" y="226504"/>
                  </a:lnTo>
                  <a:lnTo>
                    <a:pt x="162953" y="231127"/>
                  </a:lnTo>
                  <a:lnTo>
                    <a:pt x="177571" y="251434"/>
                  </a:lnTo>
                  <a:lnTo>
                    <a:pt x="183997" y="246811"/>
                  </a:lnTo>
                  <a:close/>
                </a:path>
                <a:path w="306705" h="421640">
                  <a:moveTo>
                    <a:pt x="224726" y="303453"/>
                  </a:moveTo>
                  <a:lnTo>
                    <a:pt x="210121" y="283146"/>
                  </a:lnTo>
                  <a:lnTo>
                    <a:pt x="203682" y="287769"/>
                  </a:lnTo>
                  <a:lnTo>
                    <a:pt x="218287" y="308076"/>
                  </a:lnTo>
                  <a:lnTo>
                    <a:pt x="224726" y="303453"/>
                  </a:lnTo>
                  <a:close/>
                </a:path>
                <a:path w="306705" h="421640">
                  <a:moveTo>
                    <a:pt x="265455" y="360070"/>
                  </a:moveTo>
                  <a:lnTo>
                    <a:pt x="250863" y="339763"/>
                  </a:lnTo>
                  <a:lnTo>
                    <a:pt x="244436" y="344398"/>
                  </a:lnTo>
                  <a:lnTo>
                    <a:pt x="259041" y="364693"/>
                  </a:lnTo>
                  <a:lnTo>
                    <a:pt x="265455" y="360070"/>
                  </a:lnTo>
                  <a:close/>
                </a:path>
                <a:path w="306705" h="421640">
                  <a:moveTo>
                    <a:pt x="306197" y="416699"/>
                  </a:moveTo>
                  <a:lnTo>
                    <a:pt x="291592" y="396392"/>
                  </a:lnTo>
                  <a:lnTo>
                    <a:pt x="285153" y="401015"/>
                  </a:lnTo>
                  <a:lnTo>
                    <a:pt x="299783" y="421322"/>
                  </a:lnTo>
                  <a:lnTo>
                    <a:pt x="306197" y="41669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7BB8AD59-B3B7-4D9A-B774-C4D8F313AFF4}"/>
                </a:ext>
              </a:extLst>
            </p:cNvPr>
            <p:cNvSpPr/>
            <p:nvPr/>
          </p:nvSpPr>
          <p:spPr>
            <a:xfrm>
              <a:off x="755" y="9264522"/>
              <a:ext cx="0" cy="720725"/>
            </a:xfrm>
            <a:custGeom>
              <a:avLst/>
              <a:gdLst/>
              <a:ahLst/>
              <a:cxnLst/>
              <a:rect l="l" t="t" r="r" b="b"/>
              <a:pathLst>
                <a:path h="720725">
                  <a:moveTo>
                    <a:pt x="0" y="0"/>
                  </a:moveTo>
                  <a:lnTo>
                    <a:pt x="0" y="720521"/>
                  </a:lnTo>
                </a:path>
              </a:pathLst>
            </a:custGeom>
            <a:ln w="3175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992F953D-F4CA-4BA0-8DD3-D7EF7D711D77}"/>
                </a:ext>
              </a:extLst>
            </p:cNvPr>
            <p:cNvSpPr/>
            <p:nvPr/>
          </p:nvSpPr>
          <p:spPr>
            <a:xfrm>
              <a:off x="27254" y="9792386"/>
              <a:ext cx="878840" cy="325755"/>
            </a:xfrm>
            <a:custGeom>
              <a:avLst/>
              <a:gdLst/>
              <a:ahLst/>
              <a:cxnLst/>
              <a:rect l="l" t="t" r="r" b="b"/>
              <a:pathLst>
                <a:path w="878840" h="325754">
                  <a:moveTo>
                    <a:pt x="26212" y="316712"/>
                  </a:moveTo>
                  <a:lnTo>
                    <a:pt x="23507" y="309270"/>
                  </a:lnTo>
                  <a:lnTo>
                    <a:pt x="0" y="317804"/>
                  </a:lnTo>
                  <a:lnTo>
                    <a:pt x="2705" y="325247"/>
                  </a:lnTo>
                  <a:lnTo>
                    <a:pt x="26212" y="316712"/>
                  </a:lnTo>
                  <a:close/>
                </a:path>
                <a:path w="878840" h="325754">
                  <a:moveTo>
                    <a:pt x="91782" y="292925"/>
                  </a:moveTo>
                  <a:lnTo>
                    <a:pt x="89090" y="285483"/>
                  </a:lnTo>
                  <a:lnTo>
                    <a:pt x="65582" y="294017"/>
                  </a:lnTo>
                  <a:lnTo>
                    <a:pt x="68275" y="301459"/>
                  </a:lnTo>
                  <a:lnTo>
                    <a:pt x="91782" y="292925"/>
                  </a:lnTo>
                  <a:close/>
                </a:path>
                <a:path w="878840" h="325754">
                  <a:moveTo>
                    <a:pt x="157353" y="269138"/>
                  </a:moveTo>
                  <a:lnTo>
                    <a:pt x="154660" y="261696"/>
                  </a:lnTo>
                  <a:lnTo>
                    <a:pt x="131152" y="270230"/>
                  </a:lnTo>
                  <a:lnTo>
                    <a:pt x="133845" y="277660"/>
                  </a:lnTo>
                  <a:lnTo>
                    <a:pt x="157353" y="269138"/>
                  </a:lnTo>
                  <a:close/>
                </a:path>
                <a:path w="878840" h="325754">
                  <a:moveTo>
                    <a:pt x="222935" y="245338"/>
                  </a:moveTo>
                  <a:lnTo>
                    <a:pt x="220243" y="237896"/>
                  </a:lnTo>
                  <a:lnTo>
                    <a:pt x="196735" y="246443"/>
                  </a:lnTo>
                  <a:lnTo>
                    <a:pt x="199428" y="253873"/>
                  </a:lnTo>
                  <a:lnTo>
                    <a:pt x="222935" y="245338"/>
                  </a:lnTo>
                  <a:close/>
                </a:path>
                <a:path w="878840" h="325754">
                  <a:moveTo>
                    <a:pt x="288505" y="221551"/>
                  </a:moveTo>
                  <a:lnTo>
                    <a:pt x="285813" y="214109"/>
                  </a:lnTo>
                  <a:lnTo>
                    <a:pt x="262305" y="222643"/>
                  </a:lnTo>
                  <a:lnTo>
                    <a:pt x="264998" y="230085"/>
                  </a:lnTo>
                  <a:lnTo>
                    <a:pt x="288505" y="221551"/>
                  </a:lnTo>
                  <a:close/>
                </a:path>
                <a:path w="878840" h="325754">
                  <a:moveTo>
                    <a:pt x="354101" y="197764"/>
                  </a:moveTo>
                  <a:lnTo>
                    <a:pt x="351396" y="190322"/>
                  </a:lnTo>
                  <a:lnTo>
                    <a:pt x="327888" y="198856"/>
                  </a:lnTo>
                  <a:lnTo>
                    <a:pt x="330593" y="206298"/>
                  </a:lnTo>
                  <a:lnTo>
                    <a:pt x="354101" y="197764"/>
                  </a:lnTo>
                  <a:close/>
                </a:path>
                <a:path w="878840" h="325754">
                  <a:moveTo>
                    <a:pt x="419658" y="173964"/>
                  </a:moveTo>
                  <a:lnTo>
                    <a:pt x="416953" y="166535"/>
                  </a:lnTo>
                  <a:lnTo>
                    <a:pt x="393458" y="175069"/>
                  </a:lnTo>
                  <a:lnTo>
                    <a:pt x="396151" y="182511"/>
                  </a:lnTo>
                  <a:lnTo>
                    <a:pt x="419658" y="173964"/>
                  </a:lnTo>
                  <a:close/>
                </a:path>
                <a:path w="878840" h="325754">
                  <a:moveTo>
                    <a:pt x="485228" y="150177"/>
                  </a:moveTo>
                  <a:lnTo>
                    <a:pt x="482536" y="142735"/>
                  </a:lnTo>
                  <a:lnTo>
                    <a:pt x="459028" y="151282"/>
                  </a:lnTo>
                  <a:lnTo>
                    <a:pt x="461733" y="158711"/>
                  </a:lnTo>
                  <a:lnTo>
                    <a:pt x="485228" y="150177"/>
                  </a:lnTo>
                  <a:close/>
                </a:path>
                <a:path w="878840" h="325754">
                  <a:moveTo>
                    <a:pt x="550811" y="126390"/>
                  </a:moveTo>
                  <a:lnTo>
                    <a:pt x="548119" y="118948"/>
                  </a:lnTo>
                  <a:lnTo>
                    <a:pt x="524611" y="127482"/>
                  </a:lnTo>
                  <a:lnTo>
                    <a:pt x="527316" y="134924"/>
                  </a:lnTo>
                  <a:lnTo>
                    <a:pt x="550811" y="126390"/>
                  </a:lnTo>
                  <a:close/>
                </a:path>
                <a:path w="878840" h="325754">
                  <a:moveTo>
                    <a:pt x="616394" y="102603"/>
                  </a:moveTo>
                  <a:lnTo>
                    <a:pt x="613702" y="95161"/>
                  </a:lnTo>
                  <a:lnTo>
                    <a:pt x="590194" y="103708"/>
                  </a:lnTo>
                  <a:lnTo>
                    <a:pt x="592899" y="111137"/>
                  </a:lnTo>
                  <a:lnTo>
                    <a:pt x="616394" y="102603"/>
                  </a:lnTo>
                  <a:close/>
                </a:path>
                <a:path w="878840" h="325754">
                  <a:moveTo>
                    <a:pt x="681977" y="78816"/>
                  </a:moveTo>
                  <a:lnTo>
                    <a:pt x="679284" y="71374"/>
                  </a:lnTo>
                  <a:lnTo>
                    <a:pt x="655777" y="79908"/>
                  </a:lnTo>
                  <a:lnTo>
                    <a:pt x="658469" y="87337"/>
                  </a:lnTo>
                  <a:lnTo>
                    <a:pt x="681977" y="78816"/>
                  </a:lnTo>
                  <a:close/>
                </a:path>
                <a:path w="878840" h="325754">
                  <a:moveTo>
                    <a:pt x="747547" y="55016"/>
                  </a:moveTo>
                  <a:lnTo>
                    <a:pt x="744855" y="47586"/>
                  </a:lnTo>
                  <a:lnTo>
                    <a:pt x="721334" y="56121"/>
                  </a:lnTo>
                  <a:lnTo>
                    <a:pt x="724039" y="63550"/>
                  </a:lnTo>
                  <a:lnTo>
                    <a:pt x="747547" y="55016"/>
                  </a:lnTo>
                  <a:close/>
                </a:path>
                <a:path w="878840" h="325754">
                  <a:moveTo>
                    <a:pt x="813130" y="31229"/>
                  </a:moveTo>
                  <a:lnTo>
                    <a:pt x="810437" y="23787"/>
                  </a:lnTo>
                  <a:lnTo>
                    <a:pt x="786930" y="32321"/>
                  </a:lnTo>
                  <a:lnTo>
                    <a:pt x="789622" y="39763"/>
                  </a:lnTo>
                  <a:lnTo>
                    <a:pt x="813130" y="31229"/>
                  </a:lnTo>
                  <a:close/>
                </a:path>
                <a:path w="878840" h="325754">
                  <a:moveTo>
                    <a:pt x="878700" y="7442"/>
                  </a:moveTo>
                  <a:lnTo>
                    <a:pt x="876007" y="0"/>
                  </a:lnTo>
                  <a:lnTo>
                    <a:pt x="852500" y="8534"/>
                  </a:lnTo>
                  <a:lnTo>
                    <a:pt x="855192" y="15976"/>
                  </a:lnTo>
                  <a:lnTo>
                    <a:pt x="878700" y="744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2BD8A424-1CCD-43AD-A982-696DE2021092}"/>
                </a:ext>
              </a:extLst>
            </p:cNvPr>
            <p:cNvSpPr/>
            <p:nvPr/>
          </p:nvSpPr>
          <p:spPr>
            <a:xfrm>
              <a:off x="365633" y="10613897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18"/>
                  </a:lnTo>
                  <a:lnTo>
                    <a:pt x="7912" y="25018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25682809-C605-4F8B-A610-A524F920BA99}"/>
                </a:ext>
              </a:extLst>
            </p:cNvPr>
            <p:cNvSpPr/>
            <p:nvPr/>
          </p:nvSpPr>
          <p:spPr>
            <a:xfrm>
              <a:off x="365633" y="10544137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12" y="25006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A4683BC0-6AC2-4EA8-9F17-AD88B44D1E94}"/>
                </a:ext>
              </a:extLst>
            </p:cNvPr>
            <p:cNvSpPr/>
            <p:nvPr/>
          </p:nvSpPr>
          <p:spPr>
            <a:xfrm>
              <a:off x="365633" y="10474376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12" y="25006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3DB9FD3E-CD1C-4458-AC09-24F67DD456B7}"/>
                </a:ext>
              </a:extLst>
            </p:cNvPr>
            <p:cNvSpPr/>
            <p:nvPr/>
          </p:nvSpPr>
          <p:spPr>
            <a:xfrm>
              <a:off x="365633" y="10404614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12" y="25006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A530A698-D797-4C6D-9EAF-35FADBFCAD06}"/>
                </a:ext>
              </a:extLst>
            </p:cNvPr>
            <p:cNvSpPr/>
            <p:nvPr/>
          </p:nvSpPr>
          <p:spPr>
            <a:xfrm>
              <a:off x="365633" y="10334866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18"/>
                  </a:lnTo>
                  <a:lnTo>
                    <a:pt x="7912" y="25018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44777577-A009-4A44-AFC7-3A13E56D9818}"/>
                </a:ext>
              </a:extLst>
            </p:cNvPr>
            <p:cNvSpPr/>
            <p:nvPr/>
          </p:nvSpPr>
          <p:spPr>
            <a:xfrm>
              <a:off x="365633" y="10265105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12" y="25006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A028FCCE-E62A-48A7-94A4-15E94B0152B9}"/>
                </a:ext>
              </a:extLst>
            </p:cNvPr>
            <p:cNvSpPr/>
            <p:nvPr/>
          </p:nvSpPr>
          <p:spPr>
            <a:xfrm>
              <a:off x="365633" y="10195344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12" y="25006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3BDB6B7E-C3C8-4D63-AFC1-8B03E5951287}"/>
                </a:ext>
              </a:extLst>
            </p:cNvPr>
            <p:cNvSpPr/>
            <p:nvPr/>
          </p:nvSpPr>
          <p:spPr>
            <a:xfrm>
              <a:off x="365633" y="10125595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4993"/>
                  </a:lnTo>
                  <a:lnTo>
                    <a:pt x="7912" y="24993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DECEC62B-1C1F-422A-9349-4138B4CDE171}"/>
                </a:ext>
              </a:extLst>
            </p:cNvPr>
            <p:cNvSpPr/>
            <p:nvPr/>
          </p:nvSpPr>
          <p:spPr>
            <a:xfrm>
              <a:off x="365633" y="10055847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4993"/>
                  </a:lnTo>
                  <a:lnTo>
                    <a:pt x="7912" y="24993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13BC7F44-1110-40BD-9C8F-C93817D297F9}"/>
                </a:ext>
              </a:extLst>
            </p:cNvPr>
            <p:cNvSpPr/>
            <p:nvPr/>
          </p:nvSpPr>
          <p:spPr>
            <a:xfrm>
              <a:off x="365633" y="9986073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4993"/>
                  </a:lnTo>
                  <a:lnTo>
                    <a:pt x="7912" y="24993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B4081DF1-0F38-47CF-9981-19DE34F39EFB}"/>
                </a:ext>
              </a:extLst>
            </p:cNvPr>
            <p:cNvSpPr/>
            <p:nvPr/>
          </p:nvSpPr>
          <p:spPr>
            <a:xfrm>
              <a:off x="365633" y="9916324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4993"/>
                  </a:lnTo>
                  <a:lnTo>
                    <a:pt x="7912" y="24993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410534E9-ECAE-4C21-AD2C-CBFD184194B2}"/>
                </a:ext>
              </a:extLst>
            </p:cNvPr>
            <p:cNvSpPr/>
            <p:nvPr/>
          </p:nvSpPr>
          <p:spPr>
            <a:xfrm>
              <a:off x="365633" y="9846551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12" y="25006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E9C8D511-B910-4950-B19B-7955CE127220}"/>
                </a:ext>
              </a:extLst>
            </p:cNvPr>
            <p:cNvSpPr/>
            <p:nvPr/>
          </p:nvSpPr>
          <p:spPr>
            <a:xfrm>
              <a:off x="365633" y="9776790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12" y="25006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B0084899-F377-4F66-A8D9-24DF1212CBF8}"/>
                </a:ext>
              </a:extLst>
            </p:cNvPr>
            <p:cNvSpPr/>
            <p:nvPr/>
          </p:nvSpPr>
          <p:spPr>
            <a:xfrm>
              <a:off x="365633" y="9707054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12" y="0"/>
                  </a:moveTo>
                  <a:lnTo>
                    <a:pt x="0" y="0"/>
                  </a:lnTo>
                  <a:lnTo>
                    <a:pt x="0" y="24993"/>
                  </a:lnTo>
                  <a:lnTo>
                    <a:pt x="7912" y="24993"/>
                  </a:lnTo>
                  <a:lnTo>
                    <a:pt x="79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33" name="object 31">
              <a:extLst>
                <a:ext uri="{FF2B5EF4-FFF2-40B4-BE49-F238E27FC236}">
                  <a16:creationId xmlns:a16="http://schemas.microsoft.com/office/drawing/2014/main" id="{D02CED5B-3714-4D00-B601-962BEF0B79CD}"/>
                </a:ext>
              </a:extLst>
            </p:cNvPr>
            <p:cNvGrpSpPr/>
            <p:nvPr/>
          </p:nvGrpSpPr>
          <p:grpSpPr>
            <a:xfrm>
              <a:off x="566626" y="5102961"/>
              <a:ext cx="6993890" cy="5589270"/>
              <a:chOff x="566626" y="5102961"/>
              <a:chExt cx="6993890" cy="5589270"/>
            </a:xfrm>
          </p:grpSpPr>
          <p:pic>
            <p:nvPicPr>
              <p:cNvPr id="243" name="object 32">
                <a:extLst>
                  <a:ext uri="{FF2B5EF4-FFF2-40B4-BE49-F238E27FC236}">
                    <a16:creationId xmlns:a16="http://schemas.microsoft.com/office/drawing/2014/main" id="{DB916157-0BA2-42E3-998A-C29B5A5837E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66626" y="5170473"/>
                <a:ext cx="6993368" cy="5521529"/>
              </a:xfrm>
              <a:prstGeom prst="rect">
                <a:avLst/>
              </a:prstGeom>
            </p:spPr>
          </p:pic>
          <p:sp>
            <p:nvSpPr>
              <p:cNvPr id="244" name="object 33">
                <a:extLst>
                  <a:ext uri="{FF2B5EF4-FFF2-40B4-BE49-F238E27FC236}">
                    <a16:creationId xmlns:a16="http://schemas.microsoft.com/office/drawing/2014/main" id="{5A623779-ADB0-43D7-ABFE-34CE3EA99E66}"/>
                  </a:ext>
                </a:extLst>
              </p:cNvPr>
              <p:cNvSpPr/>
              <p:nvPr/>
            </p:nvSpPr>
            <p:spPr>
              <a:xfrm>
                <a:off x="2749004" y="5102961"/>
                <a:ext cx="2009775" cy="1699260"/>
              </a:xfrm>
              <a:custGeom>
                <a:avLst/>
                <a:gdLst/>
                <a:ahLst/>
                <a:cxnLst/>
                <a:rect l="l" t="t" r="r" b="b"/>
                <a:pathLst>
                  <a:path w="2009775" h="1699259">
                    <a:moveTo>
                      <a:pt x="7899" y="1674202"/>
                    </a:moveTo>
                    <a:lnTo>
                      <a:pt x="0" y="1674202"/>
                    </a:lnTo>
                    <a:lnTo>
                      <a:pt x="0" y="1699209"/>
                    </a:lnTo>
                    <a:lnTo>
                      <a:pt x="7899" y="1699209"/>
                    </a:lnTo>
                    <a:lnTo>
                      <a:pt x="7899" y="1674202"/>
                    </a:lnTo>
                    <a:close/>
                  </a:path>
                  <a:path w="2009775" h="1699259">
                    <a:moveTo>
                      <a:pt x="7899" y="1604441"/>
                    </a:moveTo>
                    <a:lnTo>
                      <a:pt x="0" y="1604441"/>
                    </a:lnTo>
                    <a:lnTo>
                      <a:pt x="0" y="1629448"/>
                    </a:lnTo>
                    <a:lnTo>
                      <a:pt x="7899" y="1629448"/>
                    </a:lnTo>
                    <a:lnTo>
                      <a:pt x="7899" y="1604441"/>
                    </a:lnTo>
                    <a:close/>
                  </a:path>
                  <a:path w="2009775" h="1699259">
                    <a:moveTo>
                      <a:pt x="851357" y="1604441"/>
                    </a:moveTo>
                    <a:lnTo>
                      <a:pt x="843445" y="1604441"/>
                    </a:lnTo>
                    <a:lnTo>
                      <a:pt x="843445" y="1629448"/>
                    </a:lnTo>
                    <a:lnTo>
                      <a:pt x="851357" y="1629448"/>
                    </a:lnTo>
                    <a:lnTo>
                      <a:pt x="851357" y="1604441"/>
                    </a:lnTo>
                    <a:close/>
                  </a:path>
                  <a:path w="2009775" h="1699259">
                    <a:moveTo>
                      <a:pt x="851357" y="1534680"/>
                    </a:moveTo>
                    <a:lnTo>
                      <a:pt x="843445" y="1534680"/>
                    </a:lnTo>
                    <a:lnTo>
                      <a:pt x="843445" y="1559687"/>
                    </a:lnTo>
                    <a:lnTo>
                      <a:pt x="851357" y="1559687"/>
                    </a:lnTo>
                    <a:lnTo>
                      <a:pt x="851357" y="1534680"/>
                    </a:lnTo>
                    <a:close/>
                  </a:path>
                  <a:path w="2009775" h="1699259">
                    <a:moveTo>
                      <a:pt x="851357" y="1464932"/>
                    </a:moveTo>
                    <a:lnTo>
                      <a:pt x="843445" y="1464932"/>
                    </a:lnTo>
                    <a:lnTo>
                      <a:pt x="843445" y="1489938"/>
                    </a:lnTo>
                    <a:lnTo>
                      <a:pt x="851357" y="1489938"/>
                    </a:lnTo>
                    <a:lnTo>
                      <a:pt x="851357" y="1464932"/>
                    </a:lnTo>
                    <a:close/>
                  </a:path>
                  <a:path w="2009775" h="1699259">
                    <a:moveTo>
                      <a:pt x="851357" y="1395171"/>
                    </a:moveTo>
                    <a:lnTo>
                      <a:pt x="843445" y="1395171"/>
                    </a:lnTo>
                    <a:lnTo>
                      <a:pt x="843445" y="1420164"/>
                    </a:lnTo>
                    <a:lnTo>
                      <a:pt x="851357" y="1420164"/>
                    </a:lnTo>
                    <a:lnTo>
                      <a:pt x="851357" y="1395171"/>
                    </a:lnTo>
                    <a:close/>
                  </a:path>
                  <a:path w="2009775" h="1699259">
                    <a:moveTo>
                      <a:pt x="851357" y="1325410"/>
                    </a:moveTo>
                    <a:lnTo>
                      <a:pt x="843445" y="1325410"/>
                    </a:lnTo>
                    <a:lnTo>
                      <a:pt x="843445" y="1350416"/>
                    </a:lnTo>
                    <a:lnTo>
                      <a:pt x="851357" y="1350416"/>
                    </a:lnTo>
                    <a:lnTo>
                      <a:pt x="851357" y="1325410"/>
                    </a:lnTo>
                    <a:close/>
                  </a:path>
                  <a:path w="2009775" h="1699259">
                    <a:moveTo>
                      <a:pt x="851357" y="1255661"/>
                    </a:moveTo>
                    <a:lnTo>
                      <a:pt x="843445" y="1255661"/>
                    </a:lnTo>
                    <a:lnTo>
                      <a:pt x="843445" y="1280655"/>
                    </a:lnTo>
                    <a:lnTo>
                      <a:pt x="851357" y="1280655"/>
                    </a:lnTo>
                    <a:lnTo>
                      <a:pt x="851357" y="1255661"/>
                    </a:lnTo>
                    <a:close/>
                  </a:path>
                  <a:path w="2009775" h="1699259">
                    <a:moveTo>
                      <a:pt x="851357" y="1185887"/>
                    </a:moveTo>
                    <a:lnTo>
                      <a:pt x="843445" y="1185887"/>
                    </a:lnTo>
                    <a:lnTo>
                      <a:pt x="843445" y="1210894"/>
                    </a:lnTo>
                    <a:lnTo>
                      <a:pt x="851357" y="1210894"/>
                    </a:lnTo>
                    <a:lnTo>
                      <a:pt x="851357" y="1185887"/>
                    </a:lnTo>
                    <a:close/>
                  </a:path>
                  <a:path w="2009775" h="1699259">
                    <a:moveTo>
                      <a:pt x="851357" y="1116126"/>
                    </a:moveTo>
                    <a:lnTo>
                      <a:pt x="843445" y="1116126"/>
                    </a:lnTo>
                    <a:lnTo>
                      <a:pt x="843445" y="1141133"/>
                    </a:lnTo>
                    <a:lnTo>
                      <a:pt x="851357" y="1141133"/>
                    </a:lnTo>
                    <a:lnTo>
                      <a:pt x="851357" y="1116126"/>
                    </a:lnTo>
                    <a:close/>
                  </a:path>
                  <a:path w="2009775" h="1699259">
                    <a:moveTo>
                      <a:pt x="851357" y="1046378"/>
                    </a:moveTo>
                    <a:lnTo>
                      <a:pt x="843445" y="1046378"/>
                    </a:lnTo>
                    <a:lnTo>
                      <a:pt x="843445" y="1071384"/>
                    </a:lnTo>
                    <a:lnTo>
                      <a:pt x="851357" y="1071384"/>
                    </a:lnTo>
                    <a:lnTo>
                      <a:pt x="851357" y="1046378"/>
                    </a:lnTo>
                    <a:close/>
                  </a:path>
                  <a:path w="2009775" h="1699259">
                    <a:moveTo>
                      <a:pt x="851357" y="976617"/>
                    </a:moveTo>
                    <a:lnTo>
                      <a:pt x="843445" y="976617"/>
                    </a:lnTo>
                    <a:lnTo>
                      <a:pt x="843445" y="1001623"/>
                    </a:lnTo>
                    <a:lnTo>
                      <a:pt x="851357" y="1001623"/>
                    </a:lnTo>
                    <a:lnTo>
                      <a:pt x="851357" y="976617"/>
                    </a:lnTo>
                    <a:close/>
                  </a:path>
                  <a:path w="2009775" h="1699259">
                    <a:moveTo>
                      <a:pt x="851357" y="906856"/>
                    </a:moveTo>
                    <a:lnTo>
                      <a:pt x="843445" y="906856"/>
                    </a:lnTo>
                    <a:lnTo>
                      <a:pt x="843445" y="931862"/>
                    </a:lnTo>
                    <a:lnTo>
                      <a:pt x="851357" y="931862"/>
                    </a:lnTo>
                    <a:lnTo>
                      <a:pt x="851357" y="906856"/>
                    </a:lnTo>
                    <a:close/>
                  </a:path>
                  <a:path w="2009775" h="1699259">
                    <a:moveTo>
                      <a:pt x="851357" y="837095"/>
                    </a:moveTo>
                    <a:lnTo>
                      <a:pt x="843445" y="837095"/>
                    </a:lnTo>
                    <a:lnTo>
                      <a:pt x="843445" y="862101"/>
                    </a:lnTo>
                    <a:lnTo>
                      <a:pt x="851357" y="862101"/>
                    </a:lnTo>
                    <a:lnTo>
                      <a:pt x="851357" y="837095"/>
                    </a:lnTo>
                    <a:close/>
                  </a:path>
                  <a:path w="2009775" h="1699259">
                    <a:moveTo>
                      <a:pt x="851357" y="767346"/>
                    </a:moveTo>
                    <a:lnTo>
                      <a:pt x="843445" y="767346"/>
                    </a:lnTo>
                    <a:lnTo>
                      <a:pt x="843445" y="792353"/>
                    </a:lnTo>
                    <a:lnTo>
                      <a:pt x="851357" y="792353"/>
                    </a:lnTo>
                    <a:lnTo>
                      <a:pt x="851357" y="767346"/>
                    </a:lnTo>
                    <a:close/>
                  </a:path>
                  <a:path w="2009775" h="1699259">
                    <a:moveTo>
                      <a:pt x="851357" y="697585"/>
                    </a:moveTo>
                    <a:lnTo>
                      <a:pt x="843445" y="697585"/>
                    </a:lnTo>
                    <a:lnTo>
                      <a:pt x="843445" y="722579"/>
                    </a:lnTo>
                    <a:lnTo>
                      <a:pt x="851357" y="722579"/>
                    </a:lnTo>
                    <a:lnTo>
                      <a:pt x="851357" y="697585"/>
                    </a:lnTo>
                    <a:close/>
                  </a:path>
                  <a:path w="2009775" h="1699259">
                    <a:moveTo>
                      <a:pt x="2009635" y="1604441"/>
                    </a:moveTo>
                    <a:lnTo>
                      <a:pt x="2001710" y="1604441"/>
                    </a:lnTo>
                    <a:lnTo>
                      <a:pt x="2001710" y="1629448"/>
                    </a:lnTo>
                    <a:lnTo>
                      <a:pt x="2009635" y="1629448"/>
                    </a:lnTo>
                    <a:lnTo>
                      <a:pt x="2009635" y="1604441"/>
                    </a:lnTo>
                    <a:close/>
                  </a:path>
                  <a:path w="2009775" h="1699259">
                    <a:moveTo>
                      <a:pt x="2009635" y="1534680"/>
                    </a:moveTo>
                    <a:lnTo>
                      <a:pt x="2001710" y="1534680"/>
                    </a:lnTo>
                    <a:lnTo>
                      <a:pt x="2001710" y="1559687"/>
                    </a:lnTo>
                    <a:lnTo>
                      <a:pt x="2009635" y="1559687"/>
                    </a:lnTo>
                    <a:lnTo>
                      <a:pt x="2009635" y="1534680"/>
                    </a:lnTo>
                    <a:close/>
                  </a:path>
                  <a:path w="2009775" h="1699259">
                    <a:moveTo>
                      <a:pt x="2009635" y="1464932"/>
                    </a:moveTo>
                    <a:lnTo>
                      <a:pt x="2001710" y="1464932"/>
                    </a:lnTo>
                    <a:lnTo>
                      <a:pt x="2001710" y="1489938"/>
                    </a:lnTo>
                    <a:lnTo>
                      <a:pt x="2009635" y="1489938"/>
                    </a:lnTo>
                    <a:lnTo>
                      <a:pt x="2009635" y="1464932"/>
                    </a:lnTo>
                    <a:close/>
                  </a:path>
                  <a:path w="2009775" h="1699259">
                    <a:moveTo>
                      <a:pt x="2009635" y="1395171"/>
                    </a:moveTo>
                    <a:lnTo>
                      <a:pt x="2001710" y="1395171"/>
                    </a:lnTo>
                    <a:lnTo>
                      <a:pt x="2001710" y="1420164"/>
                    </a:lnTo>
                    <a:lnTo>
                      <a:pt x="2009635" y="1420164"/>
                    </a:lnTo>
                    <a:lnTo>
                      <a:pt x="2009635" y="1395171"/>
                    </a:lnTo>
                    <a:close/>
                  </a:path>
                  <a:path w="2009775" h="1699259">
                    <a:moveTo>
                      <a:pt x="2009635" y="1325410"/>
                    </a:moveTo>
                    <a:lnTo>
                      <a:pt x="2001710" y="1325410"/>
                    </a:lnTo>
                    <a:lnTo>
                      <a:pt x="2001710" y="1350416"/>
                    </a:lnTo>
                    <a:lnTo>
                      <a:pt x="2009635" y="1350416"/>
                    </a:lnTo>
                    <a:lnTo>
                      <a:pt x="2009635" y="1325410"/>
                    </a:lnTo>
                    <a:close/>
                  </a:path>
                  <a:path w="2009775" h="1699259">
                    <a:moveTo>
                      <a:pt x="2009635" y="1255661"/>
                    </a:moveTo>
                    <a:lnTo>
                      <a:pt x="2001710" y="1255661"/>
                    </a:lnTo>
                    <a:lnTo>
                      <a:pt x="2001710" y="1280655"/>
                    </a:lnTo>
                    <a:lnTo>
                      <a:pt x="2009635" y="1280655"/>
                    </a:lnTo>
                    <a:lnTo>
                      <a:pt x="2009635" y="1255661"/>
                    </a:lnTo>
                    <a:close/>
                  </a:path>
                  <a:path w="2009775" h="1699259">
                    <a:moveTo>
                      <a:pt x="2009635" y="1185887"/>
                    </a:moveTo>
                    <a:lnTo>
                      <a:pt x="2001710" y="1185887"/>
                    </a:lnTo>
                    <a:lnTo>
                      <a:pt x="2001710" y="1210894"/>
                    </a:lnTo>
                    <a:lnTo>
                      <a:pt x="2009635" y="1210894"/>
                    </a:lnTo>
                    <a:lnTo>
                      <a:pt x="2009635" y="1185887"/>
                    </a:lnTo>
                    <a:close/>
                  </a:path>
                  <a:path w="2009775" h="1699259">
                    <a:moveTo>
                      <a:pt x="2009635" y="1116126"/>
                    </a:moveTo>
                    <a:lnTo>
                      <a:pt x="2001710" y="1116126"/>
                    </a:lnTo>
                    <a:lnTo>
                      <a:pt x="2001710" y="1141133"/>
                    </a:lnTo>
                    <a:lnTo>
                      <a:pt x="2009635" y="1141133"/>
                    </a:lnTo>
                    <a:lnTo>
                      <a:pt x="2009635" y="1116126"/>
                    </a:lnTo>
                    <a:close/>
                  </a:path>
                  <a:path w="2009775" h="1699259">
                    <a:moveTo>
                      <a:pt x="2009635" y="1046378"/>
                    </a:moveTo>
                    <a:lnTo>
                      <a:pt x="2001710" y="1046378"/>
                    </a:lnTo>
                    <a:lnTo>
                      <a:pt x="2001710" y="1071384"/>
                    </a:lnTo>
                    <a:lnTo>
                      <a:pt x="2009635" y="1071384"/>
                    </a:lnTo>
                    <a:lnTo>
                      <a:pt x="2009635" y="1046378"/>
                    </a:lnTo>
                    <a:close/>
                  </a:path>
                  <a:path w="2009775" h="1699259">
                    <a:moveTo>
                      <a:pt x="2009635" y="976617"/>
                    </a:moveTo>
                    <a:lnTo>
                      <a:pt x="2001710" y="976617"/>
                    </a:lnTo>
                    <a:lnTo>
                      <a:pt x="2001710" y="1001623"/>
                    </a:lnTo>
                    <a:lnTo>
                      <a:pt x="2009635" y="1001623"/>
                    </a:lnTo>
                    <a:lnTo>
                      <a:pt x="2009635" y="976617"/>
                    </a:lnTo>
                    <a:close/>
                  </a:path>
                  <a:path w="2009775" h="1699259">
                    <a:moveTo>
                      <a:pt x="2009635" y="906856"/>
                    </a:moveTo>
                    <a:lnTo>
                      <a:pt x="2001710" y="906856"/>
                    </a:lnTo>
                    <a:lnTo>
                      <a:pt x="2001710" y="931862"/>
                    </a:lnTo>
                    <a:lnTo>
                      <a:pt x="2009635" y="931862"/>
                    </a:lnTo>
                    <a:lnTo>
                      <a:pt x="2009635" y="906856"/>
                    </a:lnTo>
                    <a:close/>
                  </a:path>
                  <a:path w="2009775" h="1699259">
                    <a:moveTo>
                      <a:pt x="2009635" y="837095"/>
                    </a:moveTo>
                    <a:lnTo>
                      <a:pt x="2001710" y="837095"/>
                    </a:lnTo>
                    <a:lnTo>
                      <a:pt x="2001710" y="862101"/>
                    </a:lnTo>
                    <a:lnTo>
                      <a:pt x="2009635" y="862101"/>
                    </a:lnTo>
                    <a:lnTo>
                      <a:pt x="2009635" y="837095"/>
                    </a:lnTo>
                    <a:close/>
                  </a:path>
                  <a:path w="2009775" h="1699259">
                    <a:moveTo>
                      <a:pt x="2009635" y="767346"/>
                    </a:moveTo>
                    <a:lnTo>
                      <a:pt x="2001710" y="767346"/>
                    </a:lnTo>
                    <a:lnTo>
                      <a:pt x="2001710" y="792353"/>
                    </a:lnTo>
                    <a:lnTo>
                      <a:pt x="2009635" y="792353"/>
                    </a:lnTo>
                    <a:lnTo>
                      <a:pt x="2009635" y="767346"/>
                    </a:lnTo>
                    <a:close/>
                  </a:path>
                  <a:path w="2009775" h="1699259">
                    <a:moveTo>
                      <a:pt x="2009635" y="697585"/>
                    </a:moveTo>
                    <a:lnTo>
                      <a:pt x="2001710" y="697585"/>
                    </a:lnTo>
                    <a:lnTo>
                      <a:pt x="2001710" y="722579"/>
                    </a:lnTo>
                    <a:lnTo>
                      <a:pt x="2009635" y="722579"/>
                    </a:lnTo>
                    <a:lnTo>
                      <a:pt x="2009635" y="697585"/>
                    </a:lnTo>
                    <a:close/>
                  </a:path>
                  <a:path w="2009775" h="1699259">
                    <a:moveTo>
                      <a:pt x="2009635" y="627824"/>
                    </a:moveTo>
                    <a:lnTo>
                      <a:pt x="2001710" y="627824"/>
                    </a:lnTo>
                    <a:lnTo>
                      <a:pt x="2001710" y="652830"/>
                    </a:lnTo>
                    <a:lnTo>
                      <a:pt x="2009635" y="652830"/>
                    </a:lnTo>
                    <a:lnTo>
                      <a:pt x="2009635" y="627824"/>
                    </a:lnTo>
                    <a:close/>
                  </a:path>
                  <a:path w="2009775" h="1699259">
                    <a:moveTo>
                      <a:pt x="2009635" y="558063"/>
                    </a:moveTo>
                    <a:lnTo>
                      <a:pt x="2001710" y="558063"/>
                    </a:lnTo>
                    <a:lnTo>
                      <a:pt x="2001710" y="583069"/>
                    </a:lnTo>
                    <a:lnTo>
                      <a:pt x="2009635" y="583069"/>
                    </a:lnTo>
                    <a:lnTo>
                      <a:pt x="2009635" y="558063"/>
                    </a:lnTo>
                    <a:close/>
                  </a:path>
                  <a:path w="2009775" h="1699259">
                    <a:moveTo>
                      <a:pt x="2009635" y="488302"/>
                    </a:moveTo>
                    <a:lnTo>
                      <a:pt x="2001710" y="488302"/>
                    </a:lnTo>
                    <a:lnTo>
                      <a:pt x="2001710" y="513308"/>
                    </a:lnTo>
                    <a:lnTo>
                      <a:pt x="2009635" y="513308"/>
                    </a:lnTo>
                    <a:lnTo>
                      <a:pt x="2009635" y="488302"/>
                    </a:lnTo>
                    <a:close/>
                  </a:path>
                  <a:path w="2009775" h="1699259">
                    <a:moveTo>
                      <a:pt x="2009635" y="418541"/>
                    </a:moveTo>
                    <a:lnTo>
                      <a:pt x="2001710" y="418541"/>
                    </a:lnTo>
                    <a:lnTo>
                      <a:pt x="2001710" y="443547"/>
                    </a:lnTo>
                    <a:lnTo>
                      <a:pt x="2009635" y="443547"/>
                    </a:lnTo>
                    <a:lnTo>
                      <a:pt x="2009635" y="418541"/>
                    </a:lnTo>
                    <a:close/>
                  </a:path>
                  <a:path w="2009775" h="1699259">
                    <a:moveTo>
                      <a:pt x="2009635" y="348792"/>
                    </a:moveTo>
                    <a:lnTo>
                      <a:pt x="2001710" y="348792"/>
                    </a:lnTo>
                    <a:lnTo>
                      <a:pt x="2001710" y="373799"/>
                    </a:lnTo>
                    <a:lnTo>
                      <a:pt x="2009635" y="373799"/>
                    </a:lnTo>
                    <a:lnTo>
                      <a:pt x="2009635" y="348792"/>
                    </a:lnTo>
                    <a:close/>
                  </a:path>
                  <a:path w="2009775" h="1699259">
                    <a:moveTo>
                      <a:pt x="2009635" y="279031"/>
                    </a:moveTo>
                    <a:lnTo>
                      <a:pt x="2001710" y="279031"/>
                    </a:lnTo>
                    <a:lnTo>
                      <a:pt x="2001710" y="304025"/>
                    </a:lnTo>
                    <a:lnTo>
                      <a:pt x="2009635" y="304025"/>
                    </a:lnTo>
                    <a:lnTo>
                      <a:pt x="2009635" y="279031"/>
                    </a:lnTo>
                    <a:close/>
                  </a:path>
                  <a:path w="2009775" h="1699259">
                    <a:moveTo>
                      <a:pt x="2009635" y="209257"/>
                    </a:moveTo>
                    <a:lnTo>
                      <a:pt x="2001710" y="209257"/>
                    </a:lnTo>
                    <a:lnTo>
                      <a:pt x="2001710" y="234264"/>
                    </a:lnTo>
                    <a:lnTo>
                      <a:pt x="2009635" y="234264"/>
                    </a:lnTo>
                    <a:lnTo>
                      <a:pt x="2009635" y="209257"/>
                    </a:lnTo>
                    <a:close/>
                  </a:path>
                  <a:path w="2009775" h="1699259">
                    <a:moveTo>
                      <a:pt x="2009635" y="139522"/>
                    </a:moveTo>
                    <a:lnTo>
                      <a:pt x="2001710" y="139522"/>
                    </a:lnTo>
                    <a:lnTo>
                      <a:pt x="2001710" y="164515"/>
                    </a:lnTo>
                    <a:lnTo>
                      <a:pt x="2009635" y="164515"/>
                    </a:lnTo>
                    <a:lnTo>
                      <a:pt x="2009635" y="139522"/>
                    </a:lnTo>
                    <a:close/>
                  </a:path>
                  <a:path w="2009775" h="1699259">
                    <a:moveTo>
                      <a:pt x="2009635" y="69748"/>
                    </a:moveTo>
                    <a:lnTo>
                      <a:pt x="2001710" y="69748"/>
                    </a:lnTo>
                    <a:lnTo>
                      <a:pt x="2001710" y="94754"/>
                    </a:lnTo>
                    <a:lnTo>
                      <a:pt x="2009635" y="94754"/>
                    </a:lnTo>
                    <a:lnTo>
                      <a:pt x="2009635" y="69748"/>
                    </a:lnTo>
                    <a:close/>
                  </a:path>
                  <a:path w="2009775" h="1699259">
                    <a:moveTo>
                      <a:pt x="2009635" y="0"/>
                    </a:moveTo>
                    <a:lnTo>
                      <a:pt x="2001710" y="0"/>
                    </a:lnTo>
                    <a:lnTo>
                      <a:pt x="2001710" y="24993"/>
                    </a:lnTo>
                    <a:lnTo>
                      <a:pt x="2009635" y="24993"/>
                    </a:lnTo>
                    <a:lnTo>
                      <a:pt x="2009635" y="0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0C546393-BCAC-4519-AEBC-23AC0301ACF8}"/>
                </a:ext>
              </a:extLst>
            </p:cNvPr>
            <p:cNvSpPr/>
            <p:nvPr/>
          </p:nvSpPr>
          <p:spPr>
            <a:xfrm>
              <a:off x="4750714" y="5033200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24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24" y="2500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9B147219-3F2B-48D5-9AC3-0C9D689B7C17}"/>
                </a:ext>
              </a:extLst>
            </p:cNvPr>
            <p:cNvSpPr/>
            <p:nvPr/>
          </p:nvSpPr>
          <p:spPr>
            <a:xfrm>
              <a:off x="4750714" y="4963439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24" y="0"/>
                  </a:moveTo>
                  <a:lnTo>
                    <a:pt x="0" y="0"/>
                  </a:lnTo>
                  <a:lnTo>
                    <a:pt x="0" y="24993"/>
                  </a:lnTo>
                  <a:lnTo>
                    <a:pt x="7924" y="24993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103AC1D0-7251-42EF-9907-F04E6539825A}"/>
                </a:ext>
              </a:extLst>
            </p:cNvPr>
            <p:cNvSpPr/>
            <p:nvPr/>
          </p:nvSpPr>
          <p:spPr>
            <a:xfrm>
              <a:off x="4750714" y="4893665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24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24" y="2500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9C4D80B2-8FDC-428D-A0C7-259962B40089}"/>
                </a:ext>
              </a:extLst>
            </p:cNvPr>
            <p:cNvSpPr/>
            <p:nvPr/>
          </p:nvSpPr>
          <p:spPr>
            <a:xfrm>
              <a:off x="4750714" y="4823917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24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24" y="2500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CEA4A895-3608-4AA2-8016-29550C2E4F86}"/>
                </a:ext>
              </a:extLst>
            </p:cNvPr>
            <p:cNvSpPr/>
            <p:nvPr/>
          </p:nvSpPr>
          <p:spPr>
            <a:xfrm>
              <a:off x="4750714" y="4754169"/>
              <a:ext cx="8255" cy="25400"/>
            </a:xfrm>
            <a:custGeom>
              <a:avLst/>
              <a:gdLst/>
              <a:ahLst/>
              <a:cxnLst/>
              <a:rect l="l" t="t" r="r" b="b"/>
              <a:pathLst>
                <a:path w="8254" h="25400">
                  <a:moveTo>
                    <a:pt x="7924" y="0"/>
                  </a:moveTo>
                  <a:lnTo>
                    <a:pt x="0" y="0"/>
                  </a:lnTo>
                  <a:lnTo>
                    <a:pt x="0" y="25006"/>
                  </a:lnTo>
                  <a:lnTo>
                    <a:pt x="7924" y="2500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F13AD3A1-E15C-4781-9117-2F1B3218B042}"/>
                </a:ext>
              </a:extLst>
            </p:cNvPr>
            <p:cNvSpPr/>
            <p:nvPr/>
          </p:nvSpPr>
          <p:spPr>
            <a:xfrm>
              <a:off x="1636696" y="7567256"/>
              <a:ext cx="1785620" cy="3124835"/>
            </a:xfrm>
            <a:custGeom>
              <a:avLst/>
              <a:gdLst/>
              <a:ahLst/>
              <a:cxnLst/>
              <a:rect l="l" t="t" r="r" b="b"/>
              <a:pathLst>
                <a:path w="1785620" h="3124834">
                  <a:moveTo>
                    <a:pt x="3517" y="0"/>
                  </a:moveTo>
                  <a:lnTo>
                    <a:pt x="0" y="4813"/>
                  </a:lnTo>
                  <a:lnTo>
                    <a:pt x="1779447" y="1316507"/>
                  </a:lnTo>
                  <a:lnTo>
                    <a:pt x="1779104" y="3124746"/>
                  </a:lnTo>
                  <a:lnTo>
                    <a:pt x="1785048" y="3124746"/>
                  </a:lnTo>
                  <a:lnTo>
                    <a:pt x="1785404" y="131349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EF7C6E22-6699-4234-A6DD-7C1F0BD981DB}"/>
                </a:ext>
              </a:extLst>
            </p:cNvPr>
            <p:cNvSpPr/>
            <p:nvPr/>
          </p:nvSpPr>
          <p:spPr>
            <a:xfrm>
              <a:off x="3524770" y="5098059"/>
              <a:ext cx="2499360" cy="1837055"/>
            </a:xfrm>
            <a:custGeom>
              <a:avLst/>
              <a:gdLst/>
              <a:ahLst/>
              <a:cxnLst/>
              <a:rect l="l" t="t" r="r" b="b"/>
              <a:pathLst>
                <a:path w="2499360" h="1837054">
                  <a:moveTo>
                    <a:pt x="2498902" y="7213"/>
                  </a:moveTo>
                  <a:lnTo>
                    <a:pt x="2493657" y="0"/>
                  </a:lnTo>
                  <a:lnTo>
                    <a:pt x="2217128" y="201891"/>
                  </a:lnTo>
                  <a:lnTo>
                    <a:pt x="2217991" y="203098"/>
                  </a:lnTo>
                  <a:lnTo>
                    <a:pt x="0" y="1832000"/>
                  </a:lnTo>
                  <a:lnTo>
                    <a:pt x="3517" y="1836813"/>
                  </a:lnTo>
                  <a:lnTo>
                    <a:pt x="2221509" y="207924"/>
                  </a:lnTo>
                  <a:lnTo>
                    <a:pt x="2222373" y="209105"/>
                  </a:lnTo>
                  <a:lnTo>
                    <a:pt x="2498902" y="721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53CBC42E-6676-4FBB-8896-C33EE11160E1}"/>
                </a:ext>
              </a:extLst>
            </p:cNvPr>
            <p:cNvSpPr/>
            <p:nvPr/>
          </p:nvSpPr>
          <p:spPr>
            <a:xfrm>
              <a:off x="3525875" y="6556920"/>
              <a:ext cx="3783329" cy="1763395"/>
            </a:xfrm>
            <a:custGeom>
              <a:avLst/>
              <a:gdLst/>
              <a:ahLst/>
              <a:cxnLst/>
              <a:rect l="l" t="t" r="r" b="b"/>
              <a:pathLst>
                <a:path w="3783329" h="1763395">
                  <a:moveTo>
                    <a:pt x="3783241" y="8153"/>
                  </a:moveTo>
                  <a:lnTo>
                    <a:pt x="3779558" y="0"/>
                  </a:lnTo>
                  <a:lnTo>
                    <a:pt x="3536391" y="110083"/>
                  </a:lnTo>
                  <a:lnTo>
                    <a:pt x="3538232" y="114160"/>
                  </a:lnTo>
                  <a:lnTo>
                    <a:pt x="3536975" y="111455"/>
                  </a:lnTo>
                  <a:lnTo>
                    <a:pt x="0" y="1757680"/>
                  </a:lnTo>
                  <a:lnTo>
                    <a:pt x="2527" y="1763090"/>
                  </a:lnTo>
                  <a:lnTo>
                    <a:pt x="3539452" y="116890"/>
                  </a:lnTo>
                  <a:lnTo>
                    <a:pt x="3540074" y="118237"/>
                  </a:lnTo>
                  <a:lnTo>
                    <a:pt x="3783241" y="815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42D165DA-00CE-47E6-8367-CBFB5BA8F7DF}"/>
                </a:ext>
              </a:extLst>
            </p:cNvPr>
            <p:cNvSpPr/>
            <p:nvPr/>
          </p:nvSpPr>
          <p:spPr>
            <a:xfrm>
              <a:off x="3525228" y="3512807"/>
              <a:ext cx="4034790" cy="7179309"/>
            </a:xfrm>
            <a:custGeom>
              <a:avLst/>
              <a:gdLst/>
              <a:ahLst/>
              <a:cxnLst/>
              <a:rect l="l" t="t" r="r" b="b"/>
              <a:pathLst>
                <a:path w="4034790" h="7179309">
                  <a:moveTo>
                    <a:pt x="3122650" y="6849262"/>
                  </a:moveTo>
                  <a:lnTo>
                    <a:pt x="3122536" y="6843293"/>
                  </a:lnTo>
                  <a:lnTo>
                    <a:pt x="3054820" y="6844881"/>
                  </a:lnTo>
                  <a:lnTo>
                    <a:pt x="2722880" y="6819239"/>
                  </a:lnTo>
                  <a:lnTo>
                    <a:pt x="2722880" y="6026505"/>
                  </a:lnTo>
                  <a:lnTo>
                    <a:pt x="2779649" y="6017996"/>
                  </a:lnTo>
                  <a:lnTo>
                    <a:pt x="2778785" y="6012091"/>
                  </a:lnTo>
                  <a:lnTo>
                    <a:pt x="2716911" y="6021375"/>
                  </a:lnTo>
                  <a:lnTo>
                    <a:pt x="2716911" y="6824777"/>
                  </a:lnTo>
                  <a:lnTo>
                    <a:pt x="3054718" y="6850850"/>
                  </a:lnTo>
                  <a:lnTo>
                    <a:pt x="3122650" y="6849262"/>
                  </a:lnTo>
                  <a:close/>
                </a:path>
                <a:path w="4034790" h="7179309">
                  <a:moveTo>
                    <a:pt x="4034764" y="3565487"/>
                  </a:moveTo>
                  <a:lnTo>
                    <a:pt x="3089110" y="2559126"/>
                  </a:lnTo>
                  <a:lnTo>
                    <a:pt x="3263950" y="2461310"/>
                  </a:lnTo>
                  <a:lnTo>
                    <a:pt x="3259607" y="2453513"/>
                  </a:lnTo>
                  <a:lnTo>
                    <a:pt x="3082810" y="2552420"/>
                  </a:lnTo>
                  <a:lnTo>
                    <a:pt x="2222042" y="1636369"/>
                  </a:lnTo>
                  <a:lnTo>
                    <a:pt x="2217699" y="1640446"/>
                  </a:lnTo>
                  <a:lnTo>
                    <a:pt x="3077451" y="2555417"/>
                  </a:lnTo>
                  <a:lnTo>
                    <a:pt x="3001276" y="2598039"/>
                  </a:lnTo>
                  <a:lnTo>
                    <a:pt x="3001988" y="2599347"/>
                  </a:lnTo>
                  <a:lnTo>
                    <a:pt x="2704338" y="2767228"/>
                  </a:lnTo>
                  <a:lnTo>
                    <a:pt x="1152486" y="1317904"/>
                  </a:lnTo>
                  <a:lnTo>
                    <a:pt x="1148435" y="1322273"/>
                  </a:lnTo>
                  <a:lnTo>
                    <a:pt x="2698902" y="2770289"/>
                  </a:lnTo>
                  <a:lnTo>
                    <a:pt x="1708454" y="3328898"/>
                  </a:lnTo>
                  <a:lnTo>
                    <a:pt x="3352" y="2179955"/>
                  </a:lnTo>
                  <a:lnTo>
                    <a:pt x="0" y="2184895"/>
                  </a:lnTo>
                  <a:lnTo>
                    <a:pt x="1702638" y="3332175"/>
                  </a:lnTo>
                  <a:lnTo>
                    <a:pt x="1172654" y="3631082"/>
                  </a:lnTo>
                  <a:lnTo>
                    <a:pt x="1152232" y="3619474"/>
                  </a:lnTo>
                  <a:lnTo>
                    <a:pt x="1149299" y="3624669"/>
                  </a:lnTo>
                  <a:lnTo>
                    <a:pt x="1166596" y="3634498"/>
                  </a:lnTo>
                  <a:lnTo>
                    <a:pt x="494550" y="4013530"/>
                  </a:lnTo>
                  <a:lnTo>
                    <a:pt x="126238" y="3844988"/>
                  </a:lnTo>
                  <a:lnTo>
                    <a:pt x="123774" y="3850386"/>
                  </a:lnTo>
                  <a:lnTo>
                    <a:pt x="488162" y="4017137"/>
                  </a:lnTo>
                  <a:lnTo>
                    <a:pt x="381" y="4292244"/>
                  </a:lnTo>
                  <a:lnTo>
                    <a:pt x="3289" y="4297426"/>
                  </a:lnTo>
                  <a:lnTo>
                    <a:pt x="494842" y="4020197"/>
                  </a:lnTo>
                  <a:lnTo>
                    <a:pt x="3216783" y="5265725"/>
                  </a:lnTo>
                  <a:lnTo>
                    <a:pt x="3216783" y="5604395"/>
                  </a:lnTo>
                  <a:lnTo>
                    <a:pt x="1151940" y="4828210"/>
                  </a:lnTo>
                  <a:lnTo>
                    <a:pt x="1149845" y="4833785"/>
                  </a:lnTo>
                  <a:lnTo>
                    <a:pt x="3216783" y="5610758"/>
                  </a:lnTo>
                  <a:lnTo>
                    <a:pt x="3216783" y="5898261"/>
                  </a:lnTo>
                  <a:lnTo>
                    <a:pt x="1151750" y="5265585"/>
                  </a:lnTo>
                  <a:lnTo>
                    <a:pt x="1150035" y="5271300"/>
                  </a:lnTo>
                  <a:lnTo>
                    <a:pt x="3216783" y="5904496"/>
                  </a:lnTo>
                  <a:lnTo>
                    <a:pt x="3216783" y="6050089"/>
                  </a:lnTo>
                  <a:lnTo>
                    <a:pt x="125552" y="5214061"/>
                  </a:lnTo>
                  <a:lnTo>
                    <a:pt x="124015" y="5219827"/>
                  </a:lnTo>
                  <a:lnTo>
                    <a:pt x="3216783" y="6056261"/>
                  </a:lnTo>
                  <a:lnTo>
                    <a:pt x="3216783" y="6882016"/>
                  </a:lnTo>
                  <a:lnTo>
                    <a:pt x="1151280" y="6730035"/>
                  </a:lnTo>
                  <a:lnTo>
                    <a:pt x="1150861" y="6735991"/>
                  </a:lnTo>
                  <a:lnTo>
                    <a:pt x="3216783" y="6887997"/>
                  </a:lnTo>
                  <a:lnTo>
                    <a:pt x="3216783" y="6969277"/>
                  </a:lnTo>
                  <a:lnTo>
                    <a:pt x="124904" y="6805650"/>
                  </a:lnTo>
                  <a:lnTo>
                    <a:pt x="124599" y="6811594"/>
                  </a:lnTo>
                  <a:lnTo>
                    <a:pt x="3216783" y="6975246"/>
                  </a:lnTo>
                  <a:lnTo>
                    <a:pt x="3216783" y="7179196"/>
                  </a:lnTo>
                  <a:lnTo>
                    <a:pt x="3222764" y="7179196"/>
                  </a:lnTo>
                  <a:lnTo>
                    <a:pt x="3222764" y="6975564"/>
                  </a:lnTo>
                  <a:lnTo>
                    <a:pt x="4034764" y="7018528"/>
                  </a:lnTo>
                  <a:lnTo>
                    <a:pt x="4034764" y="7012559"/>
                  </a:lnTo>
                  <a:lnTo>
                    <a:pt x="3222764" y="6969595"/>
                  </a:lnTo>
                  <a:lnTo>
                    <a:pt x="3222764" y="6888429"/>
                  </a:lnTo>
                  <a:lnTo>
                    <a:pt x="4034764" y="6948170"/>
                  </a:lnTo>
                  <a:lnTo>
                    <a:pt x="4034764" y="6942188"/>
                  </a:lnTo>
                  <a:lnTo>
                    <a:pt x="3222764" y="6882447"/>
                  </a:lnTo>
                  <a:lnTo>
                    <a:pt x="3222764" y="6057887"/>
                  </a:lnTo>
                  <a:lnTo>
                    <a:pt x="4034764" y="6277483"/>
                  </a:lnTo>
                  <a:lnTo>
                    <a:pt x="4034764" y="6271298"/>
                  </a:lnTo>
                  <a:lnTo>
                    <a:pt x="3222764" y="6051702"/>
                  </a:lnTo>
                  <a:lnTo>
                    <a:pt x="3222764" y="5906325"/>
                  </a:lnTo>
                  <a:lnTo>
                    <a:pt x="4034764" y="6155093"/>
                  </a:lnTo>
                  <a:lnTo>
                    <a:pt x="4034764" y="6148870"/>
                  </a:lnTo>
                  <a:lnTo>
                    <a:pt x="3222764" y="5900102"/>
                  </a:lnTo>
                  <a:lnTo>
                    <a:pt x="3222764" y="5613006"/>
                  </a:lnTo>
                  <a:lnTo>
                    <a:pt x="4034764" y="5918225"/>
                  </a:lnTo>
                  <a:lnTo>
                    <a:pt x="4034764" y="5911875"/>
                  </a:lnTo>
                  <a:lnTo>
                    <a:pt x="3222764" y="5606643"/>
                  </a:lnTo>
                  <a:lnTo>
                    <a:pt x="3222764" y="5268468"/>
                  </a:lnTo>
                  <a:lnTo>
                    <a:pt x="4034764" y="5640019"/>
                  </a:lnTo>
                  <a:lnTo>
                    <a:pt x="4034764" y="5633478"/>
                  </a:lnTo>
                  <a:lnTo>
                    <a:pt x="3222764" y="5261927"/>
                  </a:lnTo>
                  <a:lnTo>
                    <a:pt x="3222764" y="4802530"/>
                  </a:lnTo>
                  <a:lnTo>
                    <a:pt x="4034764" y="5263781"/>
                  </a:lnTo>
                  <a:lnTo>
                    <a:pt x="4034764" y="5256923"/>
                  </a:lnTo>
                  <a:lnTo>
                    <a:pt x="3222764" y="4795659"/>
                  </a:lnTo>
                  <a:lnTo>
                    <a:pt x="3222764" y="4350855"/>
                  </a:lnTo>
                  <a:lnTo>
                    <a:pt x="3219716" y="4350855"/>
                  </a:lnTo>
                  <a:lnTo>
                    <a:pt x="3221418" y="4348353"/>
                  </a:lnTo>
                  <a:lnTo>
                    <a:pt x="3216783" y="4345241"/>
                  </a:lnTo>
                  <a:lnTo>
                    <a:pt x="3216783" y="4352429"/>
                  </a:lnTo>
                  <a:lnTo>
                    <a:pt x="3216783" y="4792269"/>
                  </a:lnTo>
                  <a:lnTo>
                    <a:pt x="3216783" y="4799127"/>
                  </a:lnTo>
                  <a:lnTo>
                    <a:pt x="3216783" y="5259184"/>
                  </a:lnTo>
                  <a:lnTo>
                    <a:pt x="501230" y="4016591"/>
                  </a:lnTo>
                  <a:lnTo>
                    <a:pt x="1172629" y="3637927"/>
                  </a:lnTo>
                  <a:lnTo>
                    <a:pt x="3216783" y="4799127"/>
                  </a:lnTo>
                  <a:lnTo>
                    <a:pt x="3216783" y="4792269"/>
                  </a:lnTo>
                  <a:lnTo>
                    <a:pt x="1178687" y="3634511"/>
                  </a:lnTo>
                  <a:lnTo>
                    <a:pt x="1708162" y="3335896"/>
                  </a:lnTo>
                  <a:lnTo>
                    <a:pt x="3216783" y="4352429"/>
                  </a:lnTo>
                  <a:lnTo>
                    <a:pt x="3216783" y="4345241"/>
                  </a:lnTo>
                  <a:lnTo>
                    <a:pt x="1713966" y="3332619"/>
                  </a:lnTo>
                  <a:lnTo>
                    <a:pt x="2703461" y="2774543"/>
                  </a:lnTo>
                  <a:lnTo>
                    <a:pt x="3031553" y="3080943"/>
                  </a:lnTo>
                  <a:lnTo>
                    <a:pt x="3035604" y="3076587"/>
                  </a:lnTo>
                  <a:lnTo>
                    <a:pt x="2708897" y="2771483"/>
                  </a:lnTo>
                  <a:lnTo>
                    <a:pt x="3004883" y="2604541"/>
                  </a:lnTo>
                  <a:lnTo>
                    <a:pt x="3005620" y="2605836"/>
                  </a:lnTo>
                  <a:lnTo>
                    <a:pt x="3083750" y="2562123"/>
                  </a:lnTo>
                  <a:lnTo>
                    <a:pt x="4034764" y="3574186"/>
                  </a:lnTo>
                  <a:lnTo>
                    <a:pt x="4034764" y="3565487"/>
                  </a:lnTo>
                  <a:close/>
                </a:path>
                <a:path w="4034790" h="7179309">
                  <a:moveTo>
                    <a:pt x="4034764" y="3179838"/>
                  </a:moveTo>
                  <a:lnTo>
                    <a:pt x="2055647" y="849782"/>
                  </a:lnTo>
                  <a:lnTo>
                    <a:pt x="2051100" y="853617"/>
                  </a:lnTo>
                  <a:lnTo>
                    <a:pt x="4034764" y="3189046"/>
                  </a:lnTo>
                  <a:lnTo>
                    <a:pt x="4034764" y="3179838"/>
                  </a:lnTo>
                  <a:close/>
                </a:path>
                <a:path w="4034790" h="7179309">
                  <a:moveTo>
                    <a:pt x="4034764" y="3095142"/>
                  </a:moveTo>
                  <a:lnTo>
                    <a:pt x="2222169" y="916101"/>
                  </a:lnTo>
                  <a:lnTo>
                    <a:pt x="2217597" y="919911"/>
                  </a:lnTo>
                  <a:lnTo>
                    <a:pt x="4034764" y="3104451"/>
                  </a:lnTo>
                  <a:lnTo>
                    <a:pt x="4034764" y="3095142"/>
                  </a:lnTo>
                  <a:close/>
                </a:path>
                <a:path w="4034790" h="7179309">
                  <a:moveTo>
                    <a:pt x="4034764" y="2741650"/>
                  </a:moveTo>
                  <a:lnTo>
                    <a:pt x="2834386" y="1174140"/>
                  </a:lnTo>
                  <a:lnTo>
                    <a:pt x="2829649" y="1177747"/>
                  </a:lnTo>
                  <a:lnTo>
                    <a:pt x="4034764" y="2751442"/>
                  </a:lnTo>
                  <a:lnTo>
                    <a:pt x="4034764" y="2741650"/>
                  </a:lnTo>
                  <a:close/>
                </a:path>
                <a:path w="4034790" h="7179309">
                  <a:moveTo>
                    <a:pt x="4034764" y="2164384"/>
                  </a:moveTo>
                  <a:lnTo>
                    <a:pt x="2834538" y="393852"/>
                  </a:lnTo>
                  <a:lnTo>
                    <a:pt x="2829623" y="397192"/>
                  </a:lnTo>
                  <a:lnTo>
                    <a:pt x="4034764" y="2174976"/>
                  </a:lnTo>
                  <a:lnTo>
                    <a:pt x="4034764" y="2164384"/>
                  </a:lnTo>
                  <a:close/>
                </a:path>
                <a:path w="4034790" h="7179309">
                  <a:moveTo>
                    <a:pt x="4034764" y="1651114"/>
                  </a:moveTo>
                  <a:lnTo>
                    <a:pt x="3019120" y="0"/>
                  </a:lnTo>
                  <a:lnTo>
                    <a:pt x="3014027" y="3136"/>
                  </a:lnTo>
                  <a:lnTo>
                    <a:pt x="4034764" y="1662518"/>
                  </a:lnTo>
                  <a:lnTo>
                    <a:pt x="4034764" y="165111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89391E60-A6E8-4E1C-86A5-22ED18B15468}"/>
                </a:ext>
              </a:extLst>
            </p:cNvPr>
            <p:cNvSpPr/>
            <p:nvPr/>
          </p:nvSpPr>
          <p:spPr>
            <a:xfrm>
              <a:off x="317679" y="9406528"/>
              <a:ext cx="731520" cy="1285875"/>
            </a:xfrm>
            <a:custGeom>
              <a:avLst/>
              <a:gdLst/>
              <a:ahLst/>
              <a:cxnLst/>
              <a:rect l="l" t="t" r="r" b="b"/>
              <a:pathLst>
                <a:path w="731519" h="1285875">
                  <a:moveTo>
                    <a:pt x="442137" y="0"/>
                  </a:moveTo>
                  <a:lnTo>
                    <a:pt x="439547" y="342"/>
                  </a:lnTo>
                  <a:lnTo>
                    <a:pt x="0" y="241236"/>
                  </a:lnTo>
                  <a:lnTo>
                    <a:pt x="0" y="1285468"/>
                  </a:lnTo>
                  <a:lnTo>
                    <a:pt x="7162" y="1285468"/>
                  </a:lnTo>
                  <a:lnTo>
                    <a:pt x="7162" y="245465"/>
                  </a:lnTo>
                  <a:lnTo>
                    <a:pt x="441756" y="7289"/>
                  </a:lnTo>
                  <a:lnTo>
                    <a:pt x="729183" y="79946"/>
                  </a:lnTo>
                  <a:lnTo>
                    <a:pt x="730910" y="72999"/>
                  </a:lnTo>
                  <a:lnTo>
                    <a:pt x="44213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6117BFF2-198C-465E-823A-536ACBE6DEA9}"/>
                </a:ext>
              </a:extLst>
            </p:cNvPr>
            <p:cNvSpPr/>
            <p:nvPr/>
          </p:nvSpPr>
          <p:spPr>
            <a:xfrm>
              <a:off x="1238498" y="8786002"/>
              <a:ext cx="282575" cy="121285"/>
            </a:xfrm>
            <a:custGeom>
              <a:avLst/>
              <a:gdLst/>
              <a:ahLst/>
              <a:cxnLst/>
              <a:rect l="l" t="t" r="r" b="b"/>
              <a:pathLst>
                <a:path w="282575" h="121284">
                  <a:moveTo>
                    <a:pt x="2260" y="0"/>
                  </a:moveTo>
                  <a:lnTo>
                    <a:pt x="0" y="5511"/>
                  </a:lnTo>
                  <a:lnTo>
                    <a:pt x="279869" y="120904"/>
                  </a:lnTo>
                  <a:lnTo>
                    <a:pt x="282130" y="115392"/>
                  </a:lnTo>
                  <a:lnTo>
                    <a:pt x="226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E75F9EBA-4BA3-4601-B26F-7348B2E271F2}"/>
                </a:ext>
              </a:extLst>
            </p:cNvPr>
            <p:cNvSpPr/>
            <p:nvPr/>
          </p:nvSpPr>
          <p:spPr>
            <a:xfrm>
              <a:off x="1889239" y="9970947"/>
              <a:ext cx="831215" cy="502284"/>
            </a:xfrm>
            <a:custGeom>
              <a:avLst/>
              <a:gdLst/>
              <a:ahLst/>
              <a:cxnLst/>
              <a:rect l="l" t="t" r="r" b="b"/>
              <a:pathLst>
                <a:path w="831214" h="502284">
                  <a:moveTo>
                    <a:pt x="830808" y="468553"/>
                  </a:moveTo>
                  <a:lnTo>
                    <a:pt x="830795" y="61925"/>
                  </a:lnTo>
                  <a:lnTo>
                    <a:pt x="538378" y="0"/>
                  </a:lnTo>
                  <a:lnTo>
                    <a:pt x="537146" y="5829"/>
                  </a:lnTo>
                  <a:lnTo>
                    <a:pt x="824852" y="66751"/>
                  </a:lnTo>
                  <a:lnTo>
                    <a:pt x="824852" y="462508"/>
                  </a:lnTo>
                  <a:lnTo>
                    <a:pt x="538124" y="437972"/>
                  </a:lnTo>
                  <a:lnTo>
                    <a:pt x="537654" y="443928"/>
                  </a:lnTo>
                  <a:lnTo>
                    <a:pt x="787476" y="465302"/>
                  </a:lnTo>
                  <a:lnTo>
                    <a:pt x="295770" y="496214"/>
                  </a:lnTo>
                  <a:lnTo>
                    <a:pt x="355" y="477494"/>
                  </a:lnTo>
                  <a:lnTo>
                    <a:pt x="0" y="483450"/>
                  </a:lnTo>
                  <a:lnTo>
                    <a:pt x="295960" y="502170"/>
                  </a:lnTo>
                  <a:lnTo>
                    <a:pt x="830808" y="46855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3C57446F-4926-4514-80C2-DFCFD83CFC7D}"/>
                </a:ext>
              </a:extLst>
            </p:cNvPr>
            <p:cNvSpPr/>
            <p:nvPr/>
          </p:nvSpPr>
          <p:spPr>
            <a:xfrm>
              <a:off x="1636758" y="7729580"/>
              <a:ext cx="1783714" cy="1249680"/>
            </a:xfrm>
            <a:custGeom>
              <a:avLst/>
              <a:gdLst/>
              <a:ahLst/>
              <a:cxnLst/>
              <a:rect l="l" t="t" r="r" b="b"/>
              <a:pathLst>
                <a:path w="1783714" h="1249679">
                  <a:moveTo>
                    <a:pt x="3403" y="0"/>
                  </a:moveTo>
                  <a:lnTo>
                    <a:pt x="0" y="4876"/>
                  </a:lnTo>
                  <a:lnTo>
                    <a:pt x="1780260" y="1249362"/>
                  </a:lnTo>
                  <a:lnTo>
                    <a:pt x="1783664" y="1244485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2A7228F3-CA36-405B-A2B3-581ED4877D71}"/>
                </a:ext>
              </a:extLst>
            </p:cNvPr>
            <p:cNvSpPr/>
            <p:nvPr/>
          </p:nvSpPr>
          <p:spPr>
            <a:xfrm>
              <a:off x="2094494" y="9751978"/>
              <a:ext cx="271780" cy="73660"/>
            </a:xfrm>
            <a:custGeom>
              <a:avLst/>
              <a:gdLst/>
              <a:ahLst/>
              <a:cxnLst/>
              <a:rect l="l" t="t" r="r" b="b"/>
              <a:pathLst>
                <a:path w="271780" h="73659">
                  <a:moveTo>
                    <a:pt x="1447" y="0"/>
                  </a:moveTo>
                  <a:lnTo>
                    <a:pt x="0" y="5791"/>
                  </a:lnTo>
                  <a:lnTo>
                    <a:pt x="270116" y="73482"/>
                  </a:lnTo>
                  <a:lnTo>
                    <a:pt x="271564" y="6769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F1D6060D-E4EE-4E93-8A5E-116FE9496B7B}"/>
                </a:ext>
              </a:extLst>
            </p:cNvPr>
            <p:cNvSpPr/>
            <p:nvPr/>
          </p:nvSpPr>
          <p:spPr>
            <a:xfrm>
              <a:off x="2427554" y="9666261"/>
              <a:ext cx="268605" cy="85725"/>
            </a:xfrm>
            <a:custGeom>
              <a:avLst/>
              <a:gdLst/>
              <a:ahLst/>
              <a:cxnLst/>
              <a:rect l="l" t="t" r="r" b="b"/>
              <a:pathLst>
                <a:path w="268605" h="85725">
                  <a:moveTo>
                    <a:pt x="1714" y="0"/>
                  </a:moveTo>
                  <a:lnTo>
                    <a:pt x="0" y="5715"/>
                  </a:lnTo>
                  <a:lnTo>
                    <a:pt x="266687" y="85648"/>
                  </a:lnTo>
                  <a:lnTo>
                    <a:pt x="268389" y="79933"/>
                  </a:lnTo>
                  <a:lnTo>
                    <a:pt x="171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E0106370-4020-4119-A12E-A1E810FA43E6}"/>
                </a:ext>
              </a:extLst>
            </p:cNvPr>
            <p:cNvSpPr/>
            <p:nvPr/>
          </p:nvSpPr>
          <p:spPr>
            <a:xfrm>
              <a:off x="2182633" y="7289107"/>
              <a:ext cx="273685" cy="252729"/>
            </a:xfrm>
            <a:custGeom>
              <a:avLst/>
              <a:gdLst/>
              <a:ahLst/>
              <a:cxnLst/>
              <a:rect l="l" t="t" r="r" b="b"/>
              <a:pathLst>
                <a:path w="273685" h="252729">
                  <a:moveTo>
                    <a:pt x="4038" y="0"/>
                  </a:moveTo>
                  <a:lnTo>
                    <a:pt x="0" y="4394"/>
                  </a:lnTo>
                  <a:lnTo>
                    <a:pt x="269557" y="252552"/>
                  </a:lnTo>
                  <a:lnTo>
                    <a:pt x="273596" y="248170"/>
                  </a:lnTo>
                  <a:lnTo>
                    <a:pt x="403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A0DC1774-AE7C-4FBC-805C-7D7154BB9964}"/>
                </a:ext>
              </a:extLst>
            </p:cNvPr>
            <p:cNvSpPr/>
            <p:nvPr/>
          </p:nvSpPr>
          <p:spPr>
            <a:xfrm>
              <a:off x="131342" y="10409245"/>
              <a:ext cx="298450" cy="21590"/>
            </a:xfrm>
            <a:custGeom>
              <a:avLst/>
              <a:gdLst/>
              <a:ahLst/>
              <a:cxnLst/>
              <a:rect l="l" t="t" r="r" b="b"/>
              <a:pathLst>
                <a:path w="298450" h="21590">
                  <a:moveTo>
                    <a:pt x="304" y="0"/>
                  </a:moveTo>
                  <a:lnTo>
                    <a:pt x="0" y="5943"/>
                  </a:lnTo>
                  <a:lnTo>
                    <a:pt x="297751" y="21259"/>
                  </a:lnTo>
                  <a:lnTo>
                    <a:pt x="298056" y="15303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14E966B5-FCC3-4380-BF1E-024E74B623E2}"/>
                </a:ext>
              </a:extLst>
            </p:cNvPr>
            <p:cNvSpPr/>
            <p:nvPr/>
          </p:nvSpPr>
          <p:spPr>
            <a:xfrm>
              <a:off x="1888949" y="10068792"/>
              <a:ext cx="296545" cy="53340"/>
            </a:xfrm>
            <a:custGeom>
              <a:avLst/>
              <a:gdLst/>
              <a:ahLst/>
              <a:cxnLst/>
              <a:rect l="l" t="t" r="r" b="b"/>
              <a:pathLst>
                <a:path w="296544" h="53340">
                  <a:moveTo>
                    <a:pt x="927" y="0"/>
                  </a:moveTo>
                  <a:lnTo>
                    <a:pt x="0" y="5880"/>
                  </a:lnTo>
                  <a:lnTo>
                    <a:pt x="295554" y="52857"/>
                  </a:lnTo>
                  <a:lnTo>
                    <a:pt x="296494" y="46977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45413BB5-90C2-461C-9FD9-2B6485EDE0A9}"/>
                </a:ext>
              </a:extLst>
            </p:cNvPr>
            <p:cNvSpPr/>
            <p:nvPr/>
          </p:nvSpPr>
          <p:spPr>
            <a:xfrm>
              <a:off x="1517771" y="8097952"/>
              <a:ext cx="572770" cy="344805"/>
            </a:xfrm>
            <a:custGeom>
              <a:avLst/>
              <a:gdLst/>
              <a:ahLst/>
              <a:cxnLst/>
              <a:rect l="l" t="t" r="r" b="b"/>
              <a:pathLst>
                <a:path w="572769" h="344804">
                  <a:moveTo>
                    <a:pt x="3060" y="0"/>
                  </a:moveTo>
                  <a:lnTo>
                    <a:pt x="0" y="5118"/>
                  </a:lnTo>
                  <a:lnTo>
                    <a:pt x="569658" y="344538"/>
                  </a:lnTo>
                  <a:lnTo>
                    <a:pt x="572719" y="339432"/>
                  </a:lnTo>
                  <a:lnTo>
                    <a:pt x="306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FC658DB-4668-4697-9B3A-67BE6054C6B3}"/>
                </a:ext>
              </a:extLst>
            </p:cNvPr>
            <p:cNvSpPr/>
            <p:nvPr/>
          </p:nvSpPr>
          <p:spPr>
            <a:xfrm>
              <a:off x="2817835" y="9735148"/>
              <a:ext cx="709930" cy="229235"/>
            </a:xfrm>
            <a:custGeom>
              <a:avLst/>
              <a:gdLst/>
              <a:ahLst/>
              <a:cxnLst/>
              <a:rect l="l" t="t" r="r" b="b"/>
              <a:pathLst>
                <a:path w="709929" h="229234">
                  <a:moveTo>
                    <a:pt x="1777" y="0"/>
                  </a:moveTo>
                  <a:lnTo>
                    <a:pt x="0" y="5689"/>
                  </a:lnTo>
                  <a:lnTo>
                    <a:pt x="707974" y="228968"/>
                  </a:lnTo>
                  <a:lnTo>
                    <a:pt x="709752" y="223265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7F7F2DD9-D839-4DBF-B85A-31722A813DF7}"/>
                </a:ext>
              </a:extLst>
            </p:cNvPr>
            <p:cNvSpPr/>
            <p:nvPr/>
          </p:nvSpPr>
          <p:spPr>
            <a:xfrm>
              <a:off x="3357520" y="10413074"/>
              <a:ext cx="169545" cy="25400"/>
            </a:xfrm>
            <a:custGeom>
              <a:avLst/>
              <a:gdLst/>
              <a:ahLst/>
              <a:cxnLst/>
              <a:rect l="l" t="t" r="r" b="b"/>
              <a:pathLst>
                <a:path w="169545" h="25400">
                  <a:moveTo>
                    <a:pt x="685" y="0"/>
                  </a:moveTo>
                  <a:lnTo>
                    <a:pt x="0" y="5930"/>
                  </a:lnTo>
                  <a:lnTo>
                    <a:pt x="168681" y="25374"/>
                  </a:lnTo>
                  <a:lnTo>
                    <a:pt x="169354" y="19443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74BC3BCC-DDAC-452F-90B8-62BFD7DD2AA8}"/>
                </a:ext>
              </a:extLst>
            </p:cNvPr>
            <p:cNvSpPr/>
            <p:nvPr/>
          </p:nvSpPr>
          <p:spPr>
            <a:xfrm>
              <a:off x="3357386" y="10541077"/>
              <a:ext cx="170180" cy="17145"/>
            </a:xfrm>
            <a:custGeom>
              <a:avLst/>
              <a:gdLst/>
              <a:ahLst/>
              <a:cxnLst/>
              <a:rect l="l" t="t" r="r" b="b"/>
              <a:pathLst>
                <a:path w="170179" h="17145">
                  <a:moveTo>
                    <a:pt x="380" y="0"/>
                  </a:moveTo>
                  <a:lnTo>
                    <a:pt x="0" y="5943"/>
                  </a:lnTo>
                  <a:lnTo>
                    <a:pt x="169316" y="16929"/>
                  </a:lnTo>
                  <a:lnTo>
                    <a:pt x="169684" y="1097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C4A2BE54-66D7-4640-B54A-A620541179D8}"/>
                </a:ext>
              </a:extLst>
            </p:cNvPr>
            <p:cNvSpPr/>
            <p:nvPr/>
          </p:nvSpPr>
          <p:spPr>
            <a:xfrm>
              <a:off x="411260" y="9716412"/>
              <a:ext cx="158750" cy="34290"/>
            </a:xfrm>
            <a:custGeom>
              <a:avLst/>
              <a:gdLst/>
              <a:ahLst/>
              <a:cxnLst/>
              <a:rect l="l" t="t" r="r" b="b"/>
              <a:pathLst>
                <a:path w="158750" h="34290">
                  <a:moveTo>
                    <a:pt x="1054" y="0"/>
                  </a:moveTo>
                  <a:lnTo>
                    <a:pt x="0" y="5854"/>
                  </a:lnTo>
                  <a:lnTo>
                    <a:pt x="157429" y="34251"/>
                  </a:lnTo>
                  <a:lnTo>
                    <a:pt x="158470" y="28384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FEF73CCD-F472-49B8-B289-F1142B3C4457}"/>
                </a:ext>
              </a:extLst>
            </p:cNvPr>
            <p:cNvSpPr/>
            <p:nvPr/>
          </p:nvSpPr>
          <p:spPr>
            <a:xfrm>
              <a:off x="1046947" y="9248866"/>
              <a:ext cx="360680" cy="113664"/>
            </a:xfrm>
            <a:custGeom>
              <a:avLst/>
              <a:gdLst/>
              <a:ahLst/>
              <a:cxnLst/>
              <a:rect l="l" t="t" r="r" b="b"/>
              <a:pathLst>
                <a:path w="360680" h="113665">
                  <a:moveTo>
                    <a:pt x="1701" y="0"/>
                  </a:moveTo>
                  <a:lnTo>
                    <a:pt x="0" y="5714"/>
                  </a:lnTo>
                  <a:lnTo>
                    <a:pt x="358508" y="113436"/>
                  </a:lnTo>
                  <a:lnTo>
                    <a:pt x="360222" y="10772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E07EA9D7-CFAB-4BA5-ABED-3ECFD92658C0}"/>
                </a:ext>
              </a:extLst>
            </p:cNvPr>
            <p:cNvSpPr/>
            <p:nvPr/>
          </p:nvSpPr>
          <p:spPr>
            <a:xfrm>
              <a:off x="3058269" y="7402762"/>
              <a:ext cx="65405" cy="74930"/>
            </a:xfrm>
            <a:custGeom>
              <a:avLst/>
              <a:gdLst/>
              <a:ahLst/>
              <a:cxnLst/>
              <a:rect l="l" t="t" r="r" b="b"/>
              <a:pathLst>
                <a:path w="65405" h="74929">
                  <a:moveTo>
                    <a:pt x="4521" y="0"/>
                  </a:moveTo>
                  <a:lnTo>
                    <a:pt x="0" y="3873"/>
                  </a:lnTo>
                  <a:lnTo>
                    <a:pt x="60667" y="74549"/>
                  </a:lnTo>
                  <a:lnTo>
                    <a:pt x="65189" y="70675"/>
                  </a:lnTo>
                  <a:lnTo>
                    <a:pt x="452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960614EA-C489-4963-9B89-7899EACE1C78}"/>
                </a:ext>
              </a:extLst>
            </p:cNvPr>
            <p:cNvSpPr/>
            <p:nvPr/>
          </p:nvSpPr>
          <p:spPr>
            <a:xfrm>
              <a:off x="1635494" y="6672819"/>
              <a:ext cx="931544" cy="1059180"/>
            </a:xfrm>
            <a:custGeom>
              <a:avLst/>
              <a:gdLst/>
              <a:ahLst/>
              <a:cxnLst/>
              <a:rect l="l" t="t" r="r" b="b"/>
              <a:pathLst>
                <a:path w="931544" h="1059179">
                  <a:moveTo>
                    <a:pt x="927049" y="0"/>
                  </a:moveTo>
                  <a:lnTo>
                    <a:pt x="0" y="895553"/>
                  </a:lnTo>
                  <a:lnTo>
                    <a:pt x="0" y="1058849"/>
                  </a:lnTo>
                  <a:lnTo>
                    <a:pt x="5968" y="1058849"/>
                  </a:lnTo>
                  <a:lnTo>
                    <a:pt x="5968" y="898080"/>
                  </a:lnTo>
                  <a:lnTo>
                    <a:pt x="931189" y="4292"/>
                  </a:lnTo>
                  <a:lnTo>
                    <a:pt x="92704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D0F06D7-10EC-4F54-86D3-50B29050F1FD}"/>
                </a:ext>
              </a:extLst>
            </p:cNvPr>
            <p:cNvSpPr/>
            <p:nvPr/>
          </p:nvSpPr>
          <p:spPr>
            <a:xfrm>
              <a:off x="2923781" y="6925271"/>
              <a:ext cx="536575" cy="2886710"/>
            </a:xfrm>
            <a:custGeom>
              <a:avLst/>
              <a:gdLst/>
              <a:ahLst/>
              <a:cxnLst/>
              <a:rect l="l" t="t" r="r" b="b"/>
              <a:pathLst>
                <a:path w="536575" h="2886709">
                  <a:moveTo>
                    <a:pt x="536371" y="2132749"/>
                  </a:moveTo>
                  <a:lnTo>
                    <a:pt x="529196" y="2127910"/>
                  </a:lnTo>
                  <a:lnTo>
                    <a:pt x="529196" y="2136533"/>
                  </a:lnTo>
                  <a:lnTo>
                    <a:pt x="529196" y="2876270"/>
                  </a:lnTo>
                  <a:lnTo>
                    <a:pt x="7175" y="2683281"/>
                  </a:lnTo>
                  <a:lnTo>
                    <a:pt x="7175" y="1783803"/>
                  </a:lnTo>
                  <a:lnTo>
                    <a:pt x="529196" y="2136533"/>
                  </a:lnTo>
                  <a:lnTo>
                    <a:pt x="529196" y="2127910"/>
                  </a:lnTo>
                  <a:lnTo>
                    <a:pt x="19964" y="1783803"/>
                  </a:lnTo>
                  <a:lnTo>
                    <a:pt x="0" y="1770316"/>
                  </a:lnTo>
                  <a:lnTo>
                    <a:pt x="0" y="2688272"/>
                  </a:lnTo>
                  <a:lnTo>
                    <a:pt x="536371" y="2886545"/>
                  </a:lnTo>
                  <a:lnTo>
                    <a:pt x="536371" y="2876270"/>
                  </a:lnTo>
                  <a:lnTo>
                    <a:pt x="536371" y="2132749"/>
                  </a:lnTo>
                  <a:close/>
                </a:path>
                <a:path w="536575" h="2886709">
                  <a:moveTo>
                    <a:pt x="536371" y="676122"/>
                  </a:moveTo>
                  <a:lnTo>
                    <a:pt x="535597" y="673912"/>
                  </a:lnTo>
                  <a:lnTo>
                    <a:pt x="529196" y="665772"/>
                  </a:lnTo>
                  <a:lnTo>
                    <a:pt x="529196" y="677354"/>
                  </a:lnTo>
                  <a:lnTo>
                    <a:pt x="529196" y="1805038"/>
                  </a:lnTo>
                  <a:lnTo>
                    <a:pt x="7175" y="1383385"/>
                  </a:lnTo>
                  <a:lnTo>
                    <a:pt x="7175" y="12573"/>
                  </a:lnTo>
                  <a:lnTo>
                    <a:pt x="529196" y="677354"/>
                  </a:lnTo>
                  <a:lnTo>
                    <a:pt x="529196" y="665772"/>
                  </a:lnTo>
                  <a:lnTo>
                    <a:pt x="16281" y="12573"/>
                  </a:lnTo>
                  <a:lnTo>
                    <a:pt x="6413" y="0"/>
                  </a:lnTo>
                  <a:lnTo>
                    <a:pt x="0" y="2209"/>
                  </a:lnTo>
                  <a:lnTo>
                    <a:pt x="0" y="1386776"/>
                  </a:lnTo>
                  <a:lnTo>
                    <a:pt x="536371" y="1820024"/>
                  </a:lnTo>
                  <a:lnTo>
                    <a:pt x="536371" y="1805038"/>
                  </a:lnTo>
                  <a:lnTo>
                    <a:pt x="536371" y="67612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BCA49D58-381F-4C1E-B738-CCB6C3AE24CF}"/>
                </a:ext>
              </a:extLst>
            </p:cNvPr>
            <p:cNvSpPr/>
            <p:nvPr/>
          </p:nvSpPr>
          <p:spPr>
            <a:xfrm>
              <a:off x="7069728" y="7171897"/>
              <a:ext cx="490855" cy="1178560"/>
            </a:xfrm>
            <a:custGeom>
              <a:avLst/>
              <a:gdLst/>
              <a:ahLst/>
              <a:cxnLst/>
              <a:rect l="l" t="t" r="r" b="b"/>
              <a:pathLst>
                <a:path w="490854" h="1178559">
                  <a:moveTo>
                    <a:pt x="0" y="0"/>
                  </a:moveTo>
                  <a:lnTo>
                    <a:pt x="0" y="6718"/>
                  </a:lnTo>
                  <a:lnTo>
                    <a:pt x="0" y="838327"/>
                  </a:lnTo>
                  <a:lnTo>
                    <a:pt x="490270" y="1178204"/>
                  </a:lnTo>
                  <a:lnTo>
                    <a:pt x="490270" y="1170965"/>
                  </a:lnTo>
                  <a:lnTo>
                    <a:pt x="5981" y="835215"/>
                  </a:lnTo>
                  <a:lnTo>
                    <a:pt x="5981" y="13423"/>
                  </a:lnTo>
                  <a:lnTo>
                    <a:pt x="490270" y="452399"/>
                  </a:lnTo>
                  <a:lnTo>
                    <a:pt x="490270" y="44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5E88100E-BCC8-4915-9BE7-2313B63470BA}"/>
                </a:ext>
              </a:extLst>
            </p:cNvPr>
            <p:cNvSpPr/>
            <p:nvPr/>
          </p:nvSpPr>
          <p:spPr>
            <a:xfrm>
              <a:off x="5542702" y="8961973"/>
              <a:ext cx="956310" cy="1089660"/>
            </a:xfrm>
            <a:custGeom>
              <a:avLst/>
              <a:gdLst/>
              <a:ahLst/>
              <a:cxnLst/>
              <a:rect l="l" t="t" r="r" b="b"/>
              <a:pathLst>
                <a:path w="956310" h="1089659">
                  <a:moveTo>
                    <a:pt x="0" y="0"/>
                  </a:moveTo>
                  <a:lnTo>
                    <a:pt x="0" y="948220"/>
                  </a:lnTo>
                  <a:lnTo>
                    <a:pt x="956284" y="1089520"/>
                  </a:lnTo>
                  <a:lnTo>
                    <a:pt x="956284" y="1082598"/>
                  </a:lnTo>
                  <a:lnTo>
                    <a:pt x="950315" y="1082598"/>
                  </a:lnTo>
                  <a:lnTo>
                    <a:pt x="5968" y="943063"/>
                  </a:lnTo>
                  <a:lnTo>
                    <a:pt x="5968" y="8178"/>
                  </a:lnTo>
                  <a:lnTo>
                    <a:pt x="25446" y="8178"/>
                  </a:lnTo>
                  <a:lnTo>
                    <a:pt x="0" y="0"/>
                  </a:lnTo>
                  <a:close/>
                </a:path>
                <a:path w="956310" h="1089659">
                  <a:moveTo>
                    <a:pt x="25446" y="8178"/>
                  </a:moveTo>
                  <a:lnTo>
                    <a:pt x="5968" y="8178"/>
                  </a:lnTo>
                  <a:lnTo>
                    <a:pt x="950315" y="311708"/>
                  </a:lnTo>
                  <a:lnTo>
                    <a:pt x="950315" y="1082598"/>
                  </a:lnTo>
                  <a:lnTo>
                    <a:pt x="956284" y="1082598"/>
                  </a:lnTo>
                  <a:lnTo>
                    <a:pt x="956284" y="307365"/>
                  </a:lnTo>
                  <a:lnTo>
                    <a:pt x="25446" y="817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78151757-08DB-4640-9C45-A1B97B302F1B}"/>
                </a:ext>
              </a:extLst>
            </p:cNvPr>
            <p:cNvSpPr/>
            <p:nvPr/>
          </p:nvSpPr>
          <p:spPr>
            <a:xfrm>
              <a:off x="3123703" y="5627470"/>
              <a:ext cx="2077085" cy="1555115"/>
            </a:xfrm>
            <a:custGeom>
              <a:avLst/>
              <a:gdLst/>
              <a:ahLst/>
              <a:cxnLst/>
              <a:rect l="l" t="t" r="r" b="b"/>
              <a:pathLst>
                <a:path w="2077085" h="1555115">
                  <a:moveTo>
                    <a:pt x="2073516" y="0"/>
                  </a:moveTo>
                  <a:lnTo>
                    <a:pt x="0" y="1550225"/>
                  </a:lnTo>
                  <a:lnTo>
                    <a:pt x="3568" y="1555013"/>
                  </a:lnTo>
                  <a:lnTo>
                    <a:pt x="2077085" y="4775"/>
                  </a:lnTo>
                  <a:lnTo>
                    <a:pt x="207351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D5B9B1B9-3794-4536-ACCD-27859321D217}"/>
                </a:ext>
              </a:extLst>
            </p:cNvPr>
            <p:cNvSpPr/>
            <p:nvPr/>
          </p:nvSpPr>
          <p:spPr>
            <a:xfrm>
              <a:off x="2816923" y="6238354"/>
              <a:ext cx="4372610" cy="2820670"/>
            </a:xfrm>
            <a:custGeom>
              <a:avLst/>
              <a:gdLst/>
              <a:ahLst/>
              <a:cxnLst/>
              <a:rect l="l" t="t" r="r" b="b"/>
              <a:pathLst>
                <a:path w="4372609" h="2820670">
                  <a:moveTo>
                    <a:pt x="2385149" y="1410919"/>
                  </a:moveTo>
                  <a:lnTo>
                    <a:pt x="2382723" y="1405483"/>
                  </a:lnTo>
                  <a:lnTo>
                    <a:pt x="0" y="2476601"/>
                  </a:lnTo>
                  <a:lnTo>
                    <a:pt x="2425" y="2482050"/>
                  </a:lnTo>
                  <a:lnTo>
                    <a:pt x="2385149" y="1410919"/>
                  </a:lnTo>
                  <a:close/>
                </a:path>
                <a:path w="4372609" h="2820670">
                  <a:moveTo>
                    <a:pt x="3075114" y="5105"/>
                  </a:moveTo>
                  <a:lnTo>
                    <a:pt x="3072079" y="0"/>
                  </a:lnTo>
                  <a:lnTo>
                    <a:pt x="706666" y="1408823"/>
                  </a:lnTo>
                  <a:lnTo>
                    <a:pt x="709701" y="1413929"/>
                  </a:lnTo>
                  <a:lnTo>
                    <a:pt x="3075114" y="5105"/>
                  </a:lnTo>
                  <a:close/>
                </a:path>
                <a:path w="4372609" h="2820670">
                  <a:moveTo>
                    <a:pt x="3487026" y="978700"/>
                  </a:moveTo>
                  <a:lnTo>
                    <a:pt x="3484626" y="973239"/>
                  </a:lnTo>
                  <a:lnTo>
                    <a:pt x="708863" y="2198916"/>
                  </a:lnTo>
                  <a:lnTo>
                    <a:pt x="711263" y="2204377"/>
                  </a:lnTo>
                  <a:lnTo>
                    <a:pt x="3487026" y="978700"/>
                  </a:lnTo>
                  <a:close/>
                </a:path>
                <a:path w="4372609" h="2820670">
                  <a:moveTo>
                    <a:pt x="4372597" y="1642440"/>
                  </a:moveTo>
                  <a:lnTo>
                    <a:pt x="4370781" y="1636763"/>
                  </a:lnTo>
                  <a:lnTo>
                    <a:pt x="709155" y="2814688"/>
                  </a:lnTo>
                  <a:lnTo>
                    <a:pt x="710971" y="2820352"/>
                  </a:lnTo>
                  <a:lnTo>
                    <a:pt x="4372597" y="164244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512DAD43-9009-4D5C-94A5-99A1E27101C1}"/>
                </a:ext>
              </a:extLst>
            </p:cNvPr>
            <p:cNvSpPr/>
            <p:nvPr/>
          </p:nvSpPr>
          <p:spPr>
            <a:xfrm>
              <a:off x="2085848" y="8439848"/>
              <a:ext cx="6350" cy="2252345"/>
            </a:xfrm>
            <a:custGeom>
              <a:avLst/>
              <a:gdLst/>
              <a:ahLst/>
              <a:cxnLst/>
              <a:rect l="l" t="t" r="r" b="b"/>
              <a:pathLst>
                <a:path w="6350" h="2252345">
                  <a:moveTo>
                    <a:pt x="5981" y="0"/>
                  </a:moveTo>
                  <a:lnTo>
                    <a:pt x="0" y="0"/>
                  </a:lnTo>
                  <a:lnTo>
                    <a:pt x="0" y="2252154"/>
                  </a:lnTo>
                  <a:lnTo>
                    <a:pt x="5981" y="2252154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789514FA-BF4F-4489-8AE2-74F11FBEC3CF}"/>
                </a:ext>
              </a:extLst>
            </p:cNvPr>
            <p:cNvSpPr/>
            <p:nvPr/>
          </p:nvSpPr>
          <p:spPr>
            <a:xfrm>
              <a:off x="2818180" y="7175792"/>
              <a:ext cx="4742180" cy="2367280"/>
            </a:xfrm>
            <a:custGeom>
              <a:avLst/>
              <a:gdLst/>
              <a:ahLst/>
              <a:cxnLst/>
              <a:rect l="l" t="t" r="r" b="b"/>
              <a:pathLst>
                <a:path w="4742180" h="2367279">
                  <a:moveTo>
                    <a:pt x="2834386" y="1619580"/>
                  </a:moveTo>
                  <a:lnTo>
                    <a:pt x="2832874" y="1613814"/>
                  </a:lnTo>
                  <a:lnTo>
                    <a:pt x="609" y="2361082"/>
                  </a:lnTo>
                  <a:lnTo>
                    <a:pt x="2120" y="2366848"/>
                  </a:lnTo>
                  <a:lnTo>
                    <a:pt x="2834386" y="1619580"/>
                  </a:lnTo>
                  <a:close/>
                </a:path>
                <a:path w="4742180" h="2367279">
                  <a:moveTo>
                    <a:pt x="4255490" y="835723"/>
                  </a:moveTo>
                  <a:lnTo>
                    <a:pt x="4253725" y="830033"/>
                  </a:lnTo>
                  <a:lnTo>
                    <a:pt x="0" y="2152637"/>
                  </a:lnTo>
                  <a:lnTo>
                    <a:pt x="1778" y="2158327"/>
                  </a:lnTo>
                  <a:lnTo>
                    <a:pt x="4255490" y="835723"/>
                  </a:lnTo>
                  <a:close/>
                </a:path>
                <a:path w="4742180" h="2367279">
                  <a:moveTo>
                    <a:pt x="4255668" y="5537"/>
                  </a:moveTo>
                  <a:lnTo>
                    <a:pt x="4253420" y="0"/>
                  </a:lnTo>
                  <a:lnTo>
                    <a:pt x="707682" y="1441450"/>
                  </a:lnTo>
                  <a:lnTo>
                    <a:pt x="709930" y="1446974"/>
                  </a:lnTo>
                  <a:lnTo>
                    <a:pt x="4255668" y="5537"/>
                  </a:lnTo>
                  <a:close/>
                </a:path>
                <a:path w="4742180" h="2367279">
                  <a:moveTo>
                    <a:pt x="4741811" y="1290358"/>
                  </a:moveTo>
                  <a:lnTo>
                    <a:pt x="637844" y="2292527"/>
                  </a:lnTo>
                  <a:lnTo>
                    <a:pt x="639241" y="2298293"/>
                  </a:lnTo>
                  <a:lnTo>
                    <a:pt x="4741811" y="1296492"/>
                  </a:lnTo>
                  <a:lnTo>
                    <a:pt x="4741811" y="129035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18A114A2-2DFF-4A19-84B1-CACE52C83C69}"/>
                </a:ext>
              </a:extLst>
            </p:cNvPr>
            <p:cNvSpPr/>
            <p:nvPr/>
          </p:nvSpPr>
          <p:spPr>
            <a:xfrm>
              <a:off x="2624290" y="3512146"/>
              <a:ext cx="4935855" cy="7179945"/>
            </a:xfrm>
            <a:custGeom>
              <a:avLst/>
              <a:gdLst/>
              <a:ahLst/>
              <a:cxnLst/>
              <a:rect l="l" t="t" r="r" b="b"/>
              <a:pathLst>
                <a:path w="4935855" h="7179945">
                  <a:moveTo>
                    <a:pt x="4935702" y="2030882"/>
                  </a:moveTo>
                  <a:lnTo>
                    <a:pt x="4487977" y="2282901"/>
                  </a:lnTo>
                  <a:lnTo>
                    <a:pt x="3198469" y="640892"/>
                  </a:lnTo>
                  <a:lnTo>
                    <a:pt x="3919690" y="4457"/>
                  </a:lnTo>
                  <a:lnTo>
                    <a:pt x="3915753" y="0"/>
                  </a:lnTo>
                  <a:lnTo>
                    <a:pt x="3194786" y="636206"/>
                  </a:lnTo>
                  <a:lnTo>
                    <a:pt x="2956687" y="333006"/>
                  </a:lnTo>
                  <a:lnTo>
                    <a:pt x="2951988" y="336689"/>
                  </a:lnTo>
                  <a:lnTo>
                    <a:pt x="3190303" y="640168"/>
                  </a:lnTo>
                  <a:lnTo>
                    <a:pt x="2952496" y="850011"/>
                  </a:lnTo>
                  <a:lnTo>
                    <a:pt x="2956433" y="854468"/>
                  </a:lnTo>
                  <a:lnTo>
                    <a:pt x="3193973" y="644855"/>
                  </a:lnTo>
                  <a:lnTo>
                    <a:pt x="4484217" y="2287790"/>
                  </a:lnTo>
                  <a:lnTo>
                    <a:pt x="4484217" y="2655532"/>
                  </a:lnTo>
                  <a:lnTo>
                    <a:pt x="0" y="4989169"/>
                  </a:lnTo>
                  <a:lnTo>
                    <a:pt x="2755" y="4994465"/>
                  </a:lnTo>
                  <a:lnTo>
                    <a:pt x="4484217" y="2662263"/>
                  </a:lnTo>
                  <a:lnTo>
                    <a:pt x="4484217" y="7179856"/>
                  </a:lnTo>
                  <a:lnTo>
                    <a:pt x="4490199" y="7179856"/>
                  </a:lnTo>
                  <a:lnTo>
                    <a:pt x="4490199" y="2659151"/>
                  </a:lnTo>
                  <a:lnTo>
                    <a:pt x="4935702" y="2427300"/>
                  </a:lnTo>
                  <a:lnTo>
                    <a:pt x="4935702" y="2420569"/>
                  </a:lnTo>
                  <a:lnTo>
                    <a:pt x="4490199" y="2652420"/>
                  </a:lnTo>
                  <a:lnTo>
                    <a:pt x="4490199" y="2288489"/>
                  </a:lnTo>
                  <a:lnTo>
                    <a:pt x="4935702" y="2037715"/>
                  </a:lnTo>
                  <a:lnTo>
                    <a:pt x="4935702" y="203088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96F2482E-D32D-4702-8A02-9A87A676C6E8}"/>
                </a:ext>
              </a:extLst>
            </p:cNvPr>
            <p:cNvSpPr/>
            <p:nvPr/>
          </p:nvSpPr>
          <p:spPr>
            <a:xfrm>
              <a:off x="1636694" y="8533066"/>
              <a:ext cx="929640" cy="487680"/>
            </a:xfrm>
            <a:custGeom>
              <a:avLst/>
              <a:gdLst/>
              <a:ahLst/>
              <a:cxnLst/>
              <a:rect l="l" t="t" r="r" b="b"/>
              <a:pathLst>
                <a:path w="929639" h="487679">
                  <a:moveTo>
                    <a:pt x="926541" y="0"/>
                  </a:moveTo>
                  <a:lnTo>
                    <a:pt x="0" y="482193"/>
                  </a:lnTo>
                  <a:lnTo>
                    <a:pt x="2755" y="487489"/>
                  </a:lnTo>
                  <a:lnTo>
                    <a:pt x="929297" y="5295"/>
                  </a:lnTo>
                  <a:lnTo>
                    <a:pt x="92654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307CDCF3-9337-4646-93D8-15D7BFFB89A6}"/>
                </a:ext>
              </a:extLst>
            </p:cNvPr>
            <p:cNvSpPr/>
            <p:nvPr/>
          </p:nvSpPr>
          <p:spPr>
            <a:xfrm>
              <a:off x="7557223" y="4717808"/>
              <a:ext cx="3175" cy="1895475"/>
            </a:xfrm>
            <a:custGeom>
              <a:avLst/>
              <a:gdLst/>
              <a:ahLst/>
              <a:cxnLst/>
              <a:rect l="l" t="t" r="r" b="b"/>
              <a:pathLst>
                <a:path w="3175" h="1895475">
                  <a:moveTo>
                    <a:pt x="2781" y="0"/>
                  </a:moveTo>
                  <a:lnTo>
                    <a:pt x="0" y="0"/>
                  </a:lnTo>
                  <a:lnTo>
                    <a:pt x="0" y="1895182"/>
                  </a:lnTo>
                  <a:lnTo>
                    <a:pt x="2781" y="1895182"/>
                  </a:lnTo>
                  <a:lnTo>
                    <a:pt x="27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10CA88D8-42F9-4F29-AAA5-B32B2A6F9C2A}"/>
                </a:ext>
              </a:extLst>
            </p:cNvPr>
            <p:cNvSpPr/>
            <p:nvPr/>
          </p:nvSpPr>
          <p:spPr>
            <a:xfrm>
              <a:off x="6960806" y="4481766"/>
              <a:ext cx="6350" cy="1759585"/>
            </a:xfrm>
            <a:custGeom>
              <a:avLst/>
              <a:gdLst/>
              <a:ahLst/>
              <a:cxnLst/>
              <a:rect l="l" t="t" r="r" b="b"/>
              <a:pathLst>
                <a:path w="6350" h="1759585">
                  <a:moveTo>
                    <a:pt x="5981" y="0"/>
                  </a:moveTo>
                  <a:lnTo>
                    <a:pt x="0" y="0"/>
                  </a:lnTo>
                  <a:lnTo>
                    <a:pt x="0" y="1759305"/>
                  </a:lnTo>
                  <a:lnTo>
                    <a:pt x="5981" y="1759305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1B10A95B-50BF-44B5-B902-C46D477BDF5E}"/>
                </a:ext>
              </a:extLst>
            </p:cNvPr>
            <p:cNvSpPr/>
            <p:nvPr/>
          </p:nvSpPr>
          <p:spPr>
            <a:xfrm>
              <a:off x="872477" y="8986037"/>
              <a:ext cx="5019040" cy="1706245"/>
            </a:xfrm>
            <a:custGeom>
              <a:avLst/>
              <a:gdLst/>
              <a:ahLst/>
              <a:cxnLst/>
              <a:rect l="l" t="t" r="r" b="b"/>
              <a:pathLst>
                <a:path w="5019040" h="1706245">
                  <a:moveTo>
                    <a:pt x="534009" y="1503210"/>
                  </a:moveTo>
                  <a:lnTo>
                    <a:pt x="533590" y="1497266"/>
                  </a:lnTo>
                  <a:lnTo>
                    <a:pt x="0" y="1536585"/>
                  </a:lnTo>
                  <a:lnTo>
                    <a:pt x="406" y="1542542"/>
                  </a:lnTo>
                  <a:lnTo>
                    <a:pt x="534009" y="1503210"/>
                  </a:lnTo>
                  <a:close/>
                </a:path>
                <a:path w="5019040" h="1706245">
                  <a:moveTo>
                    <a:pt x="4328604" y="1223518"/>
                  </a:moveTo>
                  <a:lnTo>
                    <a:pt x="4328185" y="1217574"/>
                  </a:lnTo>
                  <a:lnTo>
                    <a:pt x="2654249" y="1340942"/>
                  </a:lnTo>
                  <a:lnTo>
                    <a:pt x="2654668" y="1346898"/>
                  </a:lnTo>
                  <a:lnTo>
                    <a:pt x="4328604" y="1223518"/>
                  </a:lnTo>
                  <a:close/>
                </a:path>
                <a:path w="5019040" h="1706245">
                  <a:moveTo>
                    <a:pt x="5018646" y="5816"/>
                  </a:moveTo>
                  <a:lnTo>
                    <a:pt x="5017313" y="0"/>
                  </a:lnTo>
                  <a:lnTo>
                    <a:pt x="572096" y="1019136"/>
                  </a:lnTo>
                  <a:lnTo>
                    <a:pt x="569772" y="1019657"/>
                  </a:lnTo>
                  <a:lnTo>
                    <a:pt x="569785" y="1705965"/>
                  </a:lnTo>
                  <a:lnTo>
                    <a:pt x="575729" y="1705965"/>
                  </a:lnTo>
                  <a:lnTo>
                    <a:pt x="575729" y="1024407"/>
                  </a:lnTo>
                  <a:lnTo>
                    <a:pt x="5018646" y="581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6837E866-0D16-4E63-A0C4-59D94AA192D4}"/>
                </a:ext>
              </a:extLst>
            </p:cNvPr>
            <p:cNvSpPr/>
            <p:nvPr/>
          </p:nvSpPr>
          <p:spPr>
            <a:xfrm>
              <a:off x="0" y="10577207"/>
              <a:ext cx="132715" cy="15875"/>
            </a:xfrm>
            <a:custGeom>
              <a:avLst/>
              <a:gdLst/>
              <a:ahLst/>
              <a:cxnLst/>
              <a:rect l="l" t="t" r="r" b="b"/>
              <a:pathLst>
                <a:path w="132715" h="15875">
                  <a:moveTo>
                    <a:pt x="131864" y="0"/>
                  </a:moveTo>
                  <a:lnTo>
                    <a:pt x="0" y="9728"/>
                  </a:lnTo>
                  <a:lnTo>
                    <a:pt x="0" y="15709"/>
                  </a:lnTo>
                  <a:lnTo>
                    <a:pt x="132295" y="5956"/>
                  </a:lnTo>
                  <a:lnTo>
                    <a:pt x="13186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00643B00-C8A6-4B56-B6EF-5D5EC73E3896}"/>
                </a:ext>
              </a:extLst>
            </p:cNvPr>
            <p:cNvSpPr/>
            <p:nvPr/>
          </p:nvSpPr>
          <p:spPr>
            <a:xfrm>
              <a:off x="2818269" y="9352877"/>
              <a:ext cx="4742180" cy="1099820"/>
            </a:xfrm>
            <a:custGeom>
              <a:avLst/>
              <a:gdLst/>
              <a:ahLst/>
              <a:cxnLst/>
              <a:rect l="l" t="t" r="r" b="b"/>
              <a:pathLst>
                <a:path w="4742180" h="1099820">
                  <a:moveTo>
                    <a:pt x="3677945" y="698131"/>
                  </a:moveTo>
                  <a:lnTo>
                    <a:pt x="3677475" y="692175"/>
                  </a:lnTo>
                  <a:lnTo>
                    <a:pt x="708647" y="934110"/>
                  </a:lnTo>
                  <a:lnTo>
                    <a:pt x="709117" y="940066"/>
                  </a:lnTo>
                  <a:lnTo>
                    <a:pt x="3677945" y="698131"/>
                  </a:lnTo>
                  <a:close/>
                </a:path>
                <a:path w="4742180" h="1099820">
                  <a:moveTo>
                    <a:pt x="4161663" y="769594"/>
                  </a:moveTo>
                  <a:lnTo>
                    <a:pt x="4161269" y="763651"/>
                  </a:lnTo>
                  <a:lnTo>
                    <a:pt x="708164" y="1000455"/>
                  </a:lnTo>
                  <a:lnTo>
                    <a:pt x="708571" y="1006424"/>
                  </a:lnTo>
                  <a:lnTo>
                    <a:pt x="4161663" y="769594"/>
                  </a:lnTo>
                  <a:close/>
                </a:path>
                <a:path w="4742180" h="1099820">
                  <a:moveTo>
                    <a:pt x="4161904" y="5880"/>
                  </a:moveTo>
                  <a:lnTo>
                    <a:pt x="4161002" y="0"/>
                  </a:lnTo>
                  <a:lnTo>
                    <a:pt x="0" y="655281"/>
                  </a:lnTo>
                  <a:lnTo>
                    <a:pt x="914" y="661162"/>
                  </a:lnTo>
                  <a:lnTo>
                    <a:pt x="4161904" y="5880"/>
                  </a:lnTo>
                  <a:close/>
                </a:path>
                <a:path w="4742180" h="1099820">
                  <a:moveTo>
                    <a:pt x="4741723" y="889762"/>
                  </a:moveTo>
                  <a:lnTo>
                    <a:pt x="707301" y="1093457"/>
                  </a:lnTo>
                  <a:lnTo>
                    <a:pt x="707580" y="1099413"/>
                  </a:lnTo>
                  <a:lnTo>
                    <a:pt x="4741723" y="895731"/>
                  </a:lnTo>
                  <a:lnTo>
                    <a:pt x="4741723" y="889762"/>
                  </a:lnTo>
                  <a:close/>
                </a:path>
                <a:path w="4742180" h="1099820">
                  <a:moveTo>
                    <a:pt x="4741723" y="289433"/>
                  </a:moveTo>
                  <a:lnTo>
                    <a:pt x="127" y="839216"/>
                  </a:lnTo>
                  <a:lnTo>
                    <a:pt x="800" y="845134"/>
                  </a:lnTo>
                  <a:lnTo>
                    <a:pt x="4741723" y="295440"/>
                  </a:lnTo>
                  <a:lnTo>
                    <a:pt x="4741723" y="28943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E6561AAB-3C98-4050-8CFB-44E417234524}"/>
                </a:ext>
              </a:extLst>
            </p:cNvPr>
            <p:cNvSpPr/>
            <p:nvPr/>
          </p:nvSpPr>
          <p:spPr>
            <a:xfrm>
              <a:off x="870530" y="10459818"/>
              <a:ext cx="536575" cy="50165"/>
            </a:xfrm>
            <a:custGeom>
              <a:avLst/>
              <a:gdLst/>
              <a:ahLst/>
              <a:cxnLst/>
              <a:rect l="l" t="t" r="r" b="b"/>
              <a:pathLst>
                <a:path w="536575" h="50165">
                  <a:moveTo>
                    <a:pt x="535520" y="0"/>
                  </a:moveTo>
                  <a:lnTo>
                    <a:pt x="0" y="43624"/>
                  </a:lnTo>
                  <a:lnTo>
                    <a:pt x="469" y="49593"/>
                  </a:lnTo>
                  <a:lnTo>
                    <a:pt x="535978" y="5943"/>
                  </a:lnTo>
                  <a:lnTo>
                    <a:pt x="53552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EC10DAFC-DD22-493A-A988-B8CB68B7AB4C}"/>
                </a:ext>
              </a:extLst>
            </p:cNvPr>
            <p:cNvSpPr/>
            <p:nvPr/>
          </p:nvSpPr>
          <p:spPr>
            <a:xfrm>
              <a:off x="0" y="10563763"/>
              <a:ext cx="131445" cy="17145"/>
            </a:xfrm>
            <a:custGeom>
              <a:avLst/>
              <a:gdLst/>
              <a:ahLst/>
              <a:cxnLst/>
              <a:rect l="l" t="t" r="r" b="b"/>
              <a:pathLst>
                <a:path w="131445" h="17145">
                  <a:moveTo>
                    <a:pt x="130479" y="0"/>
                  </a:moveTo>
                  <a:lnTo>
                    <a:pt x="0" y="10629"/>
                  </a:lnTo>
                  <a:lnTo>
                    <a:pt x="0" y="16624"/>
                  </a:lnTo>
                  <a:lnTo>
                    <a:pt x="130949" y="5943"/>
                  </a:lnTo>
                  <a:lnTo>
                    <a:pt x="1304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D1C9E7AC-67BB-40D0-9C2B-0459F3BE7F33}"/>
                </a:ext>
              </a:extLst>
            </p:cNvPr>
            <p:cNvSpPr/>
            <p:nvPr/>
          </p:nvSpPr>
          <p:spPr>
            <a:xfrm>
              <a:off x="2716274" y="9904660"/>
              <a:ext cx="2830195" cy="323215"/>
            </a:xfrm>
            <a:custGeom>
              <a:avLst/>
              <a:gdLst/>
              <a:ahLst/>
              <a:cxnLst/>
              <a:rect l="l" t="t" r="r" b="b"/>
              <a:pathLst>
                <a:path w="2830195" h="323215">
                  <a:moveTo>
                    <a:pt x="2829140" y="0"/>
                  </a:moveTo>
                  <a:lnTo>
                    <a:pt x="0" y="316661"/>
                  </a:lnTo>
                  <a:lnTo>
                    <a:pt x="647" y="322592"/>
                  </a:lnTo>
                  <a:lnTo>
                    <a:pt x="2829788" y="5918"/>
                  </a:lnTo>
                  <a:lnTo>
                    <a:pt x="282914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538DF696-832C-4BB2-A2D7-1D26FCC237FB}"/>
                </a:ext>
              </a:extLst>
            </p:cNvPr>
            <p:cNvSpPr/>
            <p:nvPr/>
          </p:nvSpPr>
          <p:spPr>
            <a:xfrm>
              <a:off x="0" y="10253789"/>
              <a:ext cx="2427605" cy="278130"/>
            </a:xfrm>
            <a:custGeom>
              <a:avLst/>
              <a:gdLst/>
              <a:ahLst/>
              <a:cxnLst/>
              <a:rect l="l" t="t" r="r" b="b"/>
              <a:pathLst>
                <a:path w="2427605" h="278129">
                  <a:moveTo>
                    <a:pt x="1406601" y="120142"/>
                  </a:moveTo>
                  <a:lnTo>
                    <a:pt x="1405940" y="114211"/>
                  </a:lnTo>
                  <a:lnTo>
                    <a:pt x="0" y="271576"/>
                  </a:lnTo>
                  <a:lnTo>
                    <a:pt x="0" y="277583"/>
                  </a:lnTo>
                  <a:lnTo>
                    <a:pt x="1406601" y="120142"/>
                  </a:lnTo>
                  <a:close/>
                </a:path>
                <a:path w="2427605" h="278129">
                  <a:moveTo>
                    <a:pt x="1599374" y="98552"/>
                  </a:moveTo>
                  <a:lnTo>
                    <a:pt x="1598726" y="92633"/>
                  </a:lnTo>
                  <a:lnTo>
                    <a:pt x="1444917" y="109842"/>
                  </a:lnTo>
                  <a:lnTo>
                    <a:pt x="1445564" y="115773"/>
                  </a:lnTo>
                  <a:lnTo>
                    <a:pt x="1599374" y="98552"/>
                  </a:lnTo>
                  <a:close/>
                </a:path>
                <a:path w="2427605" h="278129">
                  <a:moveTo>
                    <a:pt x="2426982" y="5918"/>
                  </a:moveTo>
                  <a:lnTo>
                    <a:pt x="2426335" y="0"/>
                  </a:lnTo>
                  <a:lnTo>
                    <a:pt x="1638147" y="88214"/>
                  </a:lnTo>
                  <a:lnTo>
                    <a:pt x="1638795" y="94145"/>
                  </a:lnTo>
                  <a:lnTo>
                    <a:pt x="2426982" y="591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667F2BD3-A712-4064-898C-C4622A937A59}"/>
                </a:ext>
              </a:extLst>
            </p:cNvPr>
            <p:cNvSpPr/>
            <p:nvPr/>
          </p:nvSpPr>
          <p:spPr>
            <a:xfrm>
              <a:off x="3649554" y="9268574"/>
              <a:ext cx="2847340" cy="510540"/>
            </a:xfrm>
            <a:custGeom>
              <a:avLst/>
              <a:gdLst/>
              <a:ahLst/>
              <a:cxnLst/>
              <a:rect l="l" t="t" r="r" b="b"/>
              <a:pathLst>
                <a:path w="2847340" h="510540">
                  <a:moveTo>
                    <a:pt x="2845993" y="0"/>
                  </a:moveTo>
                  <a:lnTo>
                    <a:pt x="0" y="504520"/>
                  </a:lnTo>
                  <a:lnTo>
                    <a:pt x="1041" y="510400"/>
                  </a:lnTo>
                  <a:lnTo>
                    <a:pt x="2847009" y="5867"/>
                  </a:lnTo>
                  <a:lnTo>
                    <a:pt x="284599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29E538DA-D201-4E48-A70D-7B3838AF6A0E}"/>
                </a:ext>
              </a:extLst>
            </p:cNvPr>
            <p:cNvSpPr/>
            <p:nvPr/>
          </p:nvSpPr>
          <p:spPr>
            <a:xfrm>
              <a:off x="0" y="10170881"/>
              <a:ext cx="1407160" cy="255270"/>
            </a:xfrm>
            <a:custGeom>
              <a:avLst/>
              <a:gdLst/>
              <a:ahLst/>
              <a:cxnLst/>
              <a:rect l="l" t="t" r="r" b="b"/>
              <a:pathLst>
                <a:path w="1407160" h="255270">
                  <a:moveTo>
                    <a:pt x="1405750" y="0"/>
                  </a:moveTo>
                  <a:lnTo>
                    <a:pt x="0" y="249085"/>
                  </a:lnTo>
                  <a:lnTo>
                    <a:pt x="0" y="255130"/>
                  </a:lnTo>
                  <a:lnTo>
                    <a:pt x="1406791" y="5867"/>
                  </a:lnTo>
                  <a:lnTo>
                    <a:pt x="140575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05B77AAA-74E7-4A95-98A6-7739A1684220}"/>
                </a:ext>
              </a:extLst>
            </p:cNvPr>
            <p:cNvSpPr/>
            <p:nvPr/>
          </p:nvSpPr>
          <p:spPr>
            <a:xfrm>
              <a:off x="3525393" y="3471049"/>
              <a:ext cx="4034790" cy="3884295"/>
            </a:xfrm>
            <a:custGeom>
              <a:avLst/>
              <a:gdLst/>
              <a:ahLst/>
              <a:cxnLst/>
              <a:rect l="l" t="t" r="r" b="b"/>
              <a:pathLst>
                <a:path w="4034790" h="3884295">
                  <a:moveTo>
                    <a:pt x="4034599" y="1246174"/>
                  </a:moveTo>
                  <a:lnTo>
                    <a:pt x="4033355" y="1244269"/>
                  </a:lnTo>
                  <a:lnTo>
                    <a:pt x="2922092" y="1970176"/>
                  </a:lnTo>
                  <a:lnTo>
                    <a:pt x="2922092" y="213220"/>
                  </a:lnTo>
                  <a:lnTo>
                    <a:pt x="3435870" y="1012304"/>
                  </a:lnTo>
                  <a:lnTo>
                    <a:pt x="3438334" y="1010729"/>
                  </a:lnTo>
                  <a:lnTo>
                    <a:pt x="3440112" y="1013155"/>
                  </a:lnTo>
                  <a:lnTo>
                    <a:pt x="3658641" y="854456"/>
                  </a:lnTo>
                  <a:lnTo>
                    <a:pt x="3655149" y="849617"/>
                  </a:lnTo>
                  <a:lnTo>
                    <a:pt x="3439185" y="1006462"/>
                  </a:lnTo>
                  <a:lnTo>
                    <a:pt x="2922994" y="203593"/>
                  </a:lnTo>
                  <a:lnTo>
                    <a:pt x="3153003" y="4495"/>
                  </a:lnTo>
                  <a:lnTo>
                    <a:pt x="3149104" y="0"/>
                  </a:lnTo>
                  <a:lnTo>
                    <a:pt x="2916148" y="201650"/>
                  </a:lnTo>
                  <a:lnTo>
                    <a:pt x="2916136" y="1974062"/>
                  </a:lnTo>
                  <a:lnTo>
                    <a:pt x="0" y="3878935"/>
                  </a:lnTo>
                  <a:lnTo>
                    <a:pt x="3263" y="3883926"/>
                  </a:lnTo>
                  <a:lnTo>
                    <a:pt x="2916136" y="1981174"/>
                  </a:lnTo>
                  <a:lnTo>
                    <a:pt x="2916136" y="2190521"/>
                  </a:lnTo>
                  <a:lnTo>
                    <a:pt x="2916898" y="2192502"/>
                  </a:lnTo>
                  <a:lnTo>
                    <a:pt x="3437674" y="2773705"/>
                  </a:lnTo>
                  <a:lnTo>
                    <a:pt x="3658616" y="2656332"/>
                  </a:lnTo>
                  <a:lnTo>
                    <a:pt x="3655809" y="2651061"/>
                  </a:lnTo>
                  <a:lnTo>
                    <a:pt x="3438995" y="2766250"/>
                  </a:lnTo>
                  <a:lnTo>
                    <a:pt x="2923679" y="2191169"/>
                  </a:lnTo>
                  <a:lnTo>
                    <a:pt x="3153321" y="2047290"/>
                  </a:lnTo>
                  <a:lnTo>
                    <a:pt x="3150171" y="2042248"/>
                  </a:lnTo>
                  <a:lnTo>
                    <a:pt x="2922092" y="2185162"/>
                  </a:lnTo>
                  <a:lnTo>
                    <a:pt x="2922092" y="1977288"/>
                  </a:lnTo>
                  <a:lnTo>
                    <a:pt x="4034599" y="1250569"/>
                  </a:lnTo>
                  <a:lnTo>
                    <a:pt x="4034599" y="124617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4271A65C-C00F-4940-B764-EBCA1544A2AB}"/>
                </a:ext>
              </a:extLst>
            </p:cNvPr>
            <p:cNvSpPr/>
            <p:nvPr/>
          </p:nvSpPr>
          <p:spPr>
            <a:xfrm>
              <a:off x="408825" y="9521825"/>
              <a:ext cx="576580" cy="749935"/>
            </a:xfrm>
            <a:custGeom>
              <a:avLst/>
              <a:gdLst/>
              <a:ahLst/>
              <a:cxnLst/>
              <a:rect l="l" t="t" r="r" b="b"/>
              <a:pathLst>
                <a:path w="576580" h="749934">
                  <a:moveTo>
                    <a:pt x="575678" y="666076"/>
                  </a:moveTo>
                  <a:lnTo>
                    <a:pt x="574509" y="660234"/>
                  </a:lnTo>
                  <a:lnTo>
                    <a:pt x="160248" y="743851"/>
                  </a:lnTo>
                  <a:lnTo>
                    <a:pt x="22631" y="732497"/>
                  </a:lnTo>
                  <a:lnTo>
                    <a:pt x="401980" y="647534"/>
                  </a:lnTo>
                  <a:lnTo>
                    <a:pt x="400697" y="641718"/>
                  </a:lnTo>
                  <a:lnTo>
                    <a:pt x="5943" y="730148"/>
                  </a:lnTo>
                  <a:lnTo>
                    <a:pt x="5956" y="199390"/>
                  </a:lnTo>
                  <a:lnTo>
                    <a:pt x="402653" y="5334"/>
                  </a:lnTo>
                  <a:lnTo>
                    <a:pt x="400037" y="0"/>
                  </a:lnTo>
                  <a:lnTo>
                    <a:pt x="0" y="195668"/>
                  </a:lnTo>
                  <a:lnTo>
                    <a:pt x="0" y="736600"/>
                  </a:lnTo>
                  <a:lnTo>
                    <a:pt x="160134" y="749833"/>
                  </a:lnTo>
                  <a:lnTo>
                    <a:pt x="575678" y="666076"/>
                  </a:lnTo>
                  <a:close/>
                </a:path>
                <a:path w="576580" h="749934">
                  <a:moveTo>
                    <a:pt x="576351" y="45821"/>
                  </a:moveTo>
                  <a:lnTo>
                    <a:pt x="573951" y="40373"/>
                  </a:lnTo>
                  <a:lnTo>
                    <a:pt x="159181" y="223189"/>
                  </a:lnTo>
                  <a:lnTo>
                    <a:pt x="161582" y="228650"/>
                  </a:lnTo>
                  <a:lnTo>
                    <a:pt x="576351" y="4582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7328A962-A484-464D-95B0-CDEF9C33446B}"/>
                </a:ext>
              </a:extLst>
            </p:cNvPr>
            <p:cNvSpPr/>
            <p:nvPr/>
          </p:nvSpPr>
          <p:spPr>
            <a:xfrm>
              <a:off x="2182088" y="10119106"/>
              <a:ext cx="6350" cy="351155"/>
            </a:xfrm>
            <a:custGeom>
              <a:avLst/>
              <a:gdLst/>
              <a:ahLst/>
              <a:cxnLst/>
              <a:rect l="l" t="t" r="r" b="b"/>
              <a:pathLst>
                <a:path w="6350" h="351154">
                  <a:moveTo>
                    <a:pt x="5968" y="0"/>
                  </a:moveTo>
                  <a:lnTo>
                    <a:pt x="0" y="0"/>
                  </a:lnTo>
                  <a:lnTo>
                    <a:pt x="0" y="351066"/>
                  </a:lnTo>
                  <a:lnTo>
                    <a:pt x="5968" y="351066"/>
                  </a:lnTo>
                  <a:lnTo>
                    <a:pt x="596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32F0280E-1420-4D1A-9A1C-4659EE565539}"/>
                </a:ext>
              </a:extLst>
            </p:cNvPr>
            <p:cNvSpPr/>
            <p:nvPr/>
          </p:nvSpPr>
          <p:spPr>
            <a:xfrm>
              <a:off x="566216" y="9747758"/>
              <a:ext cx="6350" cy="521334"/>
            </a:xfrm>
            <a:custGeom>
              <a:avLst/>
              <a:gdLst/>
              <a:ahLst/>
              <a:cxnLst/>
              <a:rect l="l" t="t" r="r" b="b"/>
              <a:pathLst>
                <a:path w="6350" h="521334">
                  <a:moveTo>
                    <a:pt x="5981" y="0"/>
                  </a:moveTo>
                  <a:lnTo>
                    <a:pt x="0" y="0"/>
                  </a:lnTo>
                  <a:lnTo>
                    <a:pt x="0" y="520941"/>
                  </a:lnTo>
                  <a:lnTo>
                    <a:pt x="5981" y="520941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CF424ECB-9824-47F8-AE88-85852B45179D}"/>
                </a:ext>
              </a:extLst>
            </p:cNvPr>
            <p:cNvSpPr/>
            <p:nvPr/>
          </p:nvSpPr>
          <p:spPr>
            <a:xfrm>
              <a:off x="1638020" y="10033648"/>
              <a:ext cx="1181735" cy="185420"/>
            </a:xfrm>
            <a:custGeom>
              <a:avLst/>
              <a:gdLst/>
              <a:ahLst/>
              <a:cxnLst/>
              <a:rect l="l" t="t" r="r" b="b"/>
              <a:pathLst>
                <a:path w="1181735" h="185420">
                  <a:moveTo>
                    <a:pt x="791032" y="65532"/>
                  </a:moveTo>
                  <a:lnTo>
                    <a:pt x="790143" y="59626"/>
                  </a:lnTo>
                  <a:lnTo>
                    <a:pt x="0" y="179425"/>
                  </a:lnTo>
                  <a:lnTo>
                    <a:pt x="889" y="185331"/>
                  </a:lnTo>
                  <a:lnTo>
                    <a:pt x="791032" y="65532"/>
                  </a:lnTo>
                  <a:close/>
                </a:path>
                <a:path w="1181735" h="185420">
                  <a:moveTo>
                    <a:pt x="1075702" y="5880"/>
                  </a:moveTo>
                  <a:lnTo>
                    <a:pt x="1074788" y="0"/>
                  </a:lnTo>
                  <a:lnTo>
                    <a:pt x="546582" y="82092"/>
                  </a:lnTo>
                  <a:lnTo>
                    <a:pt x="547471" y="87972"/>
                  </a:lnTo>
                  <a:lnTo>
                    <a:pt x="1075702" y="5880"/>
                  </a:lnTo>
                  <a:close/>
                </a:path>
                <a:path w="1181735" h="185420">
                  <a:moveTo>
                    <a:pt x="1181176" y="6375"/>
                  </a:moveTo>
                  <a:lnTo>
                    <a:pt x="1180287" y="482"/>
                  </a:lnTo>
                  <a:lnTo>
                    <a:pt x="1077760" y="16014"/>
                  </a:lnTo>
                  <a:lnTo>
                    <a:pt x="1078649" y="21932"/>
                  </a:lnTo>
                  <a:lnTo>
                    <a:pt x="1181176" y="637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7A6161A5-98FB-417E-9253-D9BE5D66819E}"/>
                </a:ext>
              </a:extLst>
            </p:cNvPr>
            <p:cNvSpPr/>
            <p:nvPr/>
          </p:nvSpPr>
          <p:spPr>
            <a:xfrm>
              <a:off x="428839" y="10313559"/>
              <a:ext cx="806450" cy="117475"/>
            </a:xfrm>
            <a:custGeom>
              <a:avLst/>
              <a:gdLst/>
              <a:ahLst/>
              <a:cxnLst/>
              <a:rect l="l" t="t" r="r" b="b"/>
              <a:pathLst>
                <a:path w="806450" h="117475">
                  <a:moveTo>
                    <a:pt x="805599" y="0"/>
                  </a:moveTo>
                  <a:lnTo>
                    <a:pt x="0" y="111010"/>
                  </a:lnTo>
                  <a:lnTo>
                    <a:pt x="787" y="116916"/>
                  </a:lnTo>
                  <a:lnTo>
                    <a:pt x="806399" y="5905"/>
                  </a:lnTo>
                  <a:lnTo>
                    <a:pt x="80559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71C7DBB6-99F7-4CB6-A46C-EEF5AC2EC489}"/>
                </a:ext>
              </a:extLst>
            </p:cNvPr>
            <p:cNvSpPr/>
            <p:nvPr/>
          </p:nvSpPr>
          <p:spPr>
            <a:xfrm>
              <a:off x="3417763" y="8655867"/>
              <a:ext cx="925194" cy="323850"/>
            </a:xfrm>
            <a:custGeom>
              <a:avLst/>
              <a:gdLst/>
              <a:ahLst/>
              <a:cxnLst/>
              <a:rect l="l" t="t" r="r" b="b"/>
              <a:pathLst>
                <a:path w="925195" h="323850">
                  <a:moveTo>
                    <a:pt x="922959" y="0"/>
                  </a:moveTo>
                  <a:lnTo>
                    <a:pt x="0" y="317830"/>
                  </a:lnTo>
                  <a:lnTo>
                    <a:pt x="1930" y="323481"/>
                  </a:lnTo>
                  <a:lnTo>
                    <a:pt x="924902" y="5651"/>
                  </a:lnTo>
                  <a:lnTo>
                    <a:pt x="92295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A83338E7-6A47-48B3-8242-93C2F323B608}"/>
                </a:ext>
              </a:extLst>
            </p:cNvPr>
            <p:cNvSpPr/>
            <p:nvPr/>
          </p:nvSpPr>
          <p:spPr>
            <a:xfrm>
              <a:off x="1887334" y="7368984"/>
              <a:ext cx="481965" cy="2503170"/>
            </a:xfrm>
            <a:custGeom>
              <a:avLst/>
              <a:gdLst/>
              <a:ahLst/>
              <a:cxnLst/>
              <a:rect l="l" t="t" r="r" b="b"/>
              <a:pathLst>
                <a:path w="481964" h="2503170">
                  <a:moveTo>
                    <a:pt x="481584" y="238137"/>
                  </a:moveTo>
                  <a:lnTo>
                    <a:pt x="210299" y="0"/>
                  </a:lnTo>
                  <a:lnTo>
                    <a:pt x="205587" y="5372"/>
                  </a:lnTo>
                  <a:lnTo>
                    <a:pt x="472859" y="240004"/>
                  </a:lnTo>
                  <a:lnTo>
                    <a:pt x="271729" y="396811"/>
                  </a:lnTo>
                  <a:lnTo>
                    <a:pt x="3670" y="186004"/>
                  </a:lnTo>
                  <a:lnTo>
                    <a:pt x="0" y="190703"/>
                  </a:lnTo>
                  <a:lnTo>
                    <a:pt x="269849" y="402907"/>
                  </a:lnTo>
                  <a:lnTo>
                    <a:pt x="271691" y="400570"/>
                  </a:lnTo>
                  <a:lnTo>
                    <a:pt x="273545" y="402945"/>
                  </a:lnTo>
                  <a:lnTo>
                    <a:pt x="474433" y="246316"/>
                  </a:lnTo>
                  <a:lnTo>
                    <a:pt x="474433" y="2450668"/>
                  </a:lnTo>
                  <a:lnTo>
                    <a:pt x="271399" y="2495918"/>
                  </a:lnTo>
                  <a:lnTo>
                    <a:pt x="2476" y="2435491"/>
                  </a:lnTo>
                  <a:lnTo>
                    <a:pt x="914" y="2442464"/>
                  </a:lnTo>
                  <a:lnTo>
                    <a:pt x="270611" y="2503068"/>
                  </a:lnTo>
                  <a:lnTo>
                    <a:pt x="272148" y="2503068"/>
                  </a:lnTo>
                  <a:lnTo>
                    <a:pt x="481584" y="2456396"/>
                  </a:lnTo>
                  <a:lnTo>
                    <a:pt x="481584" y="23813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1CE35F66-6C7B-4DEC-8EC5-34F8495C992E}"/>
                </a:ext>
              </a:extLst>
            </p:cNvPr>
            <p:cNvSpPr/>
            <p:nvPr/>
          </p:nvSpPr>
          <p:spPr>
            <a:xfrm>
              <a:off x="6555803" y="6591604"/>
              <a:ext cx="6350" cy="368300"/>
            </a:xfrm>
            <a:custGeom>
              <a:avLst/>
              <a:gdLst/>
              <a:ahLst/>
              <a:cxnLst/>
              <a:rect l="l" t="t" r="r" b="b"/>
              <a:pathLst>
                <a:path w="6350" h="368300">
                  <a:moveTo>
                    <a:pt x="5981" y="0"/>
                  </a:moveTo>
                  <a:lnTo>
                    <a:pt x="0" y="0"/>
                  </a:lnTo>
                  <a:lnTo>
                    <a:pt x="0" y="368160"/>
                  </a:lnTo>
                  <a:lnTo>
                    <a:pt x="5981" y="368160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8AA12400-8B44-480B-8E2F-3A49C560AB62}"/>
                </a:ext>
              </a:extLst>
            </p:cNvPr>
            <p:cNvSpPr/>
            <p:nvPr/>
          </p:nvSpPr>
          <p:spPr>
            <a:xfrm>
              <a:off x="6526377" y="10356177"/>
              <a:ext cx="6350" cy="335915"/>
            </a:xfrm>
            <a:custGeom>
              <a:avLst/>
              <a:gdLst/>
              <a:ahLst/>
              <a:cxnLst/>
              <a:rect l="l" t="t" r="r" b="b"/>
              <a:pathLst>
                <a:path w="6350" h="335915">
                  <a:moveTo>
                    <a:pt x="5981" y="0"/>
                  </a:moveTo>
                  <a:lnTo>
                    <a:pt x="0" y="0"/>
                  </a:lnTo>
                  <a:lnTo>
                    <a:pt x="0" y="335826"/>
                  </a:lnTo>
                  <a:lnTo>
                    <a:pt x="5981" y="335826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A90A0F13-FFD4-44D3-843C-EC7AB4E13F04}"/>
                </a:ext>
              </a:extLst>
            </p:cNvPr>
            <p:cNvSpPr/>
            <p:nvPr/>
          </p:nvSpPr>
          <p:spPr>
            <a:xfrm>
              <a:off x="6526377" y="9147581"/>
              <a:ext cx="6350" cy="437515"/>
            </a:xfrm>
            <a:custGeom>
              <a:avLst/>
              <a:gdLst/>
              <a:ahLst/>
              <a:cxnLst/>
              <a:rect l="l" t="t" r="r" b="b"/>
              <a:pathLst>
                <a:path w="6350" h="437515">
                  <a:moveTo>
                    <a:pt x="5981" y="0"/>
                  </a:moveTo>
                  <a:lnTo>
                    <a:pt x="0" y="0"/>
                  </a:lnTo>
                  <a:lnTo>
                    <a:pt x="0" y="436994"/>
                  </a:lnTo>
                  <a:lnTo>
                    <a:pt x="5981" y="436994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925703B3-4233-4AD5-AECA-ED17CEB98313}"/>
                </a:ext>
              </a:extLst>
            </p:cNvPr>
            <p:cNvSpPr/>
            <p:nvPr/>
          </p:nvSpPr>
          <p:spPr>
            <a:xfrm>
              <a:off x="6335928" y="10340467"/>
              <a:ext cx="6350" cy="351790"/>
            </a:xfrm>
            <a:custGeom>
              <a:avLst/>
              <a:gdLst/>
              <a:ahLst/>
              <a:cxnLst/>
              <a:rect l="l" t="t" r="r" b="b"/>
              <a:pathLst>
                <a:path w="6350" h="351790">
                  <a:moveTo>
                    <a:pt x="5981" y="0"/>
                  </a:moveTo>
                  <a:lnTo>
                    <a:pt x="0" y="0"/>
                  </a:lnTo>
                  <a:lnTo>
                    <a:pt x="0" y="351535"/>
                  </a:lnTo>
                  <a:lnTo>
                    <a:pt x="5981" y="351535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C5F644EB-CF72-4B63-AFE2-C8957D6E02FA}"/>
                </a:ext>
              </a:extLst>
            </p:cNvPr>
            <p:cNvSpPr/>
            <p:nvPr/>
          </p:nvSpPr>
          <p:spPr>
            <a:xfrm>
              <a:off x="5714771" y="10278415"/>
              <a:ext cx="6350" cy="414020"/>
            </a:xfrm>
            <a:custGeom>
              <a:avLst/>
              <a:gdLst/>
              <a:ahLst/>
              <a:cxnLst/>
              <a:rect l="l" t="t" r="r" b="b"/>
              <a:pathLst>
                <a:path w="6350" h="414020">
                  <a:moveTo>
                    <a:pt x="5981" y="0"/>
                  </a:moveTo>
                  <a:lnTo>
                    <a:pt x="0" y="0"/>
                  </a:lnTo>
                  <a:lnTo>
                    <a:pt x="0" y="413588"/>
                  </a:lnTo>
                  <a:lnTo>
                    <a:pt x="5981" y="413588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DB79D595-AA1F-4A69-88A3-6DE595A86539}"/>
                </a:ext>
              </a:extLst>
            </p:cNvPr>
            <p:cNvSpPr/>
            <p:nvPr/>
          </p:nvSpPr>
          <p:spPr>
            <a:xfrm>
              <a:off x="5361482" y="10295597"/>
              <a:ext cx="6350" cy="396875"/>
            </a:xfrm>
            <a:custGeom>
              <a:avLst/>
              <a:gdLst/>
              <a:ahLst/>
              <a:cxnLst/>
              <a:rect l="l" t="t" r="r" b="b"/>
              <a:pathLst>
                <a:path w="6350" h="396875">
                  <a:moveTo>
                    <a:pt x="5969" y="0"/>
                  </a:moveTo>
                  <a:lnTo>
                    <a:pt x="0" y="0"/>
                  </a:lnTo>
                  <a:lnTo>
                    <a:pt x="0" y="396405"/>
                  </a:lnTo>
                  <a:lnTo>
                    <a:pt x="5969" y="396405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224C742E-A0DC-4BC4-85D8-B5DD95634094}"/>
                </a:ext>
              </a:extLst>
            </p:cNvPr>
            <p:cNvSpPr/>
            <p:nvPr/>
          </p:nvSpPr>
          <p:spPr>
            <a:xfrm>
              <a:off x="4686795" y="10498467"/>
              <a:ext cx="6350" cy="193675"/>
            </a:xfrm>
            <a:custGeom>
              <a:avLst/>
              <a:gdLst/>
              <a:ahLst/>
              <a:cxnLst/>
              <a:rect l="l" t="t" r="r" b="b"/>
              <a:pathLst>
                <a:path w="6350" h="193675">
                  <a:moveTo>
                    <a:pt x="5981" y="0"/>
                  </a:moveTo>
                  <a:lnTo>
                    <a:pt x="0" y="0"/>
                  </a:lnTo>
                  <a:lnTo>
                    <a:pt x="0" y="193535"/>
                  </a:lnTo>
                  <a:lnTo>
                    <a:pt x="5981" y="193535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3A49E1F5-FA00-4E3B-87CE-6953D3886E7C}"/>
                </a:ext>
              </a:extLst>
            </p:cNvPr>
            <p:cNvSpPr/>
            <p:nvPr/>
          </p:nvSpPr>
          <p:spPr>
            <a:xfrm>
              <a:off x="5263184" y="10210101"/>
              <a:ext cx="6350" cy="481965"/>
            </a:xfrm>
            <a:custGeom>
              <a:avLst/>
              <a:gdLst/>
              <a:ahLst/>
              <a:cxnLst/>
              <a:rect l="l" t="t" r="r" b="b"/>
              <a:pathLst>
                <a:path w="6350" h="481965">
                  <a:moveTo>
                    <a:pt x="5981" y="0"/>
                  </a:moveTo>
                  <a:lnTo>
                    <a:pt x="0" y="0"/>
                  </a:lnTo>
                  <a:lnTo>
                    <a:pt x="0" y="481901"/>
                  </a:lnTo>
                  <a:lnTo>
                    <a:pt x="5981" y="481901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FA7B9641-25EA-4832-B156-9C434CF5B698}"/>
                </a:ext>
              </a:extLst>
            </p:cNvPr>
            <p:cNvSpPr/>
            <p:nvPr/>
          </p:nvSpPr>
          <p:spPr>
            <a:xfrm>
              <a:off x="1632526" y="6642006"/>
              <a:ext cx="1903095" cy="4050029"/>
            </a:xfrm>
            <a:custGeom>
              <a:avLst/>
              <a:gdLst/>
              <a:ahLst/>
              <a:cxnLst/>
              <a:rect l="l" t="t" r="r" b="b"/>
              <a:pathLst>
                <a:path w="1903095" h="4050029">
                  <a:moveTo>
                    <a:pt x="1187005" y="0"/>
                  </a:moveTo>
                  <a:lnTo>
                    <a:pt x="1182179" y="4394"/>
                  </a:lnTo>
                  <a:lnTo>
                    <a:pt x="0" y="1087221"/>
                  </a:lnTo>
                  <a:lnTo>
                    <a:pt x="0" y="4049991"/>
                  </a:lnTo>
                  <a:lnTo>
                    <a:pt x="11899" y="4049991"/>
                  </a:lnTo>
                  <a:lnTo>
                    <a:pt x="11899" y="1092454"/>
                  </a:lnTo>
                  <a:lnTo>
                    <a:pt x="1185405" y="17576"/>
                  </a:lnTo>
                  <a:lnTo>
                    <a:pt x="1902739" y="963104"/>
                  </a:lnTo>
                  <a:lnTo>
                    <a:pt x="1902739" y="943419"/>
                  </a:lnTo>
                  <a:lnTo>
                    <a:pt x="11870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26797BB5-1E0E-4CB7-8FFC-D31153658E11}"/>
                </a:ext>
              </a:extLst>
            </p:cNvPr>
            <p:cNvSpPr/>
            <p:nvPr/>
          </p:nvSpPr>
          <p:spPr>
            <a:xfrm>
              <a:off x="3592546" y="8114575"/>
              <a:ext cx="485775" cy="2017395"/>
            </a:xfrm>
            <a:custGeom>
              <a:avLst/>
              <a:gdLst/>
              <a:ahLst/>
              <a:cxnLst/>
              <a:rect l="l" t="t" r="r" b="b"/>
              <a:pathLst>
                <a:path w="485775" h="2017395">
                  <a:moveTo>
                    <a:pt x="5206" y="0"/>
                  </a:moveTo>
                  <a:lnTo>
                    <a:pt x="0" y="1981"/>
                  </a:lnTo>
                  <a:lnTo>
                    <a:pt x="0" y="1862480"/>
                  </a:lnTo>
                  <a:lnTo>
                    <a:pt x="485355" y="2017242"/>
                  </a:lnTo>
                  <a:lnTo>
                    <a:pt x="485355" y="2009101"/>
                  </a:lnTo>
                  <a:lnTo>
                    <a:pt x="479374" y="2009101"/>
                  </a:lnTo>
                  <a:lnTo>
                    <a:pt x="5968" y="1858137"/>
                  </a:lnTo>
                  <a:lnTo>
                    <a:pt x="5968" y="9829"/>
                  </a:lnTo>
                  <a:lnTo>
                    <a:pt x="13932" y="9829"/>
                  </a:lnTo>
                  <a:lnTo>
                    <a:pt x="5206" y="0"/>
                  </a:lnTo>
                  <a:close/>
                </a:path>
                <a:path w="485775" h="2017395">
                  <a:moveTo>
                    <a:pt x="13932" y="9829"/>
                  </a:moveTo>
                  <a:lnTo>
                    <a:pt x="5968" y="9829"/>
                  </a:lnTo>
                  <a:lnTo>
                    <a:pt x="479374" y="543115"/>
                  </a:lnTo>
                  <a:lnTo>
                    <a:pt x="479374" y="2009101"/>
                  </a:lnTo>
                  <a:lnTo>
                    <a:pt x="485355" y="2009101"/>
                  </a:lnTo>
                  <a:lnTo>
                    <a:pt x="485355" y="542010"/>
                  </a:lnTo>
                  <a:lnTo>
                    <a:pt x="484581" y="540029"/>
                  </a:lnTo>
                  <a:lnTo>
                    <a:pt x="13932" y="982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82B211D5-923A-434C-8B8E-2BAD4589BC8C}"/>
                </a:ext>
              </a:extLst>
            </p:cNvPr>
            <p:cNvSpPr/>
            <p:nvPr/>
          </p:nvSpPr>
          <p:spPr>
            <a:xfrm>
              <a:off x="873062" y="10286074"/>
              <a:ext cx="361950" cy="384810"/>
            </a:xfrm>
            <a:custGeom>
              <a:avLst/>
              <a:gdLst/>
              <a:ahLst/>
              <a:cxnLst/>
              <a:rect l="l" t="t" r="r" b="b"/>
              <a:pathLst>
                <a:path w="361950" h="384809">
                  <a:moveTo>
                    <a:pt x="0" y="0"/>
                  </a:moveTo>
                  <a:lnTo>
                    <a:pt x="0" y="381787"/>
                  </a:lnTo>
                  <a:lnTo>
                    <a:pt x="361746" y="384733"/>
                  </a:lnTo>
                  <a:lnTo>
                    <a:pt x="361746" y="30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D1A94944-3E9F-4AE9-9F52-7F728394EB66}"/>
                </a:ext>
              </a:extLst>
            </p:cNvPr>
            <p:cNvSpPr/>
            <p:nvPr/>
          </p:nvSpPr>
          <p:spPr>
            <a:xfrm>
              <a:off x="4863796" y="9273295"/>
              <a:ext cx="2696210" cy="755015"/>
            </a:xfrm>
            <a:custGeom>
              <a:avLst/>
              <a:gdLst/>
              <a:ahLst/>
              <a:cxnLst/>
              <a:rect l="l" t="t" r="r" b="b"/>
              <a:pathLst>
                <a:path w="2696209" h="755015">
                  <a:moveTo>
                    <a:pt x="0" y="0"/>
                  </a:moveTo>
                  <a:lnTo>
                    <a:pt x="0" y="216065"/>
                  </a:lnTo>
                  <a:lnTo>
                    <a:pt x="2696197" y="754951"/>
                  </a:lnTo>
                  <a:lnTo>
                    <a:pt x="2696197" y="63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DC19AA8E-F7C2-46DE-BD3B-C6C9BEE91D32}"/>
                </a:ext>
              </a:extLst>
            </p:cNvPr>
            <p:cNvSpPr/>
            <p:nvPr/>
          </p:nvSpPr>
          <p:spPr>
            <a:xfrm>
              <a:off x="1889429" y="9973864"/>
              <a:ext cx="537845" cy="478155"/>
            </a:xfrm>
            <a:custGeom>
              <a:avLst/>
              <a:gdLst/>
              <a:ahLst/>
              <a:cxnLst/>
              <a:rect l="l" t="t" r="r" b="b"/>
              <a:pathLst>
                <a:path w="537844" h="478154">
                  <a:moveTo>
                    <a:pt x="537730" y="0"/>
                  </a:moveTo>
                  <a:lnTo>
                    <a:pt x="0" y="97853"/>
                  </a:lnTo>
                  <a:lnTo>
                    <a:pt x="0" y="477558"/>
                  </a:lnTo>
                  <a:lnTo>
                    <a:pt x="537730" y="438035"/>
                  </a:lnTo>
                  <a:lnTo>
                    <a:pt x="537730" y="0"/>
                  </a:lnTo>
                  <a:close/>
                </a:path>
              </a:pathLst>
            </a:custGeom>
            <a:solidFill>
              <a:srgbClr val="D711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01" name="object 101">
              <a:extLst>
                <a:ext uri="{FF2B5EF4-FFF2-40B4-BE49-F238E27FC236}">
                  <a16:creationId xmlns:a16="http://schemas.microsoft.com/office/drawing/2014/main" id="{B8F7957D-3814-41CA-AE65-D412824BCF24}"/>
                </a:ext>
              </a:extLst>
            </p:cNvPr>
            <p:cNvGrpSpPr/>
            <p:nvPr/>
          </p:nvGrpSpPr>
          <p:grpSpPr>
            <a:xfrm>
              <a:off x="5651793" y="5098326"/>
              <a:ext cx="957580" cy="5593715"/>
              <a:chOff x="5651793" y="5098326"/>
              <a:chExt cx="957580" cy="5593715"/>
            </a:xfrm>
          </p:grpSpPr>
          <p:sp>
            <p:nvSpPr>
              <p:cNvPr id="241" name="object 102">
                <a:extLst>
                  <a:ext uri="{FF2B5EF4-FFF2-40B4-BE49-F238E27FC236}">
                    <a16:creationId xmlns:a16="http://schemas.microsoft.com/office/drawing/2014/main" id="{26920603-1E2F-4BED-B950-D5E724425968}"/>
                  </a:ext>
                </a:extLst>
              </p:cNvPr>
              <p:cNvSpPr/>
              <p:nvPr/>
            </p:nvSpPr>
            <p:spPr>
              <a:xfrm>
                <a:off x="5651793" y="7603482"/>
                <a:ext cx="957580" cy="1534160"/>
              </a:xfrm>
              <a:custGeom>
                <a:avLst/>
                <a:gdLst/>
                <a:ahLst/>
                <a:cxnLst/>
                <a:rect l="l" t="t" r="r" b="b"/>
                <a:pathLst>
                  <a:path w="957579" h="1534159">
                    <a:moveTo>
                      <a:pt x="0" y="0"/>
                    </a:moveTo>
                    <a:lnTo>
                      <a:pt x="0" y="1188999"/>
                    </a:lnTo>
                    <a:lnTo>
                      <a:pt x="956957" y="1533982"/>
                    </a:lnTo>
                    <a:lnTo>
                      <a:pt x="956957" y="5590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BE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2" name="object 103">
                <a:extLst>
                  <a:ext uri="{FF2B5EF4-FFF2-40B4-BE49-F238E27FC236}">
                    <a16:creationId xmlns:a16="http://schemas.microsoft.com/office/drawing/2014/main" id="{47F47167-4330-4A31-B632-21280183ECDC}"/>
                  </a:ext>
                </a:extLst>
              </p:cNvPr>
              <p:cNvSpPr/>
              <p:nvPr/>
            </p:nvSpPr>
            <p:spPr>
              <a:xfrm>
                <a:off x="6021814" y="5098326"/>
                <a:ext cx="136525" cy="5593715"/>
              </a:xfrm>
              <a:custGeom>
                <a:avLst/>
                <a:gdLst/>
                <a:ahLst/>
                <a:cxnLst/>
                <a:rect l="l" t="t" r="r" b="b"/>
                <a:pathLst>
                  <a:path w="136525" h="5593715">
                    <a:moveTo>
                      <a:pt x="0" y="0"/>
                    </a:moveTo>
                    <a:lnTo>
                      <a:pt x="228" y="5593676"/>
                    </a:lnTo>
                    <a:lnTo>
                      <a:pt x="136524" y="5593676"/>
                    </a:lnTo>
                    <a:lnTo>
                      <a:pt x="136067" y="1543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DAD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02" name="object 104">
              <a:extLst>
                <a:ext uri="{FF2B5EF4-FFF2-40B4-BE49-F238E27FC236}">
                  <a16:creationId xmlns:a16="http://schemas.microsoft.com/office/drawing/2014/main" id="{8C502F7C-234F-4588-9B38-801F8A8BC163}"/>
                </a:ext>
              </a:extLst>
            </p:cNvPr>
            <p:cNvSpPr/>
            <p:nvPr/>
          </p:nvSpPr>
          <p:spPr>
            <a:xfrm>
              <a:off x="6787310" y="5966764"/>
              <a:ext cx="95250" cy="4725670"/>
            </a:xfrm>
            <a:custGeom>
              <a:avLst/>
              <a:gdLst/>
              <a:ahLst/>
              <a:cxnLst/>
              <a:rect l="l" t="t" r="r" b="b"/>
              <a:pathLst>
                <a:path w="95250" h="4725670">
                  <a:moveTo>
                    <a:pt x="0" y="0"/>
                  </a:moveTo>
                  <a:lnTo>
                    <a:pt x="939" y="4725238"/>
                  </a:lnTo>
                  <a:lnTo>
                    <a:pt x="95237" y="4725238"/>
                  </a:lnTo>
                  <a:lnTo>
                    <a:pt x="94297" y="106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5">
              <a:extLst>
                <a:ext uri="{FF2B5EF4-FFF2-40B4-BE49-F238E27FC236}">
                  <a16:creationId xmlns:a16="http://schemas.microsoft.com/office/drawing/2014/main" id="{40683A93-7280-481B-9893-E3ECF1C1E421}"/>
                </a:ext>
              </a:extLst>
            </p:cNvPr>
            <p:cNvSpPr/>
            <p:nvPr/>
          </p:nvSpPr>
          <p:spPr>
            <a:xfrm>
              <a:off x="7308062" y="6557518"/>
              <a:ext cx="70485" cy="4134485"/>
            </a:xfrm>
            <a:custGeom>
              <a:avLst/>
              <a:gdLst/>
              <a:ahLst/>
              <a:cxnLst/>
              <a:rect l="l" t="t" r="r" b="b"/>
              <a:pathLst>
                <a:path w="70484" h="4134484">
                  <a:moveTo>
                    <a:pt x="0" y="0"/>
                  </a:moveTo>
                  <a:lnTo>
                    <a:pt x="711" y="4134484"/>
                  </a:lnTo>
                  <a:lnTo>
                    <a:pt x="70370" y="4134484"/>
                  </a:lnTo>
                  <a:lnTo>
                    <a:pt x="70370" y="79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6">
              <a:extLst>
                <a:ext uri="{FF2B5EF4-FFF2-40B4-BE49-F238E27FC236}">
                  <a16:creationId xmlns:a16="http://schemas.microsoft.com/office/drawing/2014/main" id="{010506C3-C2D2-4BC1-83FE-C461CBF8E2AE}"/>
                </a:ext>
              </a:extLst>
            </p:cNvPr>
            <p:cNvSpPr/>
            <p:nvPr/>
          </p:nvSpPr>
          <p:spPr>
            <a:xfrm>
              <a:off x="6541961" y="3956253"/>
              <a:ext cx="1018540" cy="2463800"/>
            </a:xfrm>
            <a:custGeom>
              <a:avLst/>
              <a:gdLst/>
              <a:ahLst/>
              <a:cxnLst/>
              <a:rect l="l" t="t" r="r" b="b"/>
              <a:pathLst>
                <a:path w="1018540" h="2463800">
                  <a:moveTo>
                    <a:pt x="1018032" y="2312670"/>
                  </a:moveTo>
                  <a:lnTo>
                    <a:pt x="0" y="986104"/>
                  </a:lnTo>
                  <a:lnTo>
                    <a:pt x="0" y="1181798"/>
                  </a:lnTo>
                  <a:lnTo>
                    <a:pt x="1018032" y="2463330"/>
                  </a:lnTo>
                  <a:lnTo>
                    <a:pt x="1018032" y="2312670"/>
                  </a:lnTo>
                  <a:close/>
                </a:path>
                <a:path w="1018540" h="2463800">
                  <a:moveTo>
                    <a:pt x="1018032" y="1553413"/>
                  </a:moveTo>
                  <a:lnTo>
                    <a:pt x="0" y="0"/>
                  </a:lnTo>
                  <a:lnTo>
                    <a:pt x="0" y="196786"/>
                  </a:lnTo>
                  <a:lnTo>
                    <a:pt x="1018032" y="1704911"/>
                  </a:lnTo>
                  <a:lnTo>
                    <a:pt x="1018032" y="1553413"/>
                  </a:lnTo>
                  <a:close/>
                </a:path>
              </a:pathLst>
            </a:custGeom>
            <a:solidFill>
              <a:srgbClr val="D9D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7">
              <a:extLst>
                <a:ext uri="{FF2B5EF4-FFF2-40B4-BE49-F238E27FC236}">
                  <a16:creationId xmlns:a16="http://schemas.microsoft.com/office/drawing/2014/main" id="{FB0BB2CA-CAD7-44EA-A95A-E80122539796}"/>
                </a:ext>
              </a:extLst>
            </p:cNvPr>
            <p:cNvSpPr/>
            <p:nvPr/>
          </p:nvSpPr>
          <p:spPr>
            <a:xfrm>
              <a:off x="2818729" y="10037077"/>
              <a:ext cx="540385" cy="655320"/>
            </a:xfrm>
            <a:custGeom>
              <a:avLst/>
              <a:gdLst/>
              <a:ahLst/>
              <a:cxnLst/>
              <a:rect l="l" t="t" r="r" b="b"/>
              <a:pathLst>
                <a:path w="540385" h="655320">
                  <a:moveTo>
                    <a:pt x="0" y="0"/>
                  </a:moveTo>
                  <a:lnTo>
                    <a:pt x="0" y="654926"/>
                  </a:lnTo>
                  <a:lnTo>
                    <a:pt x="539889" y="654926"/>
                  </a:lnTo>
                  <a:lnTo>
                    <a:pt x="539889" y="117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8">
              <a:extLst>
                <a:ext uri="{FF2B5EF4-FFF2-40B4-BE49-F238E27FC236}">
                  <a16:creationId xmlns:a16="http://schemas.microsoft.com/office/drawing/2014/main" id="{37F46089-D6CF-4513-9623-265BAC7F06D3}"/>
                </a:ext>
              </a:extLst>
            </p:cNvPr>
            <p:cNvSpPr/>
            <p:nvPr/>
          </p:nvSpPr>
          <p:spPr>
            <a:xfrm>
              <a:off x="807158" y="9520738"/>
              <a:ext cx="180340" cy="668020"/>
            </a:xfrm>
            <a:custGeom>
              <a:avLst/>
              <a:gdLst/>
              <a:ahLst/>
              <a:cxnLst/>
              <a:rect l="l" t="t" r="r" b="b"/>
              <a:pathLst>
                <a:path w="180340" h="668020">
                  <a:moveTo>
                    <a:pt x="0" y="0"/>
                  </a:moveTo>
                  <a:lnTo>
                    <a:pt x="0" y="648398"/>
                  </a:lnTo>
                  <a:lnTo>
                    <a:pt x="179743" y="667550"/>
                  </a:lnTo>
                  <a:lnTo>
                    <a:pt x="179743" y="660920"/>
                  </a:lnTo>
                  <a:lnTo>
                    <a:pt x="173774" y="660920"/>
                  </a:lnTo>
                  <a:lnTo>
                    <a:pt x="5981" y="643039"/>
                  </a:lnTo>
                  <a:lnTo>
                    <a:pt x="5981" y="7505"/>
                  </a:lnTo>
                  <a:lnTo>
                    <a:pt x="32248" y="7505"/>
                  </a:lnTo>
                  <a:lnTo>
                    <a:pt x="0" y="0"/>
                  </a:lnTo>
                  <a:close/>
                </a:path>
                <a:path w="180340" h="668020">
                  <a:moveTo>
                    <a:pt x="32248" y="7505"/>
                  </a:moveTo>
                  <a:lnTo>
                    <a:pt x="5981" y="7505"/>
                  </a:lnTo>
                  <a:lnTo>
                    <a:pt x="173774" y="46583"/>
                  </a:lnTo>
                  <a:lnTo>
                    <a:pt x="173774" y="660920"/>
                  </a:lnTo>
                  <a:lnTo>
                    <a:pt x="179743" y="660920"/>
                  </a:lnTo>
                  <a:lnTo>
                    <a:pt x="179743" y="41833"/>
                  </a:lnTo>
                  <a:lnTo>
                    <a:pt x="32248" y="750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9">
              <a:extLst>
                <a:ext uri="{FF2B5EF4-FFF2-40B4-BE49-F238E27FC236}">
                  <a16:creationId xmlns:a16="http://schemas.microsoft.com/office/drawing/2014/main" id="{8B1CFEAC-C7A0-408E-A1C8-BC7301C5C306}"/>
                </a:ext>
              </a:extLst>
            </p:cNvPr>
            <p:cNvSpPr/>
            <p:nvPr/>
          </p:nvSpPr>
          <p:spPr>
            <a:xfrm>
              <a:off x="2625572" y="10490886"/>
              <a:ext cx="2238375" cy="114935"/>
            </a:xfrm>
            <a:custGeom>
              <a:avLst/>
              <a:gdLst/>
              <a:ahLst/>
              <a:cxnLst/>
              <a:rect l="l" t="t" r="r" b="b"/>
              <a:pathLst>
                <a:path w="2238375" h="114934">
                  <a:moveTo>
                    <a:pt x="901014" y="108483"/>
                  </a:moveTo>
                  <a:lnTo>
                    <a:pt x="163487" y="75399"/>
                  </a:lnTo>
                  <a:lnTo>
                    <a:pt x="163220" y="81343"/>
                  </a:lnTo>
                  <a:lnTo>
                    <a:pt x="900760" y="114439"/>
                  </a:lnTo>
                  <a:lnTo>
                    <a:pt x="901014" y="108483"/>
                  </a:lnTo>
                  <a:close/>
                </a:path>
                <a:path w="2238375" h="114934">
                  <a:moveTo>
                    <a:pt x="2238324" y="5969"/>
                  </a:moveTo>
                  <a:lnTo>
                    <a:pt x="2238133" y="0"/>
                  </a:lnTo>
                  <a:lnTo>
                    <a:pt x="0" y="74256"/>
                  </a:lnTo>
                  <a:lnTo>
                    <a:pt x="177" y="80213"/>
                  </a:lnTo>
                  <a:lnTo>
                    <a:pt x="2238324" y="596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10">
              <a:extLst>
                <a:ext uri="{FF2B5EF4-FFF2-40B4-BE49-F238E27FC236}">
                  <a16:creationId xmlns:a16="http://schemas.microsoft.com/office/drawing/2014/main" id="{E06DAF65-304E-4AF1-8CE7-C3E5AB830480}"/>
                </a:ext>
              </a:extLst>
            </p:cNvPr>
            <p:cNvSpPr/>
            <p:nvPr/>
          </p:nvSpPr>
          <p:spPr>
            <a:xfrm>
              <a:off x="0" y="10567168"/>
              <a:ext cx="2564765" cy="91440"/>
            </a:xfrm>
            <a:custGeom>
              <a:avLst/>
              <a:gdLst/>
              <a:ahLst/>
              <a:cxnLst/>
              <a:rect l="l" t="t" r="r" b="b"/>
              <a:pathLst>
                <a:path w="2564765" h="91440">
                  <a:moveTo>
                    <a:pt x="2564511" y="0"/>
                  </a:moveTo>
                  <a:lnTo>
                    <a:pt x="0" y="85077"/>
                  </a:lnTo>
                  <a:lnTo>
                    <a:pt x="0" y="91033"/>
                  </a:lnTo>
                  <a:lnTo>
                    <a:pt x="2564714" y="5956"/>
                  </a:lnTo>
                  <a:lnTo>
                    <a:pt x="256451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11">
              <a:extLst>
                <a:ext uri="{FF2B5EF4-FFF2-40B4-BE49-F238E27FC236}">
                  <a16:creationId xmlns:a16="http://schemas.microsoft.com/office/drawing/2014/main" id="{2077E20A-E926-4FDB-88C7-50CDB4B80361}"/>
                </a:ext>
              </a:extLst>
            </p:cNvPr>
            <p:cNvSpPr/>
            <p:nvPr/>
          </p:nvSpPr>
          <p:spPr>
            <a:xfrm>
              <a:off x="1067003" y="10219042"/>
              <a:ext cx="532765" cy="86995"/>
            </a:xfrm>
            <a:custGeom>
              <a:avLst/>
              <a:gdLst/>
              <a:ahLst/>
              <a:cxnLst/>
              <a:rect l="l" t="t" r="r" b="b"/>
              <a:pathLst>
                <a:path w="532765" h="86995">
                  <a:moveTo>
                    <a:pt x="339712" y="35153"/>
                  </a:moveTo>
                  <a:lnTo>
                    <a:pt x="338823" y="29248"/>
                  </a:lnTo>
                  <a:lnTo>
                    <a:pt x="0" y="80606"/>
                  </a:lnTo>
                  <a:lnTo>
                    <a:pt x="889" y="86512"/>
                  </a:lnTo>
                  <a:lnTo>
                    <a:pt x="339712" y="35153"/>
                  </a:lnTo>
                  <a:close/>
                </a:path>
                <a:path w="532765" h="86995">
                  <a:moveTo>
                    <a:pt x="532485" y="5905"/>
                  </a:moveTo>
                  <a:lnTo>
                    <a:pt x="531609" y="0"/>
                  </a:lnTo>
                  <a:lnTo>
                    <a:pt x="377786" y="23317"/>
                  </a:lnTo>
                  <a:lnTo>
                    <a:pt x="378675" y="29235"/>
                  </a:lnTo>
                  <a:lnTo>
                    <a:pt x="532485" y="590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2">
              <a:extLst>
                <a:ext uri="{FF2B5EF4-FFF2-40B4-BE49-F238E27FC236}">
                  <a16:creationId xmlns:a16="http://schemas.microsoft.com/office/drawing/2014/main" id="{C731DDFC-B0BC-4665-9C83-EAD0FE37788E}"/>
                </a:ext>
              </a:extLst>
            </p:cNvPr>
            <p:cNvSpPr/>
            <p:nvPr/>
          </p:nvSpPr>
          <p:spPr>
            <a:xfrm>
              <a:off x="0" y="10441478"/>
              <a:ext cx="132715" cy="26034"/>
            </a:xfrm>
            <a:custGeom>
              <a:avLst/>
              <a:gdLst/>
              <a:ahLst/>
              <a:cxnLst/>
              <a:rect l="l" t="t" r="r" b="b"/>
              <a:pathLst>
                <a:path w="132715" h="26034">
                  <a:moveTo>
                    <a:pt x="131495" y="0"/>
                  </a:moveTo>
                  <a:lnTo>
                    <a:pt x="0" y="19939"/>
                  </a:lnTo>
                  <a:lnTo>
                    <a:pt x="0" y="25971"/>
                  </a:lnTo>
                  <a:lnTo>
                    <a:pt x="132372" y="5905"/>
                  </a:lnTo>
                  <a:lnTo>
                    <a:pt x="13149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3">
              <a:extLst>
                <a:ext uri="{FF2B5EF4-FFF2-40B4-BE49-F238E27FC236}">
                  <a16:creationId xmlns:a16="http://schemas.microsoft.com/office/drawing/2014/main" id="{FBB77AE9-7161-4FE3-94EA-70E364AD1412}"/>
                </a:ext>
              </a:extLst>
            </p:cNvPr>
            <p:cNvSpPr/>
            <p:nvPr/>
          </p:nvSpPr>
          <p:spPr>
            <a:xfrm>
              <a:off x="1792396" y="8752378"/>
              <a:ext cx="3409315" cy="982980"/>
            </a:xfrm>
            <a:custGeom>
              <a:avLst/>
              <a:gdLst/>
              <a:ahLst/>
              <a:cxnLst/>
              <a:rect l="l" t="t" r="r" b="b"/>
              <a:pathLst>
                <a:path w="3409315" h="982979">
                  <a:moveTo>
                    <a:pt x="3407600" y="0"/>
                  </a:moveTo>
                  <a:lnTo>
                    <a:pt x="0" y="977188"/>
                  </a:lnTo>
                  <a:lnTo>
                    <a:pt x="1638" y="982941"/>
                  </a:lnTo>
                  <a:lnTo>
                    <a:pt x="3409226" y="5740"/>
                  </a:lnTo>
                  <a:lnTo>
                    <a:pt x="340760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4">
              <a:extLst>
                <a:ext uri="{FF2B5EF4-FFF2-40B4-BE49-F238E27FC236}">
                  <a16:creationId xmlns:a16="http://schemas.microsoft.com/office/drawing/2014/main" id="{B6C7F7A9-3676-4A96-BF87-56806D87FEAB}"/>
                </a:ext>
              </a:extLst>
            </p:cNvPr>
            <p:cNvSpPr/>
            <p:nvPr/>
          </p:nvSpPr>
          <p:spPr>
            <a:xfrm>
              <a:off x="0" y="9773977"/>
              <a:ext cx="1639570" cy="568960"/>
            </a:xfrm>
            <a:custGeom>
              <a:avLst/>
              <a:gdLst/>
              <a:ahLst/>
              <a:cxnLst/>
              <a:rect l="l" t="t" r="r" b="b"/>
              <a:pathLst>
                <a:path w="1639570" h="568959">
                  <a:moveTo>
                    <a:pt x="1405610" y="240029"/>
                  </a:moveTo>
                  <a:lnTo>
                    <a:pt x="0" y="562267"/>
                  </a:lnTo>
                  <a:lnTo>
                    <a:pt x="0" y="568388"/>
                  </a:lnTo>
                  <a:lnTo>
                    <a:pt x="1406944" y="245833"/>
                  </a:lnTo>
                  <a:lnTo>
                    <a:pt x="1405610" y="240029"/>
                  </a:lnTo>
                  <a:close/>
                </a:path>
                <a:path w="1639570" h="568959">
                  <a:moveTo>
                    <a:pt x="1637512" y="0"/>
                  </a:moveTo>
                  <a:lnTo>
                    <a:pt x="0" y="469582"/>
                  </a:lnTo>
                  <a:lnTo>
                    <a:pt x="0" y="475792"/>
                  </a:lnTo>
                  <a:lnTo>
                    <a:pt x="1639150" y="5765"/>
                  </a:lnTo>
                  <a:lnTo>
                    <a:pt x="16375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5">
              <a:extLst>
                <a:ext uri="{FF2B5EF4-FFF2-40B4-BE49-F238E27FC236}">
                  <a16:creationId xmlns:a16="http://schemas.microsoft.com/office/drawing/2014/main" id="{061B9CAA-414F-4946-8D7D-6C89AA653C1B}"/>
                </a:ext>
              </a:extLst>
            </p:cNvPr>
            <p:cNvSpPr/>
            <p:nvPr/>
          </p:nvSpPr>
          <p:spPr>
            <a:xfrm>
              <a:off x="2817571" y="8009928"/>
              <a:ext cx="4742815" cy="2022475"/>
            </a:xfrm>
            <a:custGeom>
              <a:avLst/>
              <a:gdLst/>
              <a:ahLst/>
              <a:cxnLst/>
              <a:rect l="l" t="t" r="r" b="b"/>
              <a:pathLst>
                <a:path w="4742815" h="2022475">
                  <a:moveTo>
                    <a:pt x="3073984" y="5600"/>
                  </a:moveTo>
                  <a:lnTo>
                    <a:pt x="3071990" y="0"/>
                  </a:lnTo>
                  <a:lnTo>
                    <a:pt x="0" y="1104049"/>
                  </a:lnTo>
                  <a:lnTo>
                    <a:pt x="2006" y="1109649"/>
                  </a:lnTo>
                  <a:lnTo>
                    <a:pt x="3073984" y="5600"/>
                  </a:lnTo>
                  <a:close/>
                </a:path>
                <a:path w="4742815" h="2022475">
                  <a:moveTo>
                    <a:pt x="3485946" y="490626"/>
                  </a:moveTo>
                  <a:lnTo>
                    <a:pt x="3484346" y="484873"/>
                  </a:lnTo>
                  <a:lnTo>
                    <a:pt x="114" y="1458353"/>
                  </a:lnTo>
                  <a:lnTo>
                    <a:pt x="1701" y="1464094"/>
                  </a:lnTo>
                  <a:lnTo>
                    <a:pt x="3485946" y="490626"/>
                  </a:lnTo>
                  <a:close/>
                </a:path>
                <a:path w="4742815" h="2022475">
                  <a:moveTo>
                    <a:pt x="4742408" y="1893722"/>
                  </a:moveTo>
                  <a:lnTo>
                    <a:pt x="2047100" y="1259586"/>
                  </a:lnTo>
                  <a:lnTo>
                    <a:pt x="2045335" y="1267155"/>
                  </a:lnTo>
                  <a:lnTo>
                    <a:pt x="4742408" y="1901685"/>
                  </a:lnTo>
                  <a:lnTo>
                    <a:pt x="4742408" y="1893722"/>
                  </a:lnTo>
                  <a:close/>
                </a:path>
                <a:path w="4742815" h="2022475">
                  <a:moveTo>
                    <a:pt x="4742421" y="2014372"/>
                  </a:moveTo>
                  <a:lnTo>
                    <a:pt x="2046986" y="1475651"/>
                  </a:lnTo>
                  <a:lnTo>
                    <a:pt x="2045462" y="1483245"/>
                  </a:lnTo>
                  <a:lnTo>
                    <a:pt x="4742421" y="2022297"/>
                  </a:lnTo>
                  <a:lnTo>
                    <a:pt x="4742421" y="201437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6">
              <a:extLst>
                <a:ext uri="{FF2B5EF4-FFF2-40B4-BE49-F238E27FC236}">
                  <a16:creationId xmlns:a16="http://schemas.microsoft.com/office/drawing/2014/main" id="{2B62657F-2C18-485F-8EF9-CE662ADDBEDB}"/>
                </a:ext>
              </a:extLst>
            </p:cNvPr>
            <p:cNvSpPr/>
            <p:nvPr/>
          </p:nvSpPr>
          <p:spPr>
            <a:xfrm>
              <a:off x="1886443" y="9970303"/>
              <a:ext cx="544195" cy="484505"/>
            </a:xfrm>
            <a:custGeom>
              <a:avLst/>
              <a:gdLst/>
              <a:ahLst/>
              <a:cxnLst/>
              <a:rect l="l" t="t" r="r" b="b"/>
              <a:pathLst>
                <a:path w="544194" h="484504">
                  <a:moveTo>
                    <a:pt x="543699" y="0"/>
                  </a:moveTo>
                  <a:lnTo>
                    <a:pt x="0" y="98932"/>
                  </a:lnTo>
                  <a:lnTo>
                    <a:pt x="0" y="484314"/>
                  </a:lnTo>
                  <a:lnTo>
                    <a:pt x="87275" y="477900"/>
                  </a:lnTo>
                  <a:lnTo>
                    <a:pt x="5969" y="477900"/>
                  </a:lnTo>
                  <a:lnTo>
                    <a:pt x="5969" y="103898"/>
                  </a:lnTo>
                  <a:lnTo>
                    <a:pt x="537730" y="7137"/>
                  </a:lnTo>
                  <a:lnTo>
                    <a:pt x="543699" y="7137"/>
                  </a:lnTo>
                  <a:lnTo>
                    <a:pt x="543699" y="0"/>
                  </a:lnTo>
                  <a:close/>
                </a:path>
                <a:path w="544194" h="484504">
                  <a:moveTo>
                    <a:pt x="543699" y="7137"/>
                  </a:moveTo>
                  <a:lnTo>
                    <a:pt x="537730" y="7137"/>
                  </a:lnTo>
                  <a:lnTo>
                    <a:pt x="537730" y="438823"/>
                  </a:lnTo>
                  <a:lnTo>
                    <a:pt x="5969" y="477900"/>
                  </a:lnTo>
                  <a:lnTo>
                    <a:pt x="87275" y="477900"/>
                  </a:lnTo>
                  <a:lnTo>
                    <a:pt x="543699" y="444360"/>
                  </a:lnTo>
                  <a:lnTo>
                    <a:pt x="543699" y="713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7">
              <a:extLst>
                <a:ext uri="{FF2B5EF4-FFF2-40B4-BE49-F238E27FC236}">
                  <a16:creationId xmlns:a16="http://schemas.microsoft.com/office/drawing/2014/main" id="{0633E819-8598-46BE-940F-BC77240B512F}"/>
                </a:ext>
              </a:extLst>
            </p:cNvPr>
            <p:cNvSpPr/>
            <p:nvPr/>
          </p:nvSpPr>
          <p:spPr>
            <a:xfrm>
              <a:off x="3526352" y="9270241"/>
              <a:ext cx="1337945" cy="302260"/>
            </a:xfrm>
            <a:custGeom>
              <a:avLst/>
              <a:gdLst/>
              <a:ahLst/>
              <a:cxnLst/>
              <a:rect l="l" t="t" r="r" b="b"/>
              <a:pathLst>
                <a:path w="1337945" h="302259">
                  <a:moveTo>
                    <a:pt x="1336573" y="0"/>
                  </a:moveTo>
                  <a:lnTo>
                    <a:pt x="0" y="296354"/>
                  </a:lnTo>
                  <a:lnTo>
                    <a:pt x="1282" y="302158"/>
                  </a:lnTo>
                  <a:lnTo>
                    <a:pt x="1337856" y="5816"/>
                  </a:lnTo>
                  <a:lnTo>
                    <a:pt x="133657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8">
              <a:extLst>
                <a:ext uri="{FF2B5EF4-FFF2-40B4-BE49-F238E27FC236}">
                  <a16:creationId xmlns:a16="http://schemas.microsoft.com/office/drawing/2014/main" id="{0034E3FA-2908-44EA-8AC0-B424D09B6DC9}"/>
                </a:ext>
              </a:extLst>
            </p:cNvPr>
            <p:cNvSpPr/>
            <p:nvPr/>
          </p:nvSpPr>
          <p:spPr>
            <a:xfrm>
              <a:off x="2623771" y="6927115"/>
              <a:ext cx="305435" cy="254000"/>
            </a:xfrm>
            <a:custGeom>
              <a:avLst/>
              <a:gdLst/>
              <a:ahLst/>
              <a:cxnLst/>
              <a:rect l="l" t="t" r="r" b="b"/>
              <a:pathLst>
                <a:path w="305435" h="254000">
                  <a:moveTo>
                    <a:pt x="301536" y="0"/>
                  </a:moveTo>
                  <a:lnTo>
                    <a:pt x="0" y="249300"/>
                  </a:lnTo>
                  <a:lnTo>
                    <a:pt x="3797" y="253911"/>
                  </a:lnTo>
                  <a:lnTo>
                    <a:pt x="305333" y="4597"/>
                  </a:lnTo>
                  <a:lnTo>
                    <a:pt x="30153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9">
              <a:extLst>
                <a:ext uri="{FF2B5EF4-FFF2-40B4-BE49-F238E27FC236}">
                  <a16:creationId xmlns:a16="http://schemas.microsoft.com/office/drawing/2014/main" id="{CFF09B28-046A-433C-B2FC-663CE05B19A3}"/>
                </a:ext>
              </a:extLst>
            </p:cNvPr>
            <p:cNvSpPr/>
            <p:nvPr/>
          </p:nvSpPr>
          <p:spPr>
            <a:xfrm>
              <a:off x="1516075" y="7227087"/>
              <a:ext cx="1941830" cy="2045970"/>
            </a:xfrm>
            <a:custGeom>
              <a:avLst/>
              <a:gdLst/>
              <a:ahLst/>
              <a:cxnLst/>
              <a:rect l="l" t="t" r="r" b="b"/>
              <a:pathLst>
                <a:path w="1941829" h="2045970">
                  <a:moveTo>
                    <a:pt x="1941563" y="1513459"/>
                  </a:moveTo>
                  <a:lnTo>
                    <a:pt x="1939417" y="1507921"/>
                  </a:lnTo>
                  <a:lnTo>
                    <a:pt x="573176" y="2039315"/>
                  </a:lnTo>
                  <a:lnTo>
                    <a:pt x="6540" y="1825066"/>
                  </a:lnTo>
                  <a:lnTo>
                    <a:pt x="6540" y="875093"/>
                  </a:lnTo>
                  <a:lnTo>
                    <a:pt x="1050632" y="5029"/>
                  </a:lnTo>
                  <a:lnTo>
                    <a:pt x="1046441" y="0"/>
                  </a:lnTo>
                  <a:lnTo>
                    <a:pt x="12" y="872007"/>
                  </a:lnTo>
                  <a:lnTo>
                    <a:pt x="0" y="1829600"/>
                  </a:lnTo>
                  <a:lnTo>
                    <a:pt x="571601" y="2045716"/>
                  </a:lnTo>
                  <a:lnTo>
                    <a:pt x="572744" y="2042668"/>
                  </a:lnTo>
                  <a:lnTo>
                    <a:pt x="573824" y="2045436"/>
                  </a:lnTo>
                  <a:lnTo>
                    <a:pt x="1941563" y="151345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20">
              <a:extLst>
                <a:ext uri="{FF2B5EF4-FFF2-40B4-BE49-F238E27FC236}">
                  <a16:creationId xmlns:a16="http://schemas.microsoft.com/office/drawing/2014/main" id="{CC48201A-9CEC-4917-BC1A-F56999DADF43}"/>
                </a:ext>
              </a:extLst>
            </p:cNvPr>
            <p:cNvSpPr/>
            <p:nvPr/>
          </p:nvSpPr>
          <p:spPr>
            <a:xfrm>
              <a:off x="758562" y="9442131"/>
              <a:ext cx="881380" cy="347980"/>
            </a:xfrm>
            <a:custGeom>
              <a:avLst/>
              <a:gdLst/>
              <a:ahLst/>
              <a:cxnLst/>
              <a:rect l="l" t="t" r="r" b="b"/>
              <a:pathLst>
                <a:path w="881380" h="347979">
                  <a:moveTo>
                    <a:pt x="878776" y="0"/>
                  </a:moveTo>
                  <a:lnTo>
                    <a:pt x="0" y="341807"/>
                  </a:lnTo>
                  <a:lnTo>
                    <a:pt x="2146" y="347357"/>
                  </a:lnTo>
                  <a:lnTo>
                    <a:pt x="880935" y="5562"/>
                  </a:lnTo>
                  <a:lnTo>
                    <a:pt x="87877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21">
              <a:extLst>
                <a:ext uri="{FF2B5EF4-FFF2-40B4-BE49-F238E27FC236}">
                  <a16:creationId xmlns:a16="http://schemas.microsoft.com/office/drawing/2014/main" id="{9527D701-38B6-4AEC-9CF0-2C0DA7BA1618}"/>
                </a:ext>
              </a:extLst>
            </p:cNvPr>
            <p:cNvSpPr/>
            <p:nvPr/>
          </p:nvSpPr>
          <p:spPr>
            <a:xfrm>
              <a:off x="6244460" y="10327749"/>
              <a:ext cx="63500" cy="9525"/>
            </a:xfrm>
            <a:custGeom>
              <a:avLst/>
              <a:gdLst/>
              <a:ahLst/>
              <a:cxnLst/>
              <a:rect l="l" t="t" r="r" b="b"/>
              <a:pathLst>
                <a:path w="63500" h="9525">
                  <a:moveTo>
                    <a:pt x="62623" y="0"/>
                  </a:moveTo>
                  <a:lnTo>
                    <a:pt x="0" y="2997"/>
                  </a:lnTo>
                  <a:lnTo>
                    <a:pt x="279" y="8940"/>
                  </a:lnTo>
                  <a:lnTo>
                    <a:pt x="62903" y="5956"/>
                  </a:lnTo>
                  <a:lnTo>
                    <a:pt x="6262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2">
              <a:extLst>
                <a:ext uri="{FF2B5EF4-FFF2-40B4-BE49-F238E27FC236}">
                  <a16:creationId xmlns:a16="http://schemas.microsoft.com/office/drawing/2014/main" id="{B3458831-288F-49D3-AAEB-2E12BB55471C}"/>
                </a:ext>
              </a:extLst>
            </p:cNvPr>
            <p:cNvSpPr/>
            <p:nvPr/>
          </p:nvSpPr>
          <p:spPr>
            <a:xfrm>
              <a:off x="6211557" y="6215481"/>
              <a:ext cx="437515" cy="748030"/>
            </a:xfrm>
            <a:custGeom>
              <a:avLst/>
              <a:gdLst/>
              <a:ahLst/>
              <a:cxnLst/>
              <a:rect l="l" t="t" r="r" b="b"/>
              <a:pathLst>
                <a:path w="437515" h="748029">
                  <a:moveTo>
                    <a:pt x="437210" y="706272"/>
                  </a:moveTo>
                  <a:lnTo>
                    <a:pt x="434733" y="700862"/>
                  </a:lnTo>
                  <a:lnTo>
                    <a:pt x="347726" y="740791"/>
                  </a:lnTo>
                  <a:lnTo>
                    <a:pt x="8305" y="452183"/>
                  </a:lnTo>
                  <a:lnTo>
                    <a:pt x="96139" y="406819"/>
                  </a:lnTo>
                  <a:lnTo>
                    <a:pt x="93408" y="401523"/>
                  </a:lnTo>
                  <a:lnTo>
                    <a:pt x="5969" y="446684"/>
                  </a:lnTo>
                  <a:lnTo>
                    <a:pt x="5969" y="56337"/>
                  </a:lnTo>
                  <a:lnTo>
                    <a:pt x="96164" y="5168"/>
                  </a:lnTo>
                  <a:lnTo>
                    <a:pt x="93230" y="0"/>
                  </a:lnTo>
                  <a:lnTo>
                    <a:pt x="0" y="52870"/>
                  </a:lnTo>
                  <a:lnTo>
                    <a:pt x="12" y="452958"/>
                  </a:lnTo>
                  <a:lnTo>
                    <a:pt x="346748" y="747788"/>
                  </a:lnTo>
                  <a:lnTo>
                    <a:pt x="437210" y="706272"/>
                  </a:lnTo>
                  <a:close/>
                </a:path>
                <a:path w="437515" h="748029">
                  <a:moveTo>
                    <a:pt x="437324" y="334048"/>
                  </a:moveTo>
                  <a:lnTo>
                    <a:pt x="434644" y="328726"/>
                  </a:lnTo>
                  <a:lnTo>
                    <a:pt x="345897" y="373443"/>
                  </a:lnTo>
                  <a:lnTo>
                    <a:pt x="348589" y="378764"/>
                  </a:lnTo>
                  <a:lnTo>
                    <a:pt x="437324" y="33404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3">
              <a:extLst>
                <a:ext uri="{FF2B5EF4-FFF2-40B4-BE49-F238E27FC236}">
                  <a16:creationId xmlns:a16="http://schemas.microsoft.com/office/drawing/2014/main" id="{D13F0394-7EEB-4E0E-8D94-86A56A6EF6AE}"/>
                </a:ext>
              </a:extLst>
            </p:cNvPr>
            <p:cNvSpPr/>
            <p:nvPr/>
          </p:nvSpPr>
          <p:spPr>
            <a:xfrm>
              <a:off x="2452371" y="7349309"/>
              <a:ext cx="245110" cy="193040"/>
            </a:xfrm>
            <a:custGeom>
              <a:avLst/>
              <a:gdLst/>
              <a:ahLst/>
              <a:cxnLst/>
              <a:rect l="l" t="t" r="r" b="b"/>
              <a:pathLst>
                <a:path w="245110" h="193040">
                  <a:moveTo>
                    <a:pt x="240906" y="0"/>
                  </a:moveTo>
                  <a:lnTo>
                    <a:pt x="0" y="187820"/>
                  </a:lnTo>
                  <a:lnTo>
                    <a:pt x="3670" y="192506"/>
                  </a:lnTo>
                  <a:lnTo>
                    <a:pt x="244563" y="4699"/>
                  </a:lnTo>
                  <a:lnTo>
                    <a:pt x="24090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4">
              <a:extLst>
                <a:ext uri="{FF2B5EF4-FFF2-40B4-BE49-F238E27FC236}">
                  <a16:creationId xmlns:a16="http://schemas.microsoft.com/office/drawing/2014/main" id="{84C5114C-E876-4EF0-A499-63F2AD6926CC}"/>
                </a:ext>
              </a:extLst>
            </p:cNvPr>
            <p:cNvSpPr/>
            <p:nvPr/>
          </p:nvSpPr>
          <p:spPr>
            <a:xfrm>
              <a:off x="0" y="10283101"/>
              <a:ext cx="1235075" cy="402590"/>
            </a:xfrm>
            <a:custGeom>
              <a:avLst/>
              <a:gdLst/>
              <a:ahLst/>
              <a:cxnLst/>
              <a:rect l="l" t="t" r="r" b="b"/>
              <a:pathLst>
                <a:path w="1235075" h="402590">
                  <a:moveTo>
                    <a:pt x="1234846" y="390677"/>
                  </a:moveTo>
                  <a:lnTo>
                    <a:pt x="1234757" y="384733"/>
                  </a:lnTo>
                  <a:lnTo>
                    <a:pt x="430364" y="396341"/>
                  </a:lnTo>
                  <a:lnTo>
                    <a:pt x="373405" y="395947"/>
                  </a:lnTo>
                  <a:lnTo>
                    <a:pt x="873150" y="387731"/>
                  </a:lnTo>
                  <a:lnTo>
                    <a:pt x="873061" y="381774"/>
                  </a:lnTo>
                  <a:lnTo>
                    <a:pt x="135064" y="393915"/>
                  </a:lnTo>
                  <a:lnTo>
                    <a:pt x="134480" y="131635"/>
                  </a:lnTo>
                  <a:lnTo>
                    <a:pt x="873569" y="5880"/>
                  </a:lnTo>
                  <a:lnTo>
                    <a:pt x="872604" y="0"/>
                  </a:lnTo>
                  <a:lnTo>
                    <a:pt x="131013" y="126187"/>
                  </a:lnTo>
                  <a:lnTo>
                    <a:pt x="128511" y="126606"/>
                  </a:lnTo>
                  <a:lnTo>
                    <a:pt x="129108" y="394004"/>
                  </a:lnTo>
                  <a:lnTo>
                    <a:pt x="0" y="396125"/>
                  </a:lnTo>
                  <a:lnTo>
                    <a:pt x="0" y="402069"/>
                  </a:lnTo>
                  <a:lnTo>
                    <a:pt x="129120" y="399961"/>
                  </a:lnTo>
                  <a:lnTo>
                    <a:pt x="129133" y="400138"/>
                  </a:lnTo>
                  <a:lnTo>
                    <a:pt x="430428" y="402310"/>
                  </a:lnTo>
                  <a:lnTo>
                    <a:pt x="1234846" y="39067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5">
              <a:extLst>
                <a:ext uri="{FF2B5EF4-FFF2-40B4-BE49-F238E27FC236}">
                  <a16:creationId xmlns:a16="http://schemas.microsoft.com/office/drawing/2014/main" id="{73ECD533-B797-4390-BF57-ABFFA997F75E}"/>
                </a:ext>
              </a:extLst>
            </p:cNvPr>
            <p:cNvSpPr/>
            <p:nvPr/>
          </p:nvSpPr>
          <p:spPr>
            <a:xfrm>
              <a:off x="1236624" y="8599081"/>
              <a:ext cx="284480" cy="380365"/>
            </a:xfrm>
            <a:custGeom>
              <a:avLst/>
              <a:gdLst/>
              <a:ahLst/>
              <a:cxnLst/>
              <a:rect l="l" t="t" r="r" b="b"/>
              <a:pathLst>
                <a:path w="284480" h="380365">
                  <a:moveTo>
                    <a:pt x="284264" y="374446"/>
                  </a:moveTo>
                  <a:lnTo>
                    <a:pt x="9486" y="265696"/>
                  </a:lnTo>
                  <a:lnTo>
                    <a:pt x="282600" y="89077"/>
                  </a:lnTo>
                  <a:lnTo>
                    <a:pt x="279349" y="84086"/>
                  </a:lnTo>
                  <a:lnTo>
                    <a:pt x="5994" y="260870"/>
                  </a:lnTo>
                  <a:lnTo>
                    <a:pt x="5994" y="191287"/>
                  </a:lnTo>
                  <a:lnTo>
                    <a:pt x="282638" y="4953"/>
                  </a:lnTo>
                  <a:lnTo>
                    <a:pt x="279298" y="0"/>
                  </a:lnTo>
                  <a:lnTo>
                    <a:pt x="0" y="188112"/>
                  </a:lnTo>
                  <a:lnTo>
                    <a:pt x="0" y="268363"/>
                  </a:lnTo>
                  <a:lnTo>
                    <a:pt x="282067" y="379996"/>
                  </a:lnTo>
                  <a:lnTo>
                    <a:pt x="284264" y="37444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6">
              <a:extLst>
                <a:ext uri="{FF2B5EF4-FFF2-40B4-BE49-F238E27FC236}">
                  <a16:creationId xmlns:a16="http://schemas.microsoft.com/office/drawing/2014/main" id="{2ED12F70-8B96-4A74-B6DA-B30C277F2E60}"/>
                </a:ext>
              </a:extLst>
            </p:cNvPr>
            <p:cNvSpPr/>
            <p:nvPr/>
          </p:nvSpPr>
          <p:spPr>
            <a:xfrm>
              <a:off x="1046645" y="9608146"/>
              <a:ext cx="2411095" cy="461009"/>
            </a:xfrm>
            <a:custGeom>
              <a:avLst/>
              <a:gdLst/>
              <a:ahLst/>
              <a:cxnLst/>
              <a:rect l="l" t="t" r="r" b="b"/>
              <a:pathLst>
                <a:path w="2411095" h="461009">
                  <a:moveTo>
                    <a:pt x="1881428" y="5791"/>
                  </a:moveTo>
                  <a:lnTo>
                    <a:pt x="1880031" y="0"/>
                  </a:lnTo>
                  <a:lnTo>
                    <a:pt x="0" y="454710"/>
                  </a:lnTo>
                  <a:lnTo>
                    <a:pt x="1409" y="460502"/>
                  </a:lnTo>
                  <a:lnTo>
                    <a:pt x="1881428" y="5791"/>
                  </a:lnTo>
                  <a:close/>
                </a:path>
                <a:path w="2411095" h="461009">
                  <a:moveTo>
                    <a:pt x="2410510" y="201485"/>
                  </a:moveTo>
                  <a:lnTo>
                    <a:pt x="2409482" y="195605"/>
                  </a:lnTo>
                  <a:lnTo>
                    <a:pt x="1578508" y="343522"/>
                  </a:lnTo>
                  <a:lnTo>
                    <a:pt x="1579537" y="349402"/>
                  </a:lnTo>
                  <a:lnTo>
                    <a:pt x="2410510" y="20148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7">
              <a:extLst>
                <a:ext uri="{FF2B5EF4-FFF2-40B4-BE49-F238E27FC236}">
                  <a16:creationId xmlns:a16="http://schemas.microsoft.com/office/drawing/2014/main" id="{CC56F3C4-BEA3-49EF-9CB1-F71563ACEF72}"/>
                </a:ext>
              </a:extLst>
            </p:cNvPr>
            <p:cNvSpPr/>
            <p:nvPr/>
          </p:nvSpPr>
          <p:spPr>
            <a:xfrm>
              <a:off x="2624474" y="8699606"/>
              <a:ext cx="304165" cy="139065"/>
            </a:xfrm>
            <a:custGeom>
              <a:avLst/>
              <a:gdLst/>
              <a:ahLst/>
              <a:cxnLst/>
              <a:rect l="l" t="t" r="r" b="b"/>
              <a:pathLst>
                <a:path w="304164" h="139065">
                  <a:moveTo>
                    <a:pt x="301701" y="0"/>
                  </a:moveTo>
                  <a:lnTo>
                    <a:pt x="0" y="133375"/>
                  </a:lnTo>
                  <a:lnTo>
                    <a:pt x="2400" y="138836"/>
                  </a:lnTo>
                  <a:lnTo>
                    <a:pt x="304114" y="5460"/>
                  </a:lnTo>
                  <a:lnTo>
                    <a:pt x="30170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8">
              <a:extLst>
                <a:ext uri="{FF2B5EF4-FFF2-40B4-BE49-F238E27FC236}">
                  <a16:creationId xmlns:a16="http://schemas.microsoft.com/office/drawing/2014/main" id="{EA32F0F8-310A-49DA-A077-656FA9971C06}"/>
                </a:ext>
              </a:extLst>
            </p:cNvPr>
            <p:cNvSpPr/>
            <p:nvPr/>
          </p:nvSpPr>
          <p:spPr>
            <a:xfrm>
              <a:off x="1046610" y="8859982"/>
              <a:ext cx="1519555" cy="676275"/>
            </a:xfrm>
            <a:custGeom>
              <a:avLst/>
              <a:gdLst/>
              <a:ahLst/>
              <a:cxnLst/>
              <a:rect l="l" t="t" r="r" b="b"/>
              <a:pathLst>
                <a:path w="1519555" h="676275">
                  <a:moveTo>
                    <a:pt x="1516799" y="0"/>
                  </a:moveTo>
                  <a:lnTo>
                    <a:pt x="0" y="670572"/>
                  </a:lnTo>
                  <a:lnTo>
                    <a:pt x="2400" y="676033"/>
                  </a:lnTo>
                  <a:lnTo>
                    <a:pt x="1519212" y="5461"/>
                  </a:lnTo>
                  <a:lnTo>
                    <a:pt x="151679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9">
              <a:extLst>
                <a:ext uri="{FF2B5EF4-FFF2-40B4-BE49-F238E27FC236}">
                  <a16:creationId xmlns:a16="http://schemas.microsoft.com/office/drawing/2014/main" id="{AC497367-C79A-40BF-89B7-7CB24ACBF5AF}"/>
                </a:ext>
              </a:extLst>
            </p:cNvPr>
            <p:cNvSpPr/>
            <p:nvPr/>
          </p:nvSpPr>
          <p:spPr>
            <a:xfrm>
              <a:off x="3524301" y="3953967"/>
              <a:ext cx="3020060" cy="2625725"/>
            </a:xfrm>
            <a:custGeom>
              <a:avLst/>
              <a:gdLst/>
              <a:ahLst/>
              <a:cxnLst/>
              <a:rect l="l" t="t" r="r" b="b"/>
              <a:pathLst>
                <a:path w="3020059" h="2625725">
                  <a:moveTo>
                    <a:pt x="3019564" y="201333"/>
                  </a:moveTo>
                  <a:lnTo>
                    <a:pt x="3015831" y="196672"/>
                  </a:lnTo>
                  <a:lnTo>
                    <a:pt x="889" y="2621000"/>
                  </a:lnTo>
                  <a:lnTo>
                    <a:pt x="4622" y="2625648"/>
                  </a:lnTo>
                  <a:lnTo>
                    <a:pt x="3019564" y="201333"/>
                  </a:lnTo>
                  <a:close/>
                </a:path>
                <a:path w="3020059" h="2625725">
                  <a:moveTo>
                    <a:pt x="3019577" y="4597"/>
                  </a:moveTo>
                  <a:lnTo>
                    <a:pt x="3015754" y="0"/>
                  </a:lnTo>
                  <a:lnTo>
                    <a:pt x="0" y="2497759"/>
                  </a:lnTo>
                  <a:lnTo>
                    <a:pt x="3810" y="2502357"/>
                  </a:lnTo>
                  <a:lnTo>
                    <a:pt x="3019577" y="459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30">
              <a:extLst>
                <a:ext uri="{FF2B5EF4-FFF2-40B4-BE49-F238E27FC236}">
                  <a16:creationId xmlns:a16="http://schemas.microsoft.com/office/drawing/2014/main" id="{95FA28C6-02F2-42BC-B0FF-3EC58D214C52}"/>
                </a:ext>
              </a:extLst>
            </p:cNvPr>
            <p:cNvSpPr/>
            <p:nvPr/>
          </p:nvSpPr>
          <p:spPr>
            <a:xfrm>
              <a:off x="2624740" y="9057058"/>
              <a:ext cx="833119" cy="276225"/>
            </a:xfrm>
            <a:custGeom>
              <a:avLst/>
              <a:gdLst/>
              <a:ahLst/>
              <a:cxnLst/>
              <a:rect l="l" t="t" r="r" b="b"/>
              <a:pathLst>
                <a:path w="833120" h="276225">
                  <a:moveTo>
                    <a:pt x="830910" y="0"/>
                  </a:moveTo>
                  <a:lnTo>
                    <a:pt x="0" y="270357"/>
                  </a:lnTo>
                  <a:lnTo>
                    <a:pt x="1854" y="276021"/>
                  </a:lnTo>
                  <a:lnTo>
                    <a:pt x="832751" y="5664"/>
                  </a:lnTo>
                  <a:lnTo>
                    <a:pt x="83091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31">
              <a:extLst>
                <a:ext uri="{FF2B5EF4-FFF2-40B4-BE49-F238E27FC236}">
                  <a16:creationId xmlns:a16="http://schemas.microsoft.com/office/drawing/2014/main" id="{F23275A8-9778-4E72-ABEA-1ED037367261}"/>
                </a:ext>
              </a:extLst>
            </p:cNvPr>
            <p:cNvSpPr/>
            <p:nvPr/>
          </p:nvSpPr>
          <p:spPr>
            <a:xfrm>
              <a:off x="1791395" y="9347271"/>
              <a:ext cx="774700" cy="257175"/>
            </a:xfrm>
            <a:custGeom>
              <a:avLst/>
              <a:gdLst/>
              <a:ahLst/>
              <a:cxnLst/>
              <a:rect l="l" t="t" r="r" b="b"/>
              <a:pathLst>
                <a:path w="774700" h="257175">
                  <a:moveTo>
                    <a:pt x="772299" y="0"/>
                  </a:moveTo>
                  <a:lnTo>
                    <a:pt x="0" y="251282"/>
                  </a:lnTo>
                  <a:lnTo>
                    <a:pt x="1828" y="256959"/>
                  </a:lnTo>
                  <a:lnTo>
                    <a:pt x="774128" y="5676"/>
                  </a:lnTo>
                  <a:lnTo>
                    <a:pt x="77229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2">
              <a:extLst>
                <a:ext uri="{FF2B5EF4-FFF2-40B4-BE49-F238E27FC236}">
                  <a16:creationId xmlns:a16="http://schemas.microsoft.com/office/drawing/2014/main" id="{500020CD-1B99-4B9D-AB57-F3BC0DC65A1A}"/>
                </a:ext>
              </a:extLst>
            </p:cNvPr>
            <p:cNvSpPr/>
            <p:nvPr/>
          </p:nvSpPr>
          <p:spPr>
            <a:xfrm>
              <a:off x="1045909" y="9648329"/>
              <a:ext cx="594360" cy="198755"/>
            </a:xfrm>
            <a:custGeom>
              <a:avLst/>
              <a:gdLst/>
              <a:ahLst/>
              <a:cxnLst/>
              <a:rect l="l" t="t" r="r" b="b"/>
              <a:pathLst>
                <a:path w="594360" h="198754">
                  <a:moveTo>
                    <a:pt x="592505" y="0"/>
                  </a:moveTo>
                  <a:lnTo>
                    <a:pt x="0" y="192785"/>
                  </a:lnTo>
                  <a:lnTo>
                    <a:pt x="1841" y="198450"/>
                  </a:lnTo>
                  <a:lnTo>
                    <a:pt x="594347" y="5664"/>
                  </a:lnTo>
                  <a:lnTo>
                    <a:pt x="5925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3">
              <a:extLst>
                <a:ext uri="{FF2B5EF4-FFF2-40B4-BE49-F238E27FC236}">
                  <a16:creationId xmlns:a16="http://schemas.microsoft.com/office/drawing/2014/main" id="{0A91DDB6-D395-4A41-A06B-6A22D4113DA9}"/>
                </a:ext>
              </a:extLst>
            </p:cNvPr>
            <p:cNvSpPr/>
            <p:nvPr/>
          </p:nvSpPr>
          <p:spPr>
            <a:xfrm>
              <a:off x="2624281" y="8307636"/>
              <a:ext cx="304800" cy="165100"/>
            </a:xfrm>
            <a:custGeom>
              <a:avLst/>
              <a:gdLst/>
              <a:ahLst/>
              <a:cxnLst/>
              <a:rect l="l" t="t" r="r" b="b"/>
              <a:pathLst>
                <a:path w="304800" h="165100">
                  <a:moveTo>
                    <a:pt x="301790" y="0"/>
                  </a:moveTo>
                  <a:lnTo>
                    <a:pt x="0" y="159486"/>
                  </a:lnTo>
                  <a:lnTo>
                    <a:pt x="2781" y="164757"/>
                  </a:lnTo>
                  <a:lnTo>
                    <a:pt x="304558" y="5270"/>
                  </a:lnTo>
                  <a:lnTo>
                    <a:pt x="30179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4">
              <a:extLst>
                <a:ext uri="{FF2B5EF4-FFF2-40B4-BE49-F238E27FC236}">
                  <a16:creationId xmlns:a16="http://schemas.microsoft.com/office/drawing/2014/main" id="{D90FA4A6-CFF3-40C6-9D82-5E848982F321}"/>
                </a:ext>
              </a:extLst>
            </p:cNvPr>
            <p:cNvSpPr/>
            <p:nvPr/>
          </p:nvSpPr>
          <p:spPr>
            <a:xfrm>
              <a:off x="1517958" y="8499389"/>
              <a:ext cx="1048385" cy="558165"/>
            </a:xfrm>
            <a:custGeom>
              <a:avLst/>
              <a:gdLst/>
              <a:ahLst/>
              <a:cxnLst/>
              <a:rect l="l" t="t" r="r" b="b"/>
              <a:pathLst>
                <a:path w="1048385" h="558165">
                  <a:moveTo>
                    <a:pt x="1045273" y="0"/>
                  </a:moveTo>
                  <a:lnTo>
                    <a:pt x="0" y="552399"/>
                  </a:lnTo>
                  <a:lnTo>
                    <a:pt x="2793" y="557669"/>
                  </a:lnTo>
                  <a:lnTo>
                    <a:pt x="1048042" y="5270"/>
                  </a:lnTo>
                  <a:lnTo>
                    <a:pt x="104527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5">
              <a:extLst>
                <a:ext uri="{FF2B5EF4-FFF2-40B4-BE49-F238E27FC236}">
                  <a16:creationId xmlns:a16="http://schemas.microsoft.com/office/drawing/2014/main" id="{06EB6321-14D1-46AC-8114-CF1694D56404}"/>
                </a:ext>
              </a:extLst>
            </p:cNvPr>
            <p:cNvSpPr/>
            <p:nvPr/>
          </p:nvSpPr>
          <p:spPr>
            <a:xfrm>
              <a:off x="2624114" y="7598771"/>
              <a:ext cx="834390" cy="514984"/>
            </a:xfrm>
            <a:custGeom>
              <a:avLst/>
              <a:gdLst/>
              <a:ahLst/>
              <a:cxnLst/>
              <a:rect l="l" t="t" r="r" b="b"/>
              <a:pathLst>
                <a:path w="834389" h="514984">
                  <a:moveTo>
                    <a:pt x="830922" y="0"/>
                  </a:moveTo>
                  <a:lnTo>
                    <a:pt x="0" y="509524"/>
                  </a:lnTo>
                  <a:lnTo>
                    <a:pt x="3111" y="514604"/>
                  </a:lnTo>
                  <a:lnTo>
                    <a:pt x="834021" y="5080"/>
                  </a:lnTo>
                  <a:lnTo>
                    <a:pt x="83092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6">
              <a:extLst>
                <a:ext uri="{FF2B5EF4-FFF2-40B4-BE49-F238E27FC236}">
                  <a16:creationId xmlns:a16="http://schemas.microsoft.com/office/drawing/2014/main" id="{45AEDA3F-17C9-44C4-A747-FEC55327584F}"/>
                </a:ext>
              </a:extLst>
            </p:cNvPr>
            <p:cNvSpPr/>
            <p:nvPr/>
          </p:nvSpPr>
          <p:spPr>
            <a:xfrm>
              <a:off x="2087416" y="8145732"/>
              <a:ext cx="478790" cy="297180"/>
            </a:xfrm>
            <a:custGeom>
              <a:avLst/>
              <a:gdLst/>
              <a:ahLst/>
              <a:cxnLst/>
              <a:rect l="l" t="t" r="r" b="b"/>
              <a:pathLst>
                <a:path w="478789" h="297179">
                  <a:moveTo>
                    <a:pt x="475640" y="0"/>
                  </a:moveTo>
                  <a:lnTo>
                    <a:pt x="0" y="291668"/>
                  </a:lnTo>
                  <a:lnTo>
                    <a:pt x="3098" y="296748"/>
                  </a:lnTo>
                  <a:lnTo>
                    <a:pt x="478739" y="5079"/>
                  </a:lnTo>
                  <a:lnTo>
                    <a:pt x="47564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7">
              <a:extLst>
                <a:ext uri="{FF2B5EF4-FFF2-40B4-BE49-F238E27FC236}">
                  <a16:creationId xmlns:a16="http://schemas.microsoft.com/office/drawing/2014/main" id="{E52675D1-AC2F-451F-BBA6-DC9A11DB1B26}"/>
                </a:ext>
              </a:extLst>
            </p:cNvPr>
            <p:cNvSpPr/>
            <p:nvPr/>
          </p:nvSpPr>
          <p:spPr>
            <a:xfrm>
              <a:off x="3524948" y="4605578"/>
              <a:ext cx="1341120" cy="2233295"/>
            </a:xfrm>
            <a:custGeom>
              <a:avLst/>
              <a:gdLst/>
              <a:ahLst/>
              <a:cxnLst/>
              <a:rect l="l" t="t" r="r" b="b"/>
              <a:pathLst>
                <a:path w="1341120" h="2233295">
                  <a:moveTo>
                    <a:pt x="1340675" y="1225042"/>
                  </a:moveTo>
                  <a:lnTo>
                    <a:pt x="1337068" y="1220279"/>
                  </a:lnTo>
                  <a:lnTo>
                    <a:pt x="88" y="2228075"/>
                  </a:lnTo>
                  <a:lnTo>
                    <a:pt x="3683" y="2232837"/>
                  </a:lnTo>
                  <a:lnTo>
                    <a:pt x="1340675" y="1225042"/>
                  </a:lnTo>
                  <a:close/>
                </a:path>
                <a:path w="1341120" h="2233295">
                  <a:moveTo>
                    <a:pt x="1340688" y="1009053"/>
                  </a:moveTo>
                  <a:lnTo>
                    <a:pt x="1337005" y="1004354"/>
                  </a:lnTo>
                  <a:lnTo>
                    <a:pt x="1168" y="2055850"/>
                  </a:lnTo>
                  <a:lnTo>
                    <a:pt x="4838" y="2060549"/>
                  </a:lnTo>
                  <a:lnTo>
                    <a:pt x="1340688" y="1009053"/>
                  </a:lnTo>
                  <a:close/>
                </a:path>
                <a:path w="1341120" h="2233295">
                  <a:moveTo>
                    <a:pt x="1340891" y="4343"/>
                  </a:moveTo>
                  <a:lnTo>
                    <a:pt x="1336814" y="0"/>
                  </a:lnTo>
                  <a:lnTo>
                    <a:pt x="0" y="1259649"/>
                  </a:lnTo>
                  <a:lnTo>
                    <a:pt x="4089" y="1263992"/>
                  </a:lnTo>
                  <a:lnTo>
                    <a:pt x="1340891" y="434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8">
              <a:extLst>
                <a:ext uri="{FF2B5EF4-FFF2-40B4-BE49-F238E27FC236}">
                  <a16:creationId xmlns:a16="http://schemas.microsoft.com/office/drawing/2014/main" id="{2ED7E3C6-E753-417A-8373-5914CFEFB26F}"/>
                </a:ext>
              </a:extLst>
            </p:cNvPr>
            <p:cNvSpPr/>
            <p:nvPr/>
          </p:nvSpPr>
          <p:spPr>
            <a:xfrm>
              <a:off x="3189414" y="7045642"/>
              <a:ext cx="1676400" cy="951230"/>
            </a:xfrm>
            <a:custGeom>
              <a:avLst/>
              <a:gdLst/>
              <a:ahLst/>
              <a:cxnLst/>
              <a:rect l="l" t="t" r="r" b="b"/>
              <a:pathLst>
                <a:path w="1676400" h="951229">
                  <a:moveTo>
                    <a:pt x="1675879" y="5181"/>
                  </a:moveTo>
                  <a:lnTo>
                    <a:pt x="1672945" y="0"/>
                  </a:lnTo>
                  <a:lnTo>
                    <a:pt x="0" y="945807"/>
                  </a:lnTo>
                  <a:lnTo>
                    <a:pt x="2908" y="950988"/>
                  </a:lnTo>
                  <a:lnTo>
                    <a:pt x="1675879" y="5181"/>
                  </a:lnTo>
                  <a:close/>
                </a:path>
                <a:path w="1676400" h="951229">
                  <a:moveTo>
                    <a:pt x="1675993" y="198501"/>
                  </a:moveTo>
                  <a:lnTo>
                    <a:pt x="1673186" y="193255"/>
                  </a:lnTo>
                  <a:lnTo>
                    <a:pt x="336169" y="909218"/>
                  </a:lnTo>
                  <a:lnTo>
                    <a:pt x="338963" y="914450"/>
                  </a:lnTo>
                  <a:lnTo>
                    <a:pt x="1675993" y="19850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9">
              <a:extLst>
                <a:ext uri="{FF2B5EF4-FFF2-40B4-BE49-F238E27FC236}">
                  <a16:creationId xmlns:a16="http://schemas.microsoft.com/office/drawing/2014/main" id="{15F55E0E-C074-4F93-A785-BB80D59DC9DA}"/>
                </a:ext>
              </a:extLst>
            </p:cNvPr>
            <p:cNvSpPr/>
            <p:nvPr/>
          </p:nvSpPr>
          <p:spPr>
            <a:xfrm>
              <a:off x="3189884" y="8050631"/>
              <a:ext cx="1675130" cy="852169"/>
            </a:xfrm>
            <a:custGeom>
              <a:avLst/>
              <a:gdLst/>
              <a:ahLst/>
              <a:cxnLst/>
              <a:rect l="l" t="t" r="r" b="b"/>
              <a:pathLst>
                <a:path w="1675129" h="852170">
                  <a:moveTo>
                    <a:pt x="1674977" y="220954"/>
                  </a:moveTo>
                  <a:lnTo>
                    <a:pt x="1672869" y="215379"/>
                  </a:lnTo>
                  <a:lnTo>
                    <a:pt x="0" y="846353"/>
                  </a:lnTo>
                  <a:lnTo>
                    <a:pt x="2095" y="851928"/>
                  </a:lnTo>
                  <a:lnTo>
                    <a:pt x="1674977" y="220954"/>
                  </a:lnTo>
                  <a:close/>
                </a:path>
                <a:path w="1675129" h="852170">
                  <a:moveTo>
                    <a:pt x="1675091" y="5499"/>
                  </a:moveTo>
                  <a:lnTo>
                    <a:pt x="1672831" y="0"/>
                  </a:lnTo>
                  <a:lnTo>
                    <a:pt x="335965" y="548259"/>
                  </a:lnTo>
                  <a:lnTo>
                    <a:pt x="338226" y="553758"/>
                  </a:lnTo>
                  <a:lnTo>
                    <a:pt x="1675091" y="549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40">
              <a:extLst>
                <a:ext uri="{FF2B5EF4-FFF2-40B4-BE49-F238E27FC236}">
                  <a16:creationId xmlns:a16="http://schemas.microsoft.com/office/drawing/2014/main" id="{A76ED8FC-9260-40F6-835A-5D87C72E73AF}"/>
                </a:ext>
              </a:extLst>
            </p:cNvPr>
            <p:cNvSpPr/>
            <p:nvPr/>
          </p:nvSpPr>
          <p:spPr>
            <a:xfrm>
              <a:off x="3526445" y="9486428"/>
              <a:ext cx="1337945" cy="257810"/>
            </a:xfrm>
            <a:custGeom>
              <a:avLst/>
              <a:gdLst/>
              <a:ahLst/>
              <a:cxnLst/>
              <a:rect l="l" t="t" r="r" b="b"/>
              <a:pathLst>
                <a:path w="1337945" h="257809">
                  <a:moveTo>
                    <a:pt x="1336827" y="0"/>
                  </a:moveTo>
                  <a:lnTo>
                    <a:pt x="0" y="251739"/>
                  </a:lnTo>
                  <a:lnTo>
                    <a:pt x="1092" y="257606"/>
                  </a:lnTo>
                  <a:lnTo>
                    <a:pt x="1337919" y="5854"/>
                  </a:lnTo>
                  <a:lnTo>
                    <a:pt x="133682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41">
              <a:extLst>
                <a:ext uri="{FF2B5EF4-FFF2-40B4-BE49-F238E27FC236}">
                  <a16:creationId xmlns:a16="http://schemas.microsoft.com/office/drawing/2014/main" id="{CD50886E-6552-40BB-9C1B-EE7BCA9D0CE0}"/>
                </a:ext>
              </a:extLst>
            </p:cNvPr>
            <p:cNvSpPr/>
            <p:nvPr/>
          </p:nvSpPr>
          <p:spPr>
            <a:xfrm>
              <a:off x="5648807" y="7598278"/>
              <a:ext cx="963294" cy="1543685"/>
            </a:xfrm>
            <a:custGeom>
              <a:avLst/>
              <a:gdLst/>
              <a:ahLst/>
              <a:cxnLst/>
              <a:rect l="l" t="t" r="r" b="b"/>
              <a:pathLst>
                <a:path w="963295" h="1543684">
                  <a:moveTo>
                    <a:pt x="0" y="0"/>
                  </a:moveTo>
                  <a:lnTo>
                    <a:pt x="0" y="1196289"/>
                  </a:lnTo>
                  <a:lnTo>
                    <a:pt x="962926" y="1543418"/>
                  </a:lnTo>
                  <a:lnTo>
                    <a:pt x="962926" y="1534947"/>
                  </a:lnTo>
                  <a:lnTo>
                    <a:pt x="956957" y="1534947"/>
                  </a:lnTo>
                  <a:lnTo>
                    <a:pt x="5968" y="1192123"/>
                  </a:lnTo>
                  <a:lnTo>
                    <a:pt x="5968" y="10401"/>
                  </a:lnTo>
                  <a:lnTo>
                    <a:pt x="17804" y="10401"/>
                  </a:lnTo>
                  <a:lnTo>
                    <a:pt x="0" y="0"/>
                  </a:lnTo>
                  <a:close/>
                </a:path>
                <a:path w="963295" h="1543684">
                  <a:moveTo>
                    <a:pt x="17804" y="10401"/>
                  </a:moveTo>
                  <a:lnTo>
                    <a:pt x="5968" y="10401"/>
                  </a:lnTo>
                  <a:lnTo>
                    <a:pt x="956957" y="565950"/>
                  </a:lnTo>
                  <a:lnTo>
                    <a:pt x="956957" y="1534947"/>
                  </a:lnTo>
                  <a:lnTo>
                    <a:pt x="962926" y="1534947"/>
                  </a:lnTo>
                  <a:lnTo>
                    <a:pt x="962926" y="562533"/>
                  </a:lnTo>
                  <a:lnTo>
                    <a:pt x="17804" y="1040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2">
              <a:extLst>
                <a:ext uri="{FF2B5EF4-FFF2-40B4-BE49-F238E27FC236}">
                  <a16:creationId xmlns:a16="http://schemas.microsoft.com/office/drawing/2014/main" id="{3C1CD92A-E800-4E6A-8C4D-98CDC19DD1F2}"/>
                </a:ext>
              </a:extLst>
            </p:cNvPr>
            <p:cNvSpPr/>
            <p:nvPr/>
          </p:nvSpPr>
          <p:spPr>
            <a:xfrm>
              <a:off x="6538951" y="3954284"/>
              <a:ext cx="1021080" cy="2471420"/>
            </a:xfrm>
            <a:custGeom>
              <a:avLst/>
              <a:gdLst/>
              <a:ahLst/>
              <a:cxnLst/>
              <a:rect l="l" t="t" r="r" b="b"/>
              <a:pathLst>
                <a:path w="1021079" h="2471420">
                  <a:moveTo>
                    <a:pt x="1021041" y="2459558"/>
                  </a:moveTo>
                  <a:lnTo>
                    <a:pt x="5791" y="1181544"/>
                  </a:lnTo>
                  <a:lnTo>
                    <a:pt x="190" y="1185989"/>
                  </a:lnTo>
                  <a:lnTo>
                    <a:pt x="1021041" y="2471051"/>
                  </a:lnTo>
                  <a:lnTo>
                    <a:pt x="1021041" y="2459558"/>
                  </a:lnTo>
                  <a:close/>
                </a:path>
                <a:path w="1021079" h="2471420">
                  <a:moveTo>
                    <a:pt x="1021041" y="2308745"/>
                  </a:moveTo>
                  <a:lnTo>
                    <a:pt x="5842" y="985901"/>
                  </a:lnTo>
                  <a:lnTo>
                    <a:pt x="152" y="990244"/>
                  </a:lnTo>
                  <a:lnTo>
                    <a:pt x="1021041" y="2320506"/>
                  </a:lnTo>
                  <a:lnTo>
                    <a:pt x="1021041" y="2308745"/>
                  </a:lnTo>
                  <a:close/>
                </a:path>
                <a:path w="1021079" h="2471420">
                  <a:moveTo>
                    <a:pt x="1021041" y="1700491"/>
                  </a:moveTo>
                  <a:lnTo>
                    <a:pt x="5969" y="196748"/>
                  </a:lnTo>
                  <a:lnTo>
                    <a:pt x="25" y="200761"/>
                  </a:lnTo>
                  <a:lnTo>
                    <a:pt x="1021041" y="1713306"/>
                  </a:lnTo>
                  <a:lnTo>
                    <a:pt x="1021041" y="1700491"/>
                  </a:lnTo>
                  <a:close/>
                </a:path>
                <a:path w="1021079" h="2471420">
                  <a:moveTo>
                    <a:pt x="1021041" y="1548853"/>
                  </a:moveTo>
                  <a:lnTo>
                    <a:pt x="5994" y="0"/>
                  </a:lnTo>
                  <a:lnTo>
                    <a:pt x="0" y="3937"/>
                  </a:lnTo>
                  <a:lnTo>
                    <a:pt x="1021041" y="1561922"/>
                  </a:lnTo>
                  <a:lnTo>
                    <a:pt x="1021041" y="154885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3">
              <a:extLst>
                <a:ext uri="{FF2B5EF4-FFF2-40B4-BE49-F238E27FC236}">
                  <a16:creationId xmlns:a16="http://schemas.microsoft.com/office/drawing/2014/main" id="{4BA618D9-8C78-4F7E-BE40-43980CD78507}"/>
                </a:ext>
              </a:extLst>
            </p:cNvPr>
            <p:cNvSpPr/>
            <p:nvPr/>
          </p:nvSpPr>
          <p:spPr>
            <a:xfrm>
              <a:off x="2625496" y="10034155"/>
              <a:ext cx="3265804" cy="657860"/>
            </a:xfrm>
            <a:custGeom>
              <a:avLst/>
              <a:gdLst/>
              <a:ahLst/>
              <a:cxnLst/>
              <a:rect l="l" t="t" r="r" b="b"/>
              <a:pathLst>
                <a:path w="3265804" h="657859">
                  <a:moveTo>
                    <a:pt x="3265195" y="235521"/>
                  </a:moveTo>
                  <a:lnTo>
                    <a:pt x="3264839" y="229577"/>
                  </a:lnTo>
                  <a:lnTo>
                    <a:pt x="736092" y="378574"/>
                  </a:lnTo>
                  <a:lnTo>
                    <a:pt x="736092" y="118325"/>
                  </a:lnTo>
                  <a:lnTo>
                    <a:pt x="193852" y="0"/>
                  </a:lnTo>
                  <a:lnTo>
                    <a:pt x="192582" y="5829"/>
                  </a:lnTo>
                  <a:lnTo>
                    <a:pt x="730110" y="123139"/>
                  </a:lnTo>
                  <a:lnTo>
                    <a:pt x="730110" y="378917"/>
                  </a:lnTo>
                  <a:lnTo>
                    <a:pt x="0" y="421932"/>
                  </a:lnTo>
                  <a:lnTo>
                    <a:pt x="342" y="427888"/>
                  </a:lnTo>
                  <a:lnTo>
                    <a:pt x="730110" y="384898"/>
                  </a:lnTo>
                  <a:lnTo>
                    <a:pt x="730110" y="657847"/>
                  </a:lnTo>
                  <a:lnTo>
                    <a:pt x="736092" y="657847"/>
                  </a:lnTo>
                  <a:lnTo>
                    <a:pt x="736092" y="384543"/>
                  </a:lnTo>
                  <a:lnTo>
                    <a:pt x="3265195" y="23552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4">
              <a:extLst>
                <a:ext uri="{FF2B5EF4-FFF2-40B4-BE49-F238E27FC236}">
                  <a16:creationId xmlns:a16="http://schemas.microsoft.com/office/drawing/2014/main" id="{CCDFEB76-198E-4998-8568-E1ACFA13BFF1}"/>
                </a:ext>
              </a:extLst>
            </p:cNvPr>
            <p:cNvSpPr/>
            <p:nvPr/>
          </p:nvSpPr>
          <p:spPr>
            <a:xfrm>
              <a:off x="870080" y="10282828"/>
              <a:ext cx="368300" cy="391160"/>
            </a:xfrm>
            <a:custGeom>
              <a:avLst/>
              <a:gdLst/>
              <a:ahLst/>
              <a:cxnLst/>
              <a:rect l="l" t="t" r="r" b="b"/>
              <a:pathLst>
                <a:path w="368300" h="391159">
                  <a:moveTo>
                    <a:pt x="0" y="0"/>
                  </a:moveTo>
                  <a:lnTo>
                    <a:pt x="0" y="388010"/>
                  </a:lnTo>
                  <a:lnTo>
                    <a:pt x="367715" y="390969"/>
                  </a:lnTo>
                  <a:lnTo>
                    <a:pt x="367715" y="384975"/>
                  </a:lnTo>
                  <a:lnTo>
                    <a:pt x="361746" y="384975"/>
                  </a:lnTo>
                  <a:lnTo>
                    <a:pt x="5968" y="382079"/>
                  </a:lnTo>
                  <a:lnTo>
                    <a:pt x="5968" y="6502"/>
                  </a:lnTo>
                  <a:lnTo>
                    <a:pt x="77281" y="6502"/>
                  </a:lnTo>
                  <a:lnTo>
                    <a:pt x="0" y="0"/>
                  </a:lnTo>
                  <a:close/>
                </a:path>
                <a:path w="368300" h="391159">
                  <a:moveTo>
                    <a:pt x="77281" y="6502"/>
                  </a:moveTo>
                  <a:lnTo>
                    <a:pt x="5968" y="6502"/>
                  </a:lnTo>
                  <a:lnTo>
                    <a:pt x="361746" y="36423"/>
                  </a:lnTo>
                  <a:lnTo>
                    <a:pt x="361746" y="384975"/>
                  </a:lnTo>
                  <a:lnTo>
                    <a:pt x="367715" y="384975"/>
                  </a:lnTo>
                  <a:lnTo>
                    <a:pt x="367715" y="30924"/>
                  </a:lnTo>
                  <a:lnTo>
                    <a:pt x="77281" y="650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5">
              <a:extLst>
                <a:ext uri="{FF2B5EF4-FFF2-40B4-BE49-F238E27FC236}">
                  <a16:creationId xmlns:a16="http://schemas.microsoft.com/office/drawing/2014/main" id="{BDF65F04-8A69-492E-889F-7777C20022DB}"/>
                </a:ext>
              </a:extLst>
            </p:cNvPr>
            <p:cNvSpPr/>
            <p:nvPr/>
          </p:nvSpPr>
          <p:spPr>
            <a:xfrm>
              <a:off x="1114711" y="9247977"/>
              <a:ext cx="217804" cy="633095"/>
            </a:xfrm>
            <a:custGeom>
              <a:avLst/>
              <a:gdLst/>
              <a:ahLst/>
              <a:cxnLst/>
              <a:rect l="l" t="t" r="r" b="b"/>
              <a:pathLst>
                <a:path w="217805" h="633095">
                  <a:moveTo>
                    <a:pt x="217271" y="0"/>
                  </a:moveTo>
                  <a:lnTo>
                    <a:pt x="0" y="107594"/>
                  </a:lnTo>
                  <a:lnTo>
                    <a:pt x="0" y="632764"/>
                  </a:lnTo>
                  <a:lnTo>
                    <a:pt x="26367" y="624725"/>
                  </a:lnTo>
                  <a:lnTo>
                    <a:pt x="5968" y="624725"/>
                  </a:lnTo>
                  <a:lnTo>
                    <a:pt x="5968" y="111290"/>
                  </a:lnTo>
                  <a:lnTo>
                    <a:pt x="211289" y="9601"/>
                  </a:lnTo>
                  <a:lnTo>
                    <a:pt x="217271" y="9601"/>
                  </a:lnTo>
                  <a:lnTo>
                    <a:pt x="217271" y="0"/>
                  </a:lnTo>
                  <a:close/>
                </a:path>
                <a:path w="217805" h="633095">
                  <a:moveTo>
                    <a:pt x="217271" y="9601"/>
                  </a:moveTo>
                  <a:lnTo>
                    <a:pt x="211289" y="9601"/>
                  </a:lnTo>
                  <a:lnTo>
                    <a:pt x="211289" y="562114"/>
                  </a:lnTo>
                  <a:lnTo>
                    <a:pt x="5968" y="624725"/>
                  </a:lnTo>
                  <a:lnTo>
                    <a:pt x="26367" y="624725"/>
                  </a:lnTo>
                  <a:lnTo>
                    <a:pt x="217271" y="566508"/>
                  </a:lnTo>
                  <a:lnTo>
                    <a:pt x="217271" y="960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6">
              <a:extLst>
                <a:ext uri="{FF2B5EF4-FFF2-40B4-BE49-F238E27FC236}">
                  <a16:creationId xmlns:a16="http://schemas.microsoft.com/office/drawing/2014/main" id="{F31B0F11-67FA-4198-B751-0E0463746018}"/>
                </a:ext>
              </a:extLst>
            </p:cNvPr>
            <p:cNvSpPr/>
            <p:nvPr/>
          </p:nvSpPr>
          <p:spPr>
            <a:xfrm>
              <a:off x="2818188" y="10209874"/>
              <a:ext cx="709930" cy="120014"/>
            </a:xfrm>
            <a:custGeom>
              <a:avLst/>
              <a:gdLst/>
              <a:ahLst/>
              <a:cxnLst/>
              <a:rect l="l" t="t" r="r" b="b"/>
              <a:pathLst>
                <a:path w="709929" h="120015">
                  <a:moveTo>
                    <a:pt x="939" y="0"/>
                  </a:moveTo>
                  <a:lnTo>
                    <a:pt x="0" y="5880"/>
                  </a:lnTo>
                  <a:lnTo>
                    <a:pt x="708507" y="120014"/>
                  </a:lnTo>
                  <a:lnTo>
                    <a:pt x="709447" y="114147"/>
                  </a:lnTo>
                  <a:lnTo>
                    <a:pt x="93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7">
              <a:extLst>
                <a:ext uri="{FF2B5EF4-FFF2-40B4-BE49-F238E27FC236}">
                  <a16:creationId xmlns:a16="http://schemas.microsoft.com/office/drawing/2014/main" id="{B6140DBC-4C4A-4B72-98EA-B5A8FC5B2342}"/>
                </a:ext>
              </a:extLst>
            </p:cNvPr>
            <p:cNvSpPr/>
            <p:nvPr/>
          </p:nvSpPr>
          <p:spPr>
            <a:xfrm>
              <a:off x="4863796" y="6832816"/>
              <a:ext cx="2696210" cy="1833245"/>
            </a:xfrm>
            <a:custGeom>
              <a:avLst/>
              <a:gdLst/>
              <a:ahLst/>
              <a:cxnLst/>
              <a:rect l="l" t="t" r="r" b="b"/>
              <a:pathLst>
                <a:path w="2696209" h="1833245">
                  <a:moveTo>
                    <a:pt x="0" y="0"/>
                  </a:moveTo>
                  <a:lnTo>
                    <a:pt x="0" y="215417"/>
                  </a:lnTo>
                  <a:lnTo>
                    <a:pt x="2696197" y="1832978"/>
                  </a:lnTo>
                  <a:lnTo>
                    <a:pt x="2696197" y="1711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8">
              <a:extLst>
                <a:ext uri="{FF2B5EF4-FFF2-40B4-BE49-F238E27FC236}">
                  <a16:creationId xmlns:a16="http://schemas.microsoft.com/office/drawing/2014/main" id="{90B65C00-0309-4420-B540-2B46DE4FECFB}"/>
                </a:ext>
              </a:extLst>
            </p:cNvPr>
            <p:cNvSpPr/>
            <p:nvPr/>
          </p:nvSpPr>
          <p:spPr>
            <a:xfrm>
              <a:off x="3002467" y="9986550"/>
              <a:ext cx="391160" cy="518795"/>
            </a:xfrm>
            <a:custGeom>
              <a:avLst/>
              <a:gdLst/>
              <a:ahLst/>
              <a:cxnLst/>
              <a:rect l="l" t="t" r="r" b="b"/>
              <a:pathLst>
                <a:path w="391160" h="518795">
                  <a:moveTo>
                    <a:pt x="390575" y="0"/>
                  </a:moveTo>
                  <a:lnTo>
                    <a:pt x="0" y="56362"/>
                  </a:lnTo>
                  <a:lnTo>
                    <a:pt x="0" y="518426"/>
                  </a:lnTo>
                  <a:lnTo>
                    <a:pt x="390575" y="501180"/>
                  </a:lnTo>
                  <a:lnTo>
                    <a:pt x="390575" y="0"/>
                  </a:lnTo>
                  <a:close/>
                </a:path>
              </a:pathLst>
            </a:custGeom>
            <a:solidFill>
              <a:srgbClr val="D711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9">
              <a:extLst>
                <a:ext uri="{FF2B5EF4-FFF2-40B4-BE49-F238E27FC236}">
                  <a16:creationId xmlns:a16="http://schemas.microsoft.com/office/drawing/2014/main" id="{F7237A7C-3120-4DF0-9685-65EDB9977927}"/>
                </a:ext>
              </a:extLst>
            </p:cNvPr>
            <p:cNvSpPr/>
            <p:nvPr/>
          </p:nvSpPr>
          <p:spPr>
            <a:xfrm>
              <a:off x="4863796" y="8053365"/>
              <a:ext cx="2696210" cy="1293495"/>
            </a:xfrm>
            <a:custGeom>
              <a:avLst/>
              <a:gdLst/>
              <a:ahLst/>
              <a:cxnLst/>
              <a:rect l="l" t="t" r="r" b="b"/>
              <a:pathLst>
                <a:path w="2696209" h="1293495">
                  <a:moveTo>
                    <a:pt x="0" y="0"/>
                  </a:moveTo>
                  <a:lnTo>
                    <a:pt x="0" y="215442"/>
                  </a:lnTo>
                  <a:lnTo>
                    <a:pt x="2696197" y="1293495"/>
                  </a:lnTo>
                  <a:lnTo>
                    <a:pt x="2696197" y="11736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50">
              <a:extLst>
                <a:ext uri="{FF2B5EF4-FFF2-40B4-BE49-F238E27FC236}">
                  <a16:creationId xmlns:a16="http://schemas.microsoft.com/office/drawing/2014/main" id="{F6274235-76D9-4AE0-9A49-82E9CDAE6A85}"/>
                </a:ext>
              </a:extLst>
            </p:cNvPr>
            <p:cNvSpPr/>
            <p:nvPr/>
          </p:nvSpPr>
          <p:spPr>
            <a:xfrm>
              <a:off x="4863795" y="4390669"/>
              <a:ext cx="2696210" cy="6301740"/>
            </a:xfrm>
            <a:custGeom>
              <a:avLst/>
              <a:gdLst/>
              <a:ahLst/>
              <a:cxnLst/>
              <a:rect l="l" t="t" r="r" b="b"/>
              <a:pathLst>
                <a:path w="2696209" h="6301740">
                  <a:moveTo>
                    <a:pt x="2696197" y="2790761"/>
                  </a:moveTo>
                  <a:lnTo>
                    <a:pt x="213144" y="221005"/>
                  </a:lnTo>
                  <a:lnTo>
                    <a:pt x="213156" y="220624"/>
                  </a:lnTo>
                  <a:lnTo>
                    <a:pt x="12" y="0"/>
                  </a:lnTo>
                  <a:lnTo>
                    <a:pt x="12" y="419"/>
                  </a:lnTo>
                  <a:lnTo>
                    <a:pt x="0" y="217081"/>
                  </a:lnTo>
                  <a:lnTo>
                    <a:pt x="12" y="1221587"/>
                  </a:lnTo>
                  <a:lnTo>
                    <a:pt x="0" y="1437640"/>
                  </a:lnTo>
                  <a:lnTo>
                    <a:pt x="12" y="6301333"/>
                  </a:lnTo>
                  <a:lnTo>
                    <a:pt x="212750" y="6301333"/>
                  </a:lnTo>
                  <a:lnTo>
                    <a:pt x="213055" y="1608061"/>
                  </a:lnTo>
                  <a:lnTo>
                    <a:pt x="2696197" y="3594150"/>
                  </a:lnTo>
                  <a:lnTo>
                    <a:pt x="2696197" y="3472929"/>
                  </a:lnTo>
                  <a:lnTo>
                    <a:pt x="213067" y="1399501"/>
                  </a:lnTo>
                  <a:lnTo>
                    <a:pt x="213131" y="430161"/>
                  </a:lnTo>
                  <a:lnTo>
                    <a:pt x="2696197" y="2912338"/>
                  </a:lnTo>
                  <a:lnTo>
                    <a:pt x="2696197" y="2790761"/>
                  </a:lnTo>
                  <a:close/>
                </a:path>
              </a:pathLst>
            </a:custGeom>
            <a:solidFill>
              <a:srgbClr val="D9D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51">
              <a:extLst>
                <a:ext uri="{FF2B5EF4-FFF2-40B4-BE49-F238E27FC236}">
                  <a16:creationId xmlns:a16="http://schemas.microsoft.com/office/drawing/2014/main" id="{7EED478D-9530-446A-ACA7-EFBD0BEFDFB2}"/>
                </a:ext>
              </a:extLst>
            </p:cNvPr>
            <p:cNvSpPr/>
            <p:nvPr/>
          </p:nvSpPr>
          <p:spPr>
            <a:xfrm>
              <a:off x="3649981" y="8781259"/>
              <a:ext cx="1026794" cy="1540510"/>
            </a:xfrm>
            <a:custGeom>
              <a:avLst/>
              <a:gdLst/>
              <a:ahLst/>
              <a:cxnLst/>
              <a:rect l="l" t="t" r="r" b="b"/>
              <a:pathLst>
                <a:path w="1026795" h="1540509">
                  <a:moveTo>
                    <a:pt x="1026236" y="0"/>
                  </a:moveTo>
                  <a:lnTo>
                    <a:pt x="126" y="314566"/>
                  </a:lnTo>
                  <a:lnTo>
                    <a:pt x="0" y="1540141"/>
                  </a:lnTo>
                  <a:lnTo>
                    <a:pt x="1026350" y="1464589"/>
                  </a:lnTo>
                  <a:lnTo>
                    <a:pt x="1026236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0" name="object 152">
              <a:extLst>
                <a:ext uri="{FF2B5EF4-FFF2-40B4-BE49-F238E27FC236}">
                  <a16:creationId xmlns:a16="http://schemas.microsoft.com/office/drawing/2014/main" id="{5CB98D0F-E238-414E-8E83-5FECEFD26743}"/>
                </a:ext>
              </a:extLst>
            </p:cNvPr>
            <p:cNvGrpSpPr/>
            <p:nvPr/>
          </p:nvGrpSpPr>
          <p:grpSpPr>
            <a:xfrm>
              <a:off x="3650141" y="4832953"/>
              <a:ext cx="1026160" cy="3896995"/>
              <a:chOff x="3650141" y="4832953"/>
              <a:chExt cx="1026160" cy="3896995"/>
            </a:xfrm>
          </p:grpSpPr>
          <p:sp>
            <p:nvSpPr>
              <p:cNvPr id="239" name="object 153">
                <a:extLst>
                  <a:ext uri="{FF2B5EF4-FFF2-40B4-BE49-F238E27FC236}">
                    <a16:creationId xmlns:a16="http://schemas.microsoft.com/office/drawing/2014/main" id="{4D569F5B-943B-4034-9BEF-53204F6A2D16}"/>
                  </a:ext>
                </a:extLst>
              </p:cNvPr>
              <p:cNvSpPr/>
              <p:nvPr/>
            </p:nvSpPr>
            <p:spPr>
              <a:xfrm>
                <a:off x="3650141" y="7134933"/>
                <a:ext cx="1026160" cy="1595120"/>
              </a:xfrm>
              <a:custGeom>
                <a:avLst/>
                <a:gdLst/>
                <a:ahLst/>
                <a:cxnLst/>
                <a:rect l="l" t="t" r="r" b="b"/>
                <a:pathLst>
                  <a:path w="1026160" h="1595120">
                    <a:moveTo>
                      <a:pt x="1025931" y="0"/>
                    </a:moveTo>
                    <a:lnTo>
                      <a:pt x="101" y="583120"/>
                    </a:lnTo>
                    <a:lnTo>
                      <a:pt x="0" y="1594827"/>
                    </a:lnTo>
                    <a:lnTo>
                      <a:pt x="1026032" y="1208887"/>
                    </a:lnTo>
                    <a:lnTo>
                      <a:pt x="1025931" y="0"/>
                    </a:lnTo>
                    <a:close/>
                  </a:path>
                </a:pathLst>
              </a:custGeom>
              <a:solidFill>
                <a:srgbClr val="80828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0" name="object 154">
                <a:extLst>
                  <a:ext uri="{FF2B5EF4-FFF2-40B4-BE49-F238E27FC236}">
                    <a16:creationId xmlns:a16="http://schemas.microsoft.com/office/drawing/2014/main" id="{28BDDCF7-A205-4ABA-9872-EFDD2D144A1C}"/>
                  </a:ext>
                </a:extLst>
              </p:cNvPr>
              <p:cNvSpPr/>
              <p:nvPr/>
            </p:nvSpPr>
            <p:spPr>
              <a:xfrm>
                <a:off x="3650283" y="4832953"/>
                <a:ext cx="1026160" cy="2527935"/>
              </a:xfrm>
              <a:custGeom>
                <a:avLst/>
                <a:gdLst/>
                <a:ahLst/>
                <a:cxnLst/>
                <a:rect l="l" t="t" r="r" b="b"/>
                <a:pathLst>
                  <a:path w="1026160" h="2527934">
                    <a:moveTo>
                      <a:pt x="1025588" y="0"/>
                    </a:moveTo>
                    <a:lnTo>
                      <a:pt x="165" y="958380"/>
                    </a:lnTo>
                    <a:lnTo>
                      <a:pt x="0" y="2527579"/>
                    </a:lnTo>
                    <a:lnTo>
                      <a:pt x="1025753" y="1874799"/>
                    </a:lnTo>
                    <a:lnTo>
                      <a:pt x="1025588" y="0"/>
                    </a:lnTo>
                    <a:close/>
                  </a:path>
                </a:pathLst>
              </a:custGeom>
              <a:solidFill>
                <a:srgbClr val="D7114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51" name="object 155">
              <a:extLst>
                <a:ext uri="{FF2B5EF4-FFF2-40B4-BE49-F238E27FC236}">
                  <a16:creationId xmlns:a16="http://schemas.microsoft.com/office/drawing/2014/main" id="{0501DA1D-CA33-4CCC-894F-7EED7F7BA831}"/>
                </a:ext>
              </a:extLst>
            </p:cNvPr>
            <p:cNvSpPr/>
            <p:nvPr/>
          </p:nvSpPr>
          <p:spPr>
            <a:xfrm>
              <a:off x="2184650" y="7071900"/>
              <a:ext cx="243840" cy="2660015"/>
            </a:xfrm>
            <a:custGeom>
              <a:avLst/>
              <a:gdLst/>
              <a:ahLst/>
              <a:cxnLst/>
              <a:rect l="l" t="t" r="r" b="b"/>
              <a:pathLst>
                <a:path w="243839" h="2660015">
                  <a:moveTo>
                    <a:pt x="243662" y="0"/>
                  </a:moveTo>
                  <a:lnTo>
                    <a:pt x="0" y="219392"/>
                  </a:lnTo>
                  <a:lnTo>
                    <a:pt x="0" y="2659976"/>
                  </a:lnTo>
                  <a:lnTo>
                    <a:pt x="243789" y="2597238"/>
                  </a:lnTo>
                  <a:lnTo>
                    <a:pt x="243662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6">
              <a:extLst>
                <a:ext uri="{FF2B5EF4-FFF2-40B4-BE49-F238E27FC236}">
                  <a16:creationId xmlns:a16="http://schemas.microsoft.com/office/drawing/2014/main" id="{3732F09B-BCA8-4DF1-A995-32DFA2022DC9}"/>
                </a:ext>
              </a:extLst>
            </p:cNvPr>
            <p:cNvSpPr/>
            <p:nvPr/>
          </p:nvSpPr>
          <p:spPr>
            <a:xfrm>
              <a:off x="1889044" y="7371691"/>
              <a:ext cx="206375" cy="2436495"/>
            </a:xfrm>
            <a:custGeom>
              <a:avLst/>
              <a:gdLst/>
              <a:ahLst/>
              <a:cxnLst/>
              <a:rect l="l" t="t" r="r" b="b"/>
              <a:pathLst>
                <a:path w="206375" h="2436495">
                  <a:moveTo>
                    <a:pt x="206311" y="0"/>
                  </a:moveTo>
                  <a:lnTo>
                    <a:pt x="139" y="185648"/>
                  </a:lnTo>
                  <a:lnTo>
                    <a:pt x="0" y="2436266"/>
                  </a:lnTo>
                  <a:lnTo>
                    <a:pt x="206222" y="2383193"/>
                  </a:lnTo>
                  <a:lnTo>
                    <a:pt x="206311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7">
              <a:extLst>
                <a:ext uri="{FF2B5EF4-FFF2-40B4-BE49-F238E27FC236}">
                  <a16:creationId xmlns:a16="http://schemas.microsoft.com/office/drawing/2014/main" id="{A090DCC6-7C39-46A2-BB77-0B86E6D2503E}"/>
                </a:ext>
              </a:extLst>
            </p:cNvPr>
            <p:cNvSpPr/>
            <p:nvPr/>
          </p:nvSpPr>
          <p:spPr>
            <a:xfrm>
              <a:off x="6979729" y="9355794"/>
              <a:ext cx="580390" cy="849630"/>
            </a:xfrm>
            <a:custGeom>
              <a:avLst/>
              <a:gdLst/>
              <a:ahLst/>
              <a:cxnLst/>
              <a:rect l="l" t="t" r="r" b="b"/>
              <a:pathLst>
                <a:path w="580390" h="849629">
                  <a:moveTo>
                    <a:pt x="0" y="0"/>
                  </a:moveTo>
                  <a:lnTo>
                    <a:pt x="0" y="763714"/>
                  </a:lnTo>
                  <a:lnTo>
                    <a:pt x="580263" y="849439"/>
                  </a:lnTo>
                  <a:lnTo>
                    <a:pt x="580263" y="196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8">
              <a:extLst>
                <a:ext uri="{FF2B5EF4-FFF2-40B4-BE49-F238E27FC236}">
                  <a16:creationId xmlns:a16="http://schemas.microsoft.com/office/drawing/2014/main" id="{3F938945-86D1-4948-89A2-13361A5137E6}"/>
                </a:ext>
              </a:extLst>
            </p:cNvPr>
            <p:cNvSpPr/>
            <p:nvPr/>
          </p:nvSpPr>
          <p:spPr>
            <a:xfrm>
              <a:off x="5200802" y="8755311"/>
              <a:ext cx="690245" cy="1511935"/>
            </a:xfrm>
            <a:custGeom>
              <a:avLst/>
              <a:gdLst/>
              <a:ahLst/>
              <a:cxnLst/>
              <a:rect l="l" t="t" r="r" b="b"/>
              <a:pathLst>
                <a:path w="690245" h="1511934">
                  <a:moveTo>
                    <a:pt x="0" y="0"/>
                  </a:moveTo>
                  <a:lnTo>
                    <a:pt x="0" y="1451330"/>
                  </a:lnTo>
                  <a:lnTo>
                    <a:pt x="689686" y="1511376"/>
                  </a:lnTo>
                  <a:lnTo>
                    <a:pt x="689686" y="233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11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9">
              <a:extLst>
                <a:ext uri="{FF2B5EF4-FFF2-40B4-BE49-F238E27FC236}">
                  <a16:creationId xmlns:a16="http://schemas.microsoft.com/office/drawing/2014/main" id="{F07C4800-72A5-44F4-B7ED-4F05EFA650E9}"/>
                </a:ext>
              </a:extLst>
            </p:cNvPr>
            <p:cNvSpPr/>
            <p:nvPr/>
          </p:nvSpPr>
          <p:spPr>
            <a:xfrm>
              <a:off x="6677152" y="3470896"/>
              <a:ext cx="505459" cy="2656840"/>
            </a:xfrm>
            <a:custGeom>
              <a:avLst/>
              <a:gdLst/>
              <a:ahLst/>
              <a:cxnLst/>
              <a:rect l="l" t="t" r="r" b="b"/>
              <a:pathLst>
                <a:path w="505459" h="2656840">
                  <a:moveTo>
                    <a:pt x="0" y="0"/>
                  </a:moveTo>
                  <a:lnTo>
                    <a:pt x="0" y="2044928"/>
                  </a:lnTo>
                  <a:lnTo>
                    <a:pt x="505129" y="2656344"/>
                  </a:lnTo>
                  <a:lnTo>
                    <a:pt x="505129" y="852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60">
              <a:extLst>
                <a:ext uri="{FF2B5EF4-FFF2-40B4-BE49-F238E27FC236}">
                  <a16:creationId xmlns:a16="http://schemas.microsoft.com/office/drawing/2014/main" id="{31A82501-2D21-4FDA-9650-38D800AEEC01}"/>
                </a:ext>
              </a:extLst>
            </p:cNvPr>
            <p:cNvSpPr/>
            <p:nvPr/>
          </p:nvSpPr>
          <p:spPr>
            <a:xfrm>
              <a:off x="5745120" y="3908345"/>
              <a:ext cx="612775" cy="1243330"/>
            </a:xfrm>
            <a:custGeom>
              <a:avLst/>
              <a:gdLst/>
              <a:ahLst/>
              <a:cxnLst/>
              <a:rect l="l" t="t" r="r" b="b"/>
              <a:pathLst>
                <a:path w="612775" h="1243329">
                  <a:moveTo>
                    <a:pt x="612178" y="0"/>
                  </a:moveTo>
                  <a:lnTo>
                    <a:pt x="0" y="522465"/>
                  </a:lnTo>
                  <a:lnTo>
                    <a:pt x="0" y="1242936"/>
                  </a:lnTo>
                  <a:lnTo>
                    <a:pt x="612178" y="780427"/>
                  </a:lnTo>
                  <a:lnTo>
                    <a:pt x="612178" y="0"/>
                  </a:lnTo>
                  <a:close/>
                </a:path>
              </a:pathLst>
            </a:custGeom>
            <a:solidFill>
              <a:srgbClr val="D711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61">
              <a:extLst>
                <a:ext uri="{FF2B5EF4-FFF2-40B4-BE49-F238E27FC236}">
                  <a16:creationId xmlns:a16="http://schemas.microsoft.com/office/drawing/2014/main" id="{0F7ED25D-C1E5-4646-A8EE-081CEEC01CF8}"/>
                </a:ext>
              </a:extLst>
            </p:cNvPr>
            <p:cNvSpPr/>
            <p:nvPr/>
          </p:nvSpPr>
          <p:spPr>
            <a:xfrm>
              <a:off x="65578" y="9759278"/>
              <a:ext cx="156845" cy="328930"/>
            </a:xfrm>
            <a:custGeom>
              <a:avLst/>
              <a:gdLst/>
              <a:ahLst/>
              <a:cxnLst/>
              <a:rect l="l" t="t" r="r" b="b"/>
              <a:pathLst>
                <a:path w="156845" h="328929">
                  <a:moveTo>
                    <a:pt x="156552" y="0"/>
                  </a:moveTo>
                  <a:lnTo>
                    <a:pt x="0" y="81102"/>
                  </a:lnTo>
                  <a:lnTo>
                    <a:pt x="0" y="328498"/>
                  </a:lnTo>
                  <a:lnTo>
                    <a:pt x="156552" y="270510"/>
                  </a:lnTo>
                  <a:lnTo>
                    <a:pt x="156552" y="0"/>
                  </a:lnTo>
                  <a:close/>
                </a:path>
              </a:pathLst>
            </a:custGeom>
            <a:solidFill>
              <a:srgbClr val="D711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62">
              <a:extLst>
                <a:ext uri="{FF2B5EF4-FFF2-40B4-BE49-F238E27FC236}">
                  <a16:creationId xmlns:a16="http://schemas.microsoft.com/office/drawing/2014/main" id="{08C2A6F5-4003-4D99-99D8-C3068B10726F}"/>
                </a:ext>
              </a:extLst>
            </p:cNvPr>
            <p:cNvSpPr/>
            <p:nvPr/>
          </p:nvSpPr>
          <p:spPr>
            <a:xfrm>
              <a:off x="6306268" y="6218070"/>
              <a:ext cx="341630" cy="701040"/>
            </a:xfrm>
            <a:custGeom>
              <a:avLst/>
              <a:gdLst/>
              <a:ahLst/>
              <a:cxnLst/>
              <a:rect l="l" t="t" r="r" b="b"/>
              <a:pathLst>
                <a:path w="341629" h="701040">
                  <a:moveTo>
                    <a:pt x="0" y="0"/>
                  </a:moveTo>
                  <a:lnTo>
                    <a:pt x="0" y="401586"/>
                  </a:lnTo>
                  <a:lnTo>
                    <a:pt x="341261" y="700976"/>
                  </a:lnTo>
                  <a:lnTo>
                    <a:pt x="341261" y="3287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11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63">
              <a:extLst>
                <a:ext uri="{FF2B5EF4-FFF2-40B4-BE49-F238E27FC236}">
                  <a16:creationId xmlns:a16="http://schemas.microsoft.com/office/drawing/2014/main" id="{C3CF9584-D3CD-4A50-8AEA-6C2EC13FFBD5}"/>
                </a:ext>
              </a:extLst>
            </p:cNvPr>
            <p:cNvSpPr/>
            <p:nvPr/>
          </p:nvSpPr>
          <p:spPr>
            <a:xfrm>
              <a:off x="4861306" y="5609285"/>
              <a:ext cx="2698750" cy="3742054"/>
            </a:xfrm>
            <a:custGeom>
              <a:avLst/>
              <a:gdLst/>
              <a:ahLst/>
              <a:cxnLst/>
              <a:rect l="l" t="t" r="r" b="b"/>
              <a:pathLst>
                <a:path w="2698750" h="3742054">
                  <a:moveTo>
                    <a:pt x="2698673" y="2249309"/>
                  </a:moveTo>
                  <a:lnTo>
                    <a:pt x="4978" y="0"/>
                  </a:lnTo>
                  <a:lnTo>
                    <a:pt x="0" y="5956"/>
                  </a:lnTo>
                  <a:lnTo>
                    <a:pt x="2698673" y="2259393"/>
                  </a:lnTo>
                  <a:lnTo>
                    <a:pt x="2698673" y="2249309"/>
                  </a:lnTo>
                  <a:close/>
                </a:path>
                <a:path w="2698750" h="3742054">
                  <a:moveTo>
                    <a:pt x="2698686" y="3733165"/>
                  </a:moveTo>
                  <a:lnTo>
                    <a:pt x="3924" y="2655938"/>
                  </a:lnTo>
                  <a:lnTo>
                    <a:pt x="1054" y="2663113"/>
                  </a:lnTo>
                  <a:lnTo>
                    <a:pt x="2698686" y="3741509"/>
                  </a:lnTo>
                  <a:lnTo>
                    <a:pt x="2698686" y="3733165"/>
                  </a:lnTo>
                  <a:close/>
                </a:path>
                <a:path w="2698750" h="3742054">
                  <a:moveTo>
                    <a:pt x="2698686" y="3613327"/>
                  </a:moveTo>
                  <a:lnTo>
                    <a:pt x="4038" y="2440546"/>
                  </a:lnTo>
                  <a:lnTo>
                    <a:pt x="939" y="2447645"/>
                  </a:lnTo>
                  <a:lnTo>
                    <a:pt x="2698686" y="3621773"/>
                  </a:lnTo>
                  <a:lnTo>
                    <a:pt x="2698686" y="3613327"/>
                  </a:lnTo>
                  <a:close/>
                </a:path>
                <a:path w="2698750" h="3742054">
                  <a:moveTo>
                    <a:pt x="2698686" y="3051530"/>
                  </a:moveTo>
                  <a:lnTo>
                    <a:pt x="4470" y="1435633"/>
                  </a:lnTo>
                  <a:lnTo>
                    <a:pt x="495" y="1442275"/>
                  </a:lnTo>
                  <a:lnTo>
                    <a:pt x="2698686" y="3060573"/>
                  </a:lnTo>
                  <a:lnTo>
                    <a:pt x="2698686" y="3051530"/>
                  </a:lnTo>
                  <a:close/>
                </a:path>
                <a:path w="2698750" h="3742054">
                  <a:moveTo>
                    <a:pt x="2698686" y="2931299"/>
                  </a:moveTo>
                  <a:lnTo>
                    <a:pt x="4572" y="1220266"/>
                  </a:lnTo>
                  <a:lnTo>
                    <a:pt x="406" y="1226807"/>
                  </a:lnTo>
                  <a:lnTo>
                    <a:pt x="2698686" y="2940481"/>
                  </a:lnTo>
                  <a:lnTo>
                    <a:pt x="2698686" y="2931299"/>
                  </a:lnTo>
                  <a:close/>
                </a:path>
                <a:path w="2698750" h="3742054">
                  <a:moveTo>
                    <a:pt x="2698686" y="2370226"/>
                  </a:moveTo>
                  <a:lnTo>
                    <a:pt x="4902" y="216014"/>
                  </a:lnTo>
                  <a:lnTo>
                    <a:pt x="76" y="222046"/>
                  </a:lnTo>
                  <a:lnTo>
                    <a:pt x="2698686" y="2380119"/>
                  </a:lnTo>
                  <a:lnTo>
                    <a:pt x="2698686" y="237022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4">
              <a:extLst>
                <a:ext uri="{FF2B5EF4-FFF2-40B4-BE49-F238E27FC236}">
                  <a16:creationId xmlns:a16="http://schemas.microsoft.com/office/drawing/2014/main" id="{3F8F7A6D-E21A-4690-95B0-08B29BA76FE1}"/>
                </a:ext>
              </a:extLst>
            </p:cNvPr>
            <p:cNvSpPr/>
            <p:nvPr/>
          </p:nvSpPr>
          <p:spPr>
            <a:xfrm>
              <a:off x="3518065" y="2922561"/>
              <a:ext cx="4042410" cy="7769859"/>
            </a:xfrm>
            <a:custGeom>
              <a:avLst/>
              <a:gdLst/>
              <a:ahLst/>
              <a:cxnLst/>
              <a:rect l="l" t="t" r="r" b="b"/>
              <a:pathLst>
                <a:path w="4042409" h="7769859">
                  <a:moveTo>
                    <a:pt x="4041927" y="1788845"/>
                  </a:moveTo>
                  <a:lnTo>
                    <a:pt x="3024644" y="0"/>
                  </a:lnTo>
                  <a:lnTo>
                    <a:pt x="3021901" y="2628"/>
                  </a:lnTo>
                  <a:lnTo>
                    <a:pt x="2057527" y="923112"/>
                  </a:lnTo>
                  <a:lnTo>
                    <a:pt x="2057552" y="2192096"/>
                  </a:lnTo>
                  <a:lnTo>
                    <a:pt x="1345920" y="1455432"/>
                  </a:lnTo>
                  <a:lnTo>
                    <a:pt x="1339507" y="1461681"/>
                  </a:lnTo>
                  <a:lnTo>
                    <a:pt x="0" y="2768803"/>
                  </a:lnTo>
                  <a:lnTo>
                    <a:pt x="0" y="7769441"/>
                  </a:lnTo>
                  <a:lnTo>
                    <a:pt x="17856" y="7769441"/>
                  </a:lnTo>
                  <a:lnTo>
                    <a:pt x="17856" y="2776347"/>
                  </a:lnTo>
                  <a:lnTo>
                    <a:pt x="1345552" y="1480756"/>
                  </a:lnTo>
                  <a:lnTo>
                    <a:pt x="4041927" y="4271937"/>
                  </a:lnTo>
                  <a:lnTo>
                    <a:pt x="4041927" y="4246219"/>
                  </a:lnTo>
                  <a:lnTo>
                    <a:pt x="2063508" y="2198268"/>
                  </a:lnTo>
                  <a:lnTo>
                    <a:pt x="2063483" y="925664"/>
                  </a:lnTo>
                  <a:lnTo>
                    <a:pt x="3023235" y="9575"/>
                  </a:lnTo>
                  <a:lnTo>
                    <a:pt x="4041927" y="1800898"/>
                  </a:lnTo>
                  <a:lnTo>
                    <a:pt x="4041927" y="178884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5">
              <a:extLst>
                <a:ext uri="{FF2B5EF4-FFF2-40B4-BE49-F238E27FC236}">
                  <a16:creationId xmlns:a16="http://schemas.microsoft.com/office/drawing/2014/main" id="{DF86FB3B-F9AE-4FE1-99B7-B6B35EB1B02C}"/>
                </a:ext>
              </a:extLst>
            </p:cNvPr>
            <p:cNvSpPr/>
            <p:nvPr/>
          </p:nvSpPr>
          <p:spPr>
            <a:xfrm>
              <a:off x="2156041" y="5988799"/>
              <a:ext cx="542925" cy="4015104"/>
            </a:xfrm>
            <a:custGeom>
              <a:avLst/>
              <a:gdLst/>
              <a:ahLst/>
              <a:cxnLst/>
              <a:rect l="l" t="t" r="r" b="b"/>
              <a:pathLst>
                <a:path w="542925" h="4015104">
                  <a:moveTo>
                    <a:pt x="5969" y="1780730"/>
                  </a:moveTo>
                  <a:lnTo>
                    <a:pt x="12" y="1780730"/>
                  </a:lnTo>
                  <a:lnTo>
                    <a:pt x="0" y="3880370"/>
                  </a:lnTo>
                  <a:lnTo>
                    <a:pt x="5969" y="3880370"/>
                  </a:lnTo>
                  <a:lnTo>
                    <a:pt x="5969" y="1780730"/>
                  </a:lnTo>
                  <a:close/>
                </a:path>
                <a:path w="542925" h="4015104">
                  <a:moveTo>
                    <a:pt x="542632" y="1362875"/>
                  </a:moveTo>
                  <a:lnTo>
                    <a:pt x="541642" y="1360411"/>
                  </a:lnTo>
                  <a:lnTo>
                    <a:pt x="535470" y="1353947"/>
                  </a:lnTo>
                  <a:lnTo>
                    <a:pt x="535470" y="1364297"/>
                  </a:lnTo>
                  <a:lnTo>
                    <a:pt x="535470" y="3757384"/>
                  </a:lnTo>
                  <a:lnTo>
                    <a:pt x="411543" y="3785006"/>
                  </a:lnTo>
                  <a:lnTo>
                    <a:pt x="411543" y="1234351"/>
                  </a:lnTo>
                  <a:lnTo>
                    <a:pt x="535470" y="1364297"/>
                  </a:lnTo>
                  <a:lnTo>
                    <a:pt x="535470" y="1353947"/>
                  </a:lnTo>
                  <a:lnTo>
                    <a:pt x="411543" y="1224000"/>
                  </a:lnTo>
                  <a:lnTo>
                    <a:pt x="411543" y="0"/>
                  </a:lnTo>
                  <a:lnTo>
                    <a:pt x="405599" y="0"/>
                  </a:lnTo>
                  <a:lnTo>
                    <a:pt x="405587" y="1217764"/>
                  </a:lnTo>
                  <a:lnTo>
                    <a:pt x="274802" y="1080617"/>
                  </a:lnTo>
                  <a:lnTo>
                    <a:pt x="269633" y="1085545"/>
                  </a:lnTo>
                  <a:lnTo>
                    <a:pt x="405587" y="1228115"/>
                  </a:lnTo>
                  <a:lnTo>
                    <a:pt x="405587" y="3786340"/>
                  </a:lnTo>
                  <a:lnTo>
                    <a:pt x="301129" y="3809619"/>
                  </a:lnTo>
                  <a:lnTo>
                    <a:pt x="301142" y="1550682"/>
                  </a:lnTo>
                  <a:lnTo>
                    <a:pt x="295186" y="1550682"/>
                  </a:lnTo>
                  <a:lnTo>
                    <a:pt x="295186" y="3809479"/>
                  </a:lnTo>
                  <a:lnTo>
                    <a:pt x="29502" y="3739616"/>
                  </a:lnTo>
                  <a:lnTo>
                    <a:pt x="27686" y="3746525"/>
                  </a:lnTo>
                  <a:lnTo>
                    <a:pt x="297218" y="3817391"/>
                  </a:lnTo>
                  <a:lnTo>
                    <a:pt x="298894" y="3817429"/>
                  </a:lnTo>
                  <a:lnTo>
                    <a:pt x="405587" y="3793655"/>
                  </a:lnTo>
                  <a:lnTo>
                    <a:pt x="405587" y="4014825"/>
                  </a:lnTo>
                  <a:lnTo>
                    <a:pt x="411543" y="4014825"/>
                  </a:lnTo>
                  <a:lnTo>
                    <a:pt x="411543" y="3792321"/>
                  </a:lnTo>
                  <a:lnTo>
                    <a:pt x="542632" y="3763099"/>
                  </a:lnTo>
                  <a:lnTo>
                    <a:pt x="542632" y="136287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6">
              <a:extLst>
                <a:ext uri="{FF2B5EF4-FFF2-40B4-BE49-F238E27FC236}">
                  <a16:creationId xmlns:a16="http://schemas.microsoft.com/office/drawing/2014/main" id="{5E37A069-1FEA-459C-809C-FD2C5D54CD9E}"/>
                </a:ext>
              </a:extLst>
            </p:cNvPr>
            <p:cNvSpPr/>
            <p:nvPr/>
          </p:nvSpPr>
          <p:spPr>
            <a:xfrm>
              <a:off x="1789315" y="5984684"/>
              <a:ext cx="839469" cy="4707890"/>
            </a:xfrm>
            <a:custGeom>
              <a:avLst/>
              <a:gdLst/>
              <a:ahLst/>
              <a:cxnLst/>
              <a:rect l="l" t="t" r="r" b="b"/>
              <a:pathLst>
                <a:path w="839469" h="4707890">
                  <a:moveTo>
                    <a:pt x="778281" y="4462246"/>
                  </a:moveTo>
                  <a:lnTo>
                    <a:pt x="772312" y="4462246"/>
                  </a:lnTo>
                  <a:lnTo>
                    <a:pt x="772312" y="4707318"/>
                  </a:lnTo>
                  <a:lnTo>
                    <a:pt x="778281" y="4707318"/>
                  </a:lnTo>
                  <a:lnTo>
                    <a:pt x="778281" y="4462246"/>
                  </a:lnTo>
                  <a:close/>
                </a:path>
                <a:path w="839469" h="4707890">
                  <a:moveTo>
                    <a:pt x="839330" y="36245"/>
                  </a:moveTo>
                  <a:lnTo>
                    <a:pt x="774674" y="0"/>
                  </a:lnTo>
                  <a:lnTo>
                    <a:pt x="773074" y="1803"/>
                  </a:lnTo>
                  <a:lnTo>
                    <a:pt x="774" y="875042"/>
                  </a:lnTo>
                  <a:lnTo>
                    <a:pt x="25" y="877023"/>
                  </a:lnTo>
                  <a:lnTo>
                    <a:pt x="0" y="4707318"/>
                  </a:lnTo>
                  <a:lnTo>
                    <a:pt x="5943" y="4707318"/>
                  </a:lnTo>
                  <a:lnTo>
                    <a:pt x="5969" y="878154"/>
                  </a:lnTo>
                  <a:lnTo>
                    <a:pt x="775931" y="7543"/>
                  </a:lnTo>
                  <a:lnTo>
                    <a:pt x="833361" y="39725"/>
                  </a:lnTo>
                  <a:lnTo>
                    <a:pt x="833361" y="4031881"/>
                  </a:lnTo>
                  <a:lnTo>
                    <a:pt x="839330" y="4031881"/>
                  </a:lnTo>
                  <a:lnTo>
                    <a:pt x="839330" y="36245"/>
                  </a:lnTo>
                  <a:close/>
                </a:path>
                <a:path w="839469" h="4707890">
                  <a:moveTo>
                    <a:pt x="839343" y="4457941"/>
                  </a:moveTo>
                  <a:lnTo>
                    <a:pt x="833361" y="4457941"/>
                  </a:lnTo>
                  <a:lnTo>
                    <a:pt x="833361" y="4707318"/>
                  </a:lnTo>
                  <a:lnTo>
                    <a:pt x="839343" y="4707318"/>
                  </a:lnTo>
                  <a:lnTo>
                    <a:pt x="839343" y="445794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7">
              <a:extLst>
                <a:ext uri="{FF2B5EF4-FFF2-40B4-BE49-F238E27FC236}">
                  <a16:creationId xmlns:a16="http://schemas.microsoft.com/office/drawing/2014/main" id="{551B97A2-541B-49B8-9F6A-84D8767C09F3}"/>
                </a:ext>
              </a:extLst>
            </p:cNvPr>
            <p:cNvSpPr/>
            <p:nvPr/>
          </p:nvSpPr>
          <p:spPr>
            <a:xfrm>
              <a:off x="3188233" y="10496639"/>
              <a:ext cx="6350" cy="195580"/>
            </a:xfrm>
            <a:custGeom>
              <a:avLst/>
              <a:gdLst/>
              <a:ahLst/>
              <a:cxnLst/>
              <a:rect l="l" t="t" r="r" b="b"/>
              <a:pathLst>
                <a:path w="6350" h="195579">
                  <a:moveTo>
                    <a:pt x="5981" y="0"/>
                  </a:moveTo>
                  <a:lnTo>
                    <a:pt x="0" y="0"/>
                  </a:lnTo>
                  <a:lnTo>
                    <a:pt x="0" y="195364"/>
                  </a:lnTo>
                  <a:lnTo>
                    <a:pt x="5981" y="195364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8">
              <a:extLst>
                <a:ext uri="{FF2B5EF4-FFF2-40B4-BE49-F238E27FC236}">
                  <a16:creationId xmlns:a16="http://schemas.microsoft.com/office/drawing/2014/main" id="{8076758F-1FF1-41A2-87D6-2F07317CD1A4}"/>
                </a:ext>
              </a:extLst>
            </p:cNvPr>
            <p:cNvSpPr/>
            <p:nvPr/>
          </p:nvSpPr>
          <p:spPr>
            <a:xfrm>
              <a:off x="3057525" y="4939919"/>
              <a:ext cx="3486785" cy="5752465"/>
            </a:xfrm>
            <a:custGeom>
              <a:avLst/>
              <a:gdLst/>
              <a:ahLst/>
              <a:cxnLst/>
              <a:rect l="l" t="t" r="r" b="b"/>
              <a:pathLst>
                <a:path w="3486784" h="5752465">
                  <a:moveTo>
                    <a:pt x="136690" y="3053994"/>
                  </a:moveTo>
                  <a:lnTo>
                    <a:pt x="130708" y="3053994"/>
                  </a:lnTo>
                  <a:lnTo>
                    <a:pt x="130708" y="5075758"/>
                  </a:lnTo>
                  <a:lnTo>
                    <a:pt x="136690" y="5075758"/>
                  </a:lnTo>
                  <a:lnTo>
                    <a:pt x="136690" y="3053994"/>
                  </a:lnTo>
                  <a:close/>
                </a:path>
                <a:path w="3486784" h="5752465">
                  <a:moveTo>
                    <a:pt x="3486099" y="200571"/>
                  </a:moveTo>
                  <a:lnTo>
                    <a:pt x="3482746" y="195656"/>
                  </a:lnTo>
                  <a:lnTo>
                    <a:pt x="61976" y="2533002"/>
                  </a:lnTo>
                  <a:lnTo>
                    <a:pt x="60667" y="2533904"/>
                  </a:lnTo>
                  <a:lnTo>
                    <a:pt x="60667" y="5752084"/>
                  </a:lnTo>
                  <a:lnTo>
                    <a:pt x="66636" y="5752084"/>
                  </a:lnTo>
                  <a:lnTo>
                    <a:pt x="66636" y="2537041"/>
                  </a:lnTo>
                  <a:lnTo>
                    <a:pt x="3486099" y="200571"/>
                  </a:lnTo>
                  <a:close/>
                </a:path>
                <a:path w="3486784" h="5752465">
                  <a:moveTo>
                    <a:pt x="3486162" y="4876"/>
                  </a:moveTo>
                  <a:lnTo>
                    <a:pt x="3482721" y="0"/>
                  </a:lnTo>
                  <a:lnTo>
                    <a:pt x="1282" y="2462365"/>
                  </a:lnTo>
                  <a:lnTo>
                    <a:pt x="0" y="2463241"/>
                  </a:lnTo>
                  <a:lnTo>
                    <a:pt x="25" y="5752084"/>
                  </a:lnTo>
                  <a:lnTo>
                    <a:pt x="5969" y="5752084"/>
                  </a:lnTo>
                  <a:lnTo>
                    <a:pt x="5969" y="2466327"/>
                  </a:lnTo>
                  <a:lnTo>
                    <a:pt x="3486162" y="487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9">
              <a:extLst>
                <a:ext uri="{FF2B5EF4-FFF2-40B4-BE49-F238E27FC236}">
                  <a16:creationId xmlns:a16="http://schemas.microsoft.com/office/drawing/2014/main" id="{910229B7-E622-41EA-9939-D3FF978843BF}"/>
                </a:ext>
              </a:extLst>
            </p:cNvPr>
            <p:cNvSpPr/>
            <p:nvPr/>
          </p:nvSpPr>
          <p:spPr>
            <a:xfrm>
              <a:off x="1401800" y="8294154"/>
              <a:ext cx="239395" cy="2398395"/>
            </a:xfrm>
            <a:custGeom>
              <a:avLst/>
              <a:gdLst/>
              <a:ahLst/>
              <a:cxnLst/>
              <a:rect l="l" t="t" r="r" b="b"/>
              <a:pathLst>
                <a:path w="239394" h="2398395">
                  <a:moveTo>
                    <a:pt x="200253" y="1678660"/>
                  </a:moveTo>
                  <a:lnTo>
                    <a:pt x="194271" y="1678660"/>
                  </a:lnTo>
                  <a:lnTo>
                    <a:pt x="194271" y="2397849"/>
                  </a:lnTo>
                  <a:lnTo>
                    <a:pt x="200253" y="2397849"/>
                  </a:lnTo>
                  <a:lnTo>
                    <a:pt x="200253" y="1678660"/>
                  </a:lnTo>
                  <a:close/>
                </a:path>
                <a:path w="239394" h="2398395">
                  <a:moveTo>
                    <a:pt x="238848" y="7175"/>
                  </a:moveTo>
                  <a:lnTo>
                    <a:pt x="233514" y="0"/>
                  </a:lnTo>
                  <a:lnTo>
                    <a:pt x="1803" y="171945"/>
                  </a:lnTo>
                  <a:lnTo>
                    <a:pt x="0" y="173291"/>
                  </a:lnTo>
                  <a:lnTo>
                    <a:pt x="0" y="2397849"/>
                  </a:lnTo>
                  <a:lnTo>
                    <a:pt x="8953" y="2397849"/>
                  </a:lnTo>
                  <a:lnTo>
                    <a:pt x="8953" y="177774"/>
                  </a:lnTo>
                  <a:lnTo>
                    <a:pt x="238848" y="717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70">
              <a:extLst>
                <a:ext uri="{FF2B5EF4-FFF2-40B4-BE49-F238E27FC236}">
                  <a16:creationId xmlns:a16="http://schemas.microsoft.com/office/drawing/2014/main" id="{BD7F44CF-7C6D-4CC1-90C2-6BF936199BCD}"/>
                </a:ext>
              </a:extLst>
            </p:cNvPr>
            <p:cNvSpPr/>
            <p:nvPr/>
          </p:nvSpPr>
          <p:spPr>
            <a:xfrm>
              <a:off x="6538963" y="2340000"/>
              <a:ext cx="6350" cy="3788410"/>
            </a:xfrm>
            <a:custGeom>
              <a:avLst/>
              <a:gdLst/>
              <a:ahLst/>
              <a:cxnLst/>
              <a:rect l="l" t="t" r="r" b="b"/>
              <a:pathLst>
                <a:path w="6350" h="3788410">
                  <a:moveTo>
                    <a:pt x="5981" y="0"/>
                  </a:moveTo>
                  <a:lnTo>
                    <a:pt x="0" y="0"/>
                  </a:lnTo>
                  <a:lnTo>
                    <a:pt x="0" y="587298"/>
                  </a:lnTo>
                  <a:lnTo>
                    <a:pt x="0" y="588594"/>
                  </a:lnTo>
                  <a:lnTo>
                    <a:pt x="0" y="3787800"/>
                  </a:lnTo>
                  <a:lnTo>
                    <a:pt x="5981" y="3787800"/>
                  </a:lnTo>
                  <a:lnTo>
                    <a:pt x="5981" y="588594"/>
                  </a:lnTo>
                  <a:lnTo>
                    <a:pt x="5981" y="587298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71">
              <a:extLst>
                <a:ext uri="{FF2B5EF4-FFF2-40B4-BE49-F238E27FC236}">
                  <a16:creationId xmlns:a16="http://schemas.microsoft.com/office/drawing/2014/main" id="{065B3782-5DF6-4DFD-8F9B-F1CAC1F38052}"/>
                </a:ext>
              </a:extLst>
            </p:cNvPr>
            <p:cNvSpPr/>
            <p:nvPr/>
          </p:nvSpPr>
          <p:spPr>
            <a:xfrm>
              <a:off x="4774742" y="7192530"/>
              <a:ext cx="6350" cy="1189990"/>
            </a:xfrm>
            <a:custGeom>
              <a:avLst/>
              <a:gdLst/>
              <a:ahLst/>
              <a:cxnLst/>
              <a:rect l="l" t="t" r="r" b="b"/>
              <a:pathLst>
                <a:path w="6350" h="1189990">
                  <a:moveTo>
                    <a:pt x="5969" y="0"/>
                  </a:moveTo>
                  <a:lnTo>
                    <a:pt x="0" y="0"/>
                  </a:lnTo>
                  <a:lnTo>
                    <a:pt x="0" y="1189977"/>
                  </a:lnTo>
                  <a:lnTo>
                    <a:pt x="5969" y="1189977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72">
              <a:extLst>
                <a:ext uri="{FF2B5EF4-FFF2-40B4-BE49-F238E27FC236}">
                  <a16:creationId xmlns:a16="http://schemas.microsoft.com/office/drawing/2014/main" id="{3CA4453B-46A9-4772-AEE6-7DA4821D6295}"/>
                </a:ext>
              </a:extLst>
            </p:cNvPr>
            <p:cNvSpPr/>
            <p:nvPr/>
          </p:nvSpPr>
          <p:spPr>
            <a:xfrm>
              <a:off x="4774742" y="8812771"/>
              <a:ext cx="6350" cy="1440180"/>
            </a:xfrm>
            <a:custGeom>
              <a:avLst/>
              <a:gdLst/>
              <a:ahLst/>
              <a:cxnLst/>
              <a:rect l="l" t="t" r="r" b="b"/>
              <a:pathLst>
                <a:path w="6350" h="1440179">
                  <a:moveTo>
                    <a:pt x="5969" y="0"/>
                  </a:moveTo>
                  <a:lnTo>
                    <a:pt x="0" y="0"/>
                  </a:lnTo>
                  <a:lnTo>
                    <a:pt x="0" y="1440053"/>
                  </a:lnTo>
                  <a:lnTo>
                    <a:pt x="5969" y="1440053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73">
              <a:extLst>
                <a:ext uri="{FF2B5EF4-FFF2-40B4-BE49-F238E27FC236}">
                  <a16:creationId xmlns:a16="http://schemas.microsoft.com/office/drawing/2014/main" id="{36B4E997-CB42-4FF1-B508-BD75312ACA64}"/>
                </a:ext>
              </a:extLst>
            </p:cNvPr>
            <p:cNvSpPr/>
            <p:nvPr/>
          </p:nvSpPr>
          <p:spPr>
            <a:xfrm>
              <a:off x="0" y="10376903"/>
              <a:ext cx="635" cy="315595"/>
            </a:xfrm>
            <a:custGeom>
              <a:avLst/>
              <a:gdLst/>
              <a:ahLst/>
              <a:cxnLst/>
              <a:rect l="l" t="t" r="r" b="b"/>
              <a:pathLst>
                <a:path w="635" h="315595">
                  <a:moveTo>
                    <a:pt x="520" y="0"/>
                  </a:moveTo>
                  <a:lnTo>
                    <a:pt x="0" y="0"/>
                  </a:lnTo>
                  <a:lnTo>
                    <a:pt x="0" y="315099"/>
                  </a:lnTo>
                  <a:lnTo>
                    <a:pt x="520" y="315099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4">
              <a:extLst>
                <a:ext uri="{FF2B5EF4-FFF2-40B4-BE49-F238E27FC236}">
                  <a16:creationId xmlns:a16="http://schemas.microsoft.com/office/drawing/2014/main" id="{9927C10F-A1EA-4FA6-8670-D8D797D9D822}"/>
                </a:ext>
              </a:extLst>
            </p:cNvPr>
            <p:cNvSpPr/>
            <p:nvPr/>
          </p:nvSpPr>
          <p:spPr>
            <a:xfrm>
              <a:off x="0" y="9848260"/>
              <a:ext cx="323215" cy="399415"/>
            </a:xfrm>
            <a:custGeom>
              <a:avLst/>
              <a:gdLst/>
              <a:ahLst/>
              <a:cxnLst/>
              <a:rect l="l" t="t" r="r" b="b"/>
              <a:pathLst>
                <a:path w="323215" h="399415">
                  <a:moveTo>
                    <a:pt x="320446" y="0"/>
                  </a:moveTo>
                  <a:lnTo>
                    <a:pt x="0" y="142062"/>
                  </a:lnTo>
                  <a:lnTo>
                    <a:pt x="0" y="398995"/>
                  </a:lnTo>
                  <a:lnTo>
                    <a:pt x="508" y="398995"/>
                  </a:lnTo>
                  <a:lnTo>
                    <a:pt x="228" y="148488"/>
                  </a:lnTo>
                  <a:lnTo>
                    <a:pt x="322846" y="5461"/>
                  </a:lnTo>
                  <a:lnTo>
                    <a:pt x="32044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5">
              <a:extLst>
                <a:ext uri="{FF2B5EF4-FFF2-40B4-BE49-F238E27FC236}">
                  <a16:creationId xmlns:a16="http://schemas.microsoft.com/office/drawing/2014/main" id="{BCFB25B7-C8B9-4CF3-872F-ABC0CD9F780E}"/>
                </a:ext>
              </a:extLst>
            </p:cNvPr>
            <p:cNvSpPr/>
            <p:nvPr/>
          </p:nvSpPr>
          <p:spPr>
            <a:xfrm>
              <a:off x="426250" y="10427513"/>
              <a:ext cx="6350" cy="255904"/>
            </a:xfrm>
            <a:custGeom>
              <a:avLst/>
              <a:gdLst/>
              <a:ahLst/>
              <a:cxnLst/>
              <a:rect l="l" t="t" r="r" b="b"/>
              <a:pathLst>
                <a:path w="6350" h="255904">
                  <a:moveTo>
                    <a:pt x="5981" y="0"/>
                  </a:moveTo>
                  <a:lnTo>
                    <a:pt x="0" y="0"/>
                  </a:lnTo>
                  <a:lnTo>
                    <a:pt x="0" y="255282"/>
                  </a:lnTo>
                  <a:lnTo>
                    <a:pt x="5981" y="255282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6">
              <a:extLst>
                <a:ext uri="{FF2B5EF4-FFF2-40B4-BE49-F238E27FC236}">
                  <a16:creationId xmlns:a16="http://schemas.microsoft.com/office/drawing/2014/main" id="{D4DC4855-E2E6-4F91-8F6D-8D8E49E51184}"/>
                </a:ext>
              </a:extLst>
            </p:cNvPr>
            <p:cNvSpPr/>
            <p:nvPr/>
          </p:nvSpPr>
          <p:spPr>
            <a:xfrm>
              <a:off x="3864609" y="10332935"/>
              <a:ext cx="6350" cy="359410"/>
            </a:xfrm>
            <a:custGeom>
              <a:avLst/>
              <a:gdLst/>
              <a:ahLst/>
              <a:cxnLst/>
              <a:rect l="l" t="t" r="r" b="b"/>
              <a:pathLst>
                <a:path w="6350" h="359409">
                  <a:moveTo>
                    <a:pt x="5981" y="0"/>
                  </a:moveTo>
                  <a:lnTo>
                    <a:pt x="0" y="0"/>
                  </a:lnTo>
                  <a:lnTo>
                    <a:pt x="0" y="359067"/>
                  </a:lnTo>
                  <a:lnTo>
                    <a:pt x="5981" y="359067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7">
              <a:extLst>
                <a:ext uri="{FF2B5EF4-FFF2-40B4-BE49-F238E27FC236}">
                  <a16:creationId xmlns:a16="http://schemas.microsoft.com/office/drawing/2014/main" id="{B53AE3C7-43F2-46B4-A3A6-D503519C14B8}"/>
                </a:ext>
              </a:extLst>
            </p:cNvPr>
            <p:cNvSpPr/>
            <p:nvPr/>
          </p:nvSpPr>
          <p:spPr>
            <a:xfrm>
              <a:off x="2341473" y="10459605"/>
              <a:ext cx="6350" cy="232410"/>
            </a:xfrm>
            <a:custGeom>
              <a:avLst/>
              <a:gdLst/>
              <a:ahLst/>
              <a:cxnLst/>
              <a:rect l="l" t="t" r="r" b="b"/>
              <a:pathLst>
                <a:path w="6350" h="232409">
                  <a:moveTo>
                    <a:pt x="5981" y="0"/>
                  </a:moveTo>
                  <a:lnTo>
                    <a:pt x="0" y="0"/>
                  </a:lnTo>
                  <a:lnTo>
                    <a:pt x="0" y="232397"/>
                  </a:lnTo>
                  <a:lnTo>
                    <a:pt x="5981" y="232397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8">
              <a:extLst>
                <a:ext uri="{FF2B5EF4-FFF2-40B4-BE49-F238E27FC236}">
                  <a16:creationId xmlns:a16="http://schemas.microsoft.com/office/drawing/2014/main" id="{1550E4EA-A70E-4A4B-99A5-43C819279F58}"/>
                </a:ext>
              </a:extLst>
            </p:cNvPr>
            <p:cNvSpPr/>
            <p:nvPr/>
          </p:nvSpPr>
          <p:spPr>
            <a:xfrm>
              <a:off x="2660573" y="10567619"/>
              <a:ext cx="6350" cy="124460"/>
            </a:xfrm>
            <a:custGeom>
              <a:avLst/>
              <a:gdLst/>
              <a:ahLst/>
              <a:cxnLst/>
              <a:rect l="l" t="t" r="r" b="b"/>
              <a:pathLst>
                <a:path w="6350" h="124459">
                  <a:moveTo>
                    <a:pt x="5981" y="0"/>
                  </a:moveTo>
                  <a:lnTo>
                    <a:pt x="0" y="0"/>
                  </a:lnTo>
                  <a:lnTo>
                    <a:pt x="0" y="124383"/>
                  </a:lnTo>
                  <a:lnTo>
                    <a:pt x="5981" y="124383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9">
              <a:extLst>
                <a:ext uri="{FF2B5EF4-FFF2-40B4-BE49-F238E27FC236}">
                  <a16:creationId xmlns:a16="http://schemas.microsoft.com/office/drawing/2014/main" id="{3EB1A183-EDCA-4D28-B935-96EECD5EBCCB}"/>
                </a:ext>
              </a:extLst>
            </p:cNvPr>
            <p:cNvSpPr/>
            <p:nvPr/>
          </p:nvSpPr>
          <p:spPr>
            <a:xfrm>
              <a:off x="2185581" y="10582338"/>
              <a:ext cx="6350" cy="109855"/>
            </a:xfrm>
            <a:custGeom>
              <a:avLst/>
              <a:gdLst/>
              <a:ahLst/>
              <a:cxnLst/>
              <a:rect l="l" t="t" r="r" b="b"/>
              <a:pathLst>
                <a:path w="6350" h="109854">
                  <a:moveTo>
                    <a:pt x="5981" y="0"/>
                  </a:moveTo>
                  <a:lnTo>
                    <a:pt x="0" y="0"/>
                  </a:lnTo>
                  <a:lnTo>
                    <a:pt x="0" y="109664"/>
                  </a:lnTo>
                  <a:lnTo>
                    <a:pt x="5981" y="109664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80">
              <a:extLst>
                <a:ext uri="{FF2B5EF4-FFF2-40B4-BE49-F238E27FC236}">
                  <a16:creationId xmlns:a16="http://schemas.microsoft.com/office/drawing/2014/main" id="{F065A07D-A3C1-41FB-AA55-B93B7A3F5C35}"/>
                </a:ext>
              </a:extLst>
            </p:cNvPr>
            <p:cNvSpPr/>
            <p:nvPr/>
          </p:nvSpPr>
          <p:spPr>
            <a:xfrm>
              <a:off x="1286763" y="10496016"/>
              <a:ext cx="6350" cy="196215"/>
            </a:xfrm>
            <a:custGeom>
              <a:avLst/>
              <a:gdLst/>
              <a:ahLst/>
              <a:cxnLst/>
              <a:rect l="l" t="t" r="r" b="b"/>
              <a:pathLst>
                <a:path w="6350" h="196215">
                  <a:moveTo>
                    <a:pt x="5968" y="0"/>
                  </a:moveTo>
                  <a:lnTo>
                    <a:pt x="0" y="0"/>
                  </a:lnTo>
                  <a:lnTo>
                    <a:pt x="0" y="195986"/>
                  </a:lnTo>
                  <a:lnTo>
                    <a:pt x="5968" y="195986"/>
                  </a:lnTo>
                  <a:lnTo>
                    <a:pt x="596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81">
              <a:extLst>
                <a:ext uri="{FF2B5EF4-FFF2-40B4-BE49-F238E27FC236}">
                  <a16:creationId xmlns:a16="http://schemas.microsoft.com/office/drawing/2014/main" id="{A2508BFE-54DD-4869-9214-162BFF496A26}"/>
                </a:ext>
              </a:extLst>
            </p:cNvPr>
            <p:cNvSpPr/>
            <p:nvPr/>
          </p:nvSpPr>
          <p:spPr>
            <a:xfrm>
              <a:off x="1286763" y="9824187"/>
              <a:ext cx="6350" cy="219075"/>
            </a:xfrm>
            <a:custGeom>
              <a:avLst/>
              <a:gdLst/>
              <a:ahLst/>
              <a:cxnLst/>
              <a:rect l="l" t="t" r="r" b="b"/>
              <a:pathLst>
                <a:path w="6350" h="219075">
                  <a:moveTo>
                    <a:pt x="5968" y="0"/>
                  </a:moveTo>
                  <a:lnTo>
                    <a:pt x="0" y="0"/>
                  </a:lnTo>
                  <a:lnTo>
                    <a:pt x="0" y="219011"/>
                  </a:lnTo>
                  <a:lnTo>
                    <a:pt x="5968" y="219011"/>
                  </a:lnTo>
                  <a:lnTo>
                    <a:pt x="596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82">
              <a:extLst>
                <a:ext uri="{FF2B5EF4-FFF2-40B4-BE49-F238E27FC236}">
                  <a16:creationId xmlns:a16="http://schemas.microsoft.com/office/drawing/2014/main" id="{FDC4A70A-D929-4285-8E6D-7D37EE309F18}"/>
                </a:ext>
              </a:extLst>
            </p:cNvPr>
            <p:cNvSpPr/>
            <p:nvPr/>
          </p:nvSpPr>
          <p:spPr>
            <a:xfrm>
              <a:off x="1161554" y="9863239"/>
              <a:ext cx="6350" cy="210185"/>
            </a:xfrm>
            <a:custGeom>
              <a:avLst/>
              <a:gdLst/>
              <a:ahLst/>
              <a:cxnLst/>
              <a:rect l="l" t="t" r="r" b="b"/>
              <a:pathLst>
                <a:path w="6350" h="210184">
                  <a:moveTo>
                    <a:pt x="5981" y="0"/>
                  </a:moveTo>
                  <a:lnTo>
                    <a:pt x="0" y="0"/>
                  </a:lnTo>
                  <a:lnTo>
                    <a:pt x="0" y="210121"/>
                  </a:lnTo>
                  <a:lnTo>
                    <a:pt x="5981" y="210121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83">
              <a:extLst>
                <a:ext uri="{FF2B5EF4-FFF2-40B4-BE49-F238E27FC236}">
                  <a16:creationId xmlns:a16="http://schemas.microsoft.com/office/drawing/2014/main" id="{B161AD5C-5B41-4F74-8F21-4F546F725397}"/>
                </a:ext>
              </a:extLst>
            </p:cNvPr>
            <p:cNvSpPr/>
            <p:nvPr/>
          </p:nvSpPr>
          <p:spPr>
            <a:xfrm>
              <a:off x="1161554" y="10670235"/>
              <a:ext cx="6350" cy="22225"/>
            </a:xfrm>
            <a:custGeom>
              <a:avLst/>
              <a:gdLst/>
              <a:ahLst/>
              <a:cxnLst/>
              <a:rect l="l" t="t" r="r" b="b"/>
              <a:pathLst>
                <a:path w="6350" h="22225">
                  <a:moveTo>
                    <a:pt x="5981" y="0"/>
                  </a:moveTo>
                  <a:lnTo>
                    <a:pt x="0" y="0"/>
                  </a:lnTo>
                  <a:lnTo>
                    <a:pt x="0" y="21767"/>
                  </a:lnTo>
                  <a:lnTo>
                    <a:pt x="5981" y="21767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4">
              <a:extLst>
                <a:ext uri="{FF2B5EF4-FFF2-40B4-BE49-F238E27FC236}">
                  <a16:creationId xmlns:a16="http://schemas.microsoft.com/office/drawing/2014/main" id="{6FD4C682-4EF9-4B1F-B042-001F2A7B5115}"/>
                </a:ext>
              </a:extLst>
            </p:cNvPr>
            <p:cNvSpPr/>
            <p:nvPr/>
          </p:nvSpPr>
          <p:spPr>
            <a:xfrm>
              <a:off x="4603838" y="10282008"/>
              <a:ext cx="6350" cy="410209"/>
            </a:xfrm>
            <a:custGeom>
              <a:avLst/>
              <a:gdLst/>
              <a:ahLst/>
              <a:cxnLst/>
              <a:rect l="l" t="t" r="r" b="b"/>
              <a:pathLst>
                <a:path w="6350" h="410209">
                  <a:moveTo>
                    <a:pt x="5969" y="0"/>
                  </a:moveTo>
                  <a:lnTo>
                    <a:pt x="0" y="0"/>
                  </a:lnTo>
                  <a:lnTo>
                    <a:pt x="0" y="409994"/>
                  </a:lnTo>
                  <a:lnTo>
                    <a:pt x="5969" y="409994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5">
              <a:extLst>
                <a:ext uri="{FF2B5EF4-FFF2-40B4-BE49-F238E27FC236}">
                  <a16:creationId xmlns:a16="http://schemas.microsoft.com/office/drawing/2014/main" id="{177EB709-C6C2-48F0-8BB1-38B792FCAC17}"/>
                </a:ext>
              </a:extLst>
            </p:cNvPr>
            <p:cNvSpPr/>
            <p:nvPr/>
          </p:nvSpPr>
          <p:spPr>
            <a:xfrm>
              <a:off x="4603838" y="8473757"/>
              <a:ext cx="6350" cy="329565"/>
            </a:xfrm>
            <a:custGeom>
              <a:avLst/>
              <a:gdLst/>
              <a:ahLst/>
              <a:cxnLst/>
              <a:rect l="l" t="t" r="r" b="b"/>
              <a:pathLst>
                <a:path w="6350" h="329565">
                  <a:moveTo>
                    <a:pt x="5969" y="0"/>
                  </a:moveTo>
                  <a:lnTo>
                    <a:pt x="0" y="0"/>
                  </a:lnTo>
                  <a:lnTo>
                    <a:pt x="0" y="329209"/>
                  </a:lnTo>
                  <a:lnTo>
                    <a:pt x="5969" y="329209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6">
              <a:extLst>
                <a:ext uri="{FF2B5EF4-FFF2-40B4-BE49-F238E27FC236}">
                  <a16:creationId xmlns:a16="http://schemas.microsoft.com/office/drawing/2014/main" id="{0BBE70F4-47B9-4017-8325-35ADD72702EE}"/>
                </a:ext>
              </a:extLst>
            </p:cNvPr>
            <p:cNvSpPr/>
            <p:nvPr/>
          </p:nvSpPr>
          <p:spPr>
            <a:xfrm>
              <a:off x="4603838" y="7004240"/>
              <a:ext cx="6350" cy="172085"/>
            </a:xfrm>
            <a:custGeom>
              <a:avLst/>
              <a:gdLst/>
              <a:ahLst/>
              <a:cxnLst/>
              <a:rect l="l" t="t" r="r" b="b"/>
              <a:pathLst>
                <a:path w="6350" h="172084">
                  <a:moveTo>
                    <a:pt x="5969" y="0"/>
                  </a:moveTo>
                  <a:lnTo>
                    <a:pt x="0" y="0"/>
                  </a:lnTo>
                  <a:lnTo>
                    <a:pt x="0" y="172046"/>
                  </a:lnTo>
                  <a:lnTo>
                    <a:pt x="5969" y="172046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7">
              <a:extLst>
                <a:ext uri="{FF2B5EF4-FFF2-40B4-BE49-F238E27FC236}">
                  <a16:creationId xmlns:a16="http://schemas.microsoft.com/office/drawing/2014/main" id="{B5EB95F9-FA40-4D30-99E8-C915C44B8A72}"/>
                </a:ext>
              </a:extLst>
            </p:cNvPr>
            <p:cNvSpPr/>
            <p:nvPr/>
          </p:nvSpPr>
          <p:spPr>
            <a:xfrm>
              <a:off x="4396409" y="10297985"/>
              <a:ext cx="6350" cy="394335"/>
            </a:xfrm>
            <a:custGeom>
              <a:avLst/>
              <a:gdLst/>
              <a:ahLst/>
              <a:cxnLst/>
              <a:rect l="l" t="t" r="r" b="b"/>
              <a:pathLst>
                <a:path w="6350" h="394334">
                  <a:moveTo>
                    <a:pt x="5981" y="0"/>
                  </a:moveTo>
                  <a:lnTo>
                    <a:pt x="0" y="0"/>
                  </a:lnTo>
                  <a:lnTo>
                    <a:pt x="0" y="394017"/>
                  </a:lnTo>
                  <a:lnTo>
                    <a:pt x="5981" y="394017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8">
              <a:extLst>
                <a:ext uri="{FF2B5EF4-FFF2-40B4-BE49-F238E27FC236}">
                  <a16:creationId xmlns:a16="http://schemas.microsoft.com/office/drawing/2014/main" id="{9DD1A36A-B06C-4860-BB99-7F121C16C32A}"/>
                </a:ext>
              </a:extLst>
            </p:cNvPr>
            <p:cNvSpPr/>
            <p:nvPr/>
          </p:nvSpPr>
          <p:spPr>
            <a:xfrm>
              <a:off x="4208348" y="10307980"/>
              <a:ext cx="6350" cy="384175"/>
            </a:xfrm>
            <a:custGeom>
              <a:avLst/>
              <a:gdLst/>
              <a:ahLst/>
              <a:cxnLst/>
              <a:rect l="l" t="t" r="r" b="b"/>
              <a:pathLst>
                <a:path w="6350" h="384175">
                  <a:moveTo>
                    <a:pt x="5981" y="0"/>
                  </a:moveTo>
                  <a:lnTo>
                    <a:pt x="0" y="0"/>
                  </a:lnTo>
                  <a:lnTo>
                    <a:pt x="0" y="384022"/>
                  </a:lnTo>
                  <a:lnTo>
                    <a:pt x="5981" y="384022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9">
              <a:extLst>
                <a:ext uri="{FF2B5EF4-FFF2-40B4-BE49-F238E27FC236}">
                  <a16:creationId xmlns:a16="http://schemas.microsoft.com/office/drawing/2014/main" id="{90375F73-E177-4234-9F08-A56ED5528B6C}"/>
                </a:ext>
              </a:extLst>
            </p:cNvPr>
            <p:cNvSpPr/>
            <p:nvPr/>
          </p:nvSpPr>
          <p:spPr>
            <a:xfrm>
              <a:off x="4823993" y="10386428"/>
              <a:ext cx="6350" cy="306070"/>
            </a:xfrm>
            <a:custGeom>
              <a:avLst/>
              <a:gdLst/>
              <a:ahLst/>
              <a:cxnLst/>
              <a:rect l="l" t="t" r="r" b="b"/>
              <a:pathLst>
                <a:path w="6350" h="306070">
                  <a:moveTo>
                    <a:pt x="5981" y="0"/>
                  </a:moveTo>
                  <a:lnTo>
                    <a:pt x="0" y="0"/>
                  </a:lnTo>
                  <a:lnTo>
                    <a:pt x="0" y="305574"/>
                  </a:lnTo>
                  <a:lnTo>
                    <a:pt x="5981" y="305574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90">
              <a:extLst>
                <a:ext uri="{FF2B5EF4-FFF2-40B4-BE49-F238E27FC236}">
                  <a16:creationId xmlns:a16="http://schemas.microsoft.com/office/drawing/2014/main" id="{98039E60-C3AE-4408-A9EF-D7710250F218}"/>
                </a:ext>
              </a:extLst>
            </p:cNvPr>
            <p:cNvSpPr/>
            <p:nvPr/>
          </p:nvSpPr>
          <p:spPr>
            <a:xfrm>
              <a:off x="5149164" y="10504970"/>
              <a:ext cx="6350" cy="187325"/>
            </a:xfrm>
            <a:custGeom>
              <a:avLst/>
              <a:gdLst/>
              <a:ahLst/>
              <a:cxnLst/>
              <a:rect l="l" t="t" r="r" b="b"/>
              <a:pathLst>
                <a:path w="6350" h="187325">
                  <a:moveTo>
                    <a:pt x="5969" y="0"/>
                  </a:moveTo>
                  <a:lnTo>
                    <a:pt x="0" y="0"/>
                  </a:lnTo>
                  <a:lnTo>
                    <a:pt x="0" y="187032"/>
                  </a:lnTo>
                  <a:lnTo>
                    <a:pt x="5969" y="187032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91">
              <a:extLst>
                <a:ext uri="{FF2B5EF4-FFF2-40B4-BE49-F238E27FC236}">
                  <a16:creationId xmlns:a16="http://schemas.microsoft.com/office/drawing/2014/main" id="{B6D3EA23-2D04-4C59-A2C3-F604CA13BB2E}"/>
                </a:ext>
              </a:extLst>
            </p:cNvPr>
            <p:cNvSpPr/>
            <p:nvPr/>
          </p:nvSpPr>
          <p:spPr>
            <a:xfrm>
              <a:off x="5519521" y="10349052"/>
              <a:ext cx="6350" cy="343535"/>
            </a:xfrm>
            <a:custGeom>
              <a:avLst/>
              <a:gdLst/>
              <a:ahLst/>
              <a:cxnLst/>
              <a:rect l="l" t="t" r="r" b="b"/>
              <a:pathLst>
                <a:path w="6350" h="343534">
                  <a:moveTo>
                    <a:pt x="5969" y="0"/>
                  </a:moveTo>
                  <a:lnTo>
                    <a:pt x="0" y="0"/>
                  </a:lnTo>
                  <a:lnTo>
                    <a:pt x="0" y="342950"/>
                  </a:lnTo>
                  <a:lnTo>
                    <a:pt x="5969" y="342950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92">
              <a:extLst>
                <a:ext uri="{FF2B5EF4-FFF2-40B4-BE49-F238E27FC236}">
                  <a16:creationId xmlns:a16="http://schemas.microsoft.com/office/drawing/2014/main" id="{985113C9-C6C3-4390-9320-5A09DE9C8978}"/>
                </a:ext>
              </a:extLst>
            </p:cNvPr>
            <p:cNvSpPr/>
            <p:nvPr/>
          </p:nvSpPr>
          <p:spPr>
            <a:xfrm>
              <a:off x="5519521" y="8534857"/>
              <a:ext cx="6350" cy="329565"/>
            </a:xfrm>
            <a:custGeom>
              <a:avLst/>
              <a:gdLst/>
              <a:ahLst/>
              <a:cxnLst/>
              <a:rect l="l" t="t" r="r" b="b"/>
              <a:pathLst>
                <a:path w="6350" h="329565">
                  <a:moveTo>
                    <a:pt x="5969" y="0"/>
                  </a:moveTo>
                  <a:lnTo>
                    <a:pt x="0" y="0"/>
                  </a:lnTo>
                  <a:lnTo>
                    <a:pt x="0" y="329031"/>
                  </a:lnTo>
                  <a:lnTo>
                    <a:pt x="5969" y="329031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93">
              <a:extLst>
                <a:ext uri="{FF2B5EF4-FFF2-40B4-BE49-F238E27FC236}">
                  <a16:creationId xmlns:a16="http://schemas.microsoft.com/office/drawing/2014/main" id="{9216BB96-016B-4D35-855C-B9808F4303DB}"/>
                </a:ext>
              </a:extLst>
            </p:cNvPr>
            <p:cNvSpPr/>
            <p:nvPr/>
          </p:nvSpPr>
          <p:spPr>
            <a:xfrm>
              <a:off x="5519521" y="8144002"/>
              <a:ext cx="6350" cy="196215"/>
            </a:xfrm>
            <a:custGeom>
              <a:avLst/>
              <a:gdLst/>
              <a:ahLst/>
              <a:cxnLst/>
              <a:rect l="l" t="t" r="r" b="b"/>
              <a:pathLst>
                <a:path w="6350" h="196215">
                  <a:moveTo>
                    <a:pt x="5969" y="0"/>
                  </a:moveTo>
                  <a:lnTo>
                    <a:pt x="0" y="0"/>
                  </a:lnTo>
                  <a:lnTo>
                    <a:pt x="0" y="195910"/>
                  </a:lnTo>
                  <a:lnTo>
                    <a:pt x="5969" y="195910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4">
              <a:extLst>
                <a:ext uri="{FF2B5EF4-FFF2-40B4-BE49-F238E27FC236}">
                  <a16:creationId xmlns:a16="http://schemas.microsoft.com/office/drawing/2014/main" id="{39F95075-C197-4D89-9BA0-B87547FA3987}"/>
                </a:ext>
              </a:extLst>
            </p:cNvPr>
            <p:cNvSpPr/>
            <p:nvPr/>
          </p:nvSpPr>
          <p:spPr>
            <a:xfrm>
              <a:off x="5928690" y="10529837"/>
              <a:ext cx="6350" cy="162560"/>
            </a:xfrm>
            <a:custGeom>
              <a:avLst/>
              <a:gdLst/>
              <a:ahLst/>
              <a:cxnLst/>
              <a:rect l="l" t="t" r="r" b="b"/>
              <a:pathLst>
                <a:path w="6350" h="162559">
                  <a:moveTo>
                    <a:pt x="5981" y="0"/>
                  </a:moveTo>
                  <a:lnTo>
                    <a:pt x="0" y="0"/>
                  </a:lnTo>
                  <a:lnTo>
                    <a:pt x="0" y="162166"/>
                  </a:lnTo>
                  <a:lnTo>
                    <a:pt x="5981" y="162166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5">
              <a:extLst>
                <a:ext uri="{FF2B5EF4-FFF2-40B4-BE49-F238E27FC236}">
                  <a16:creationId xmlns:a16="http://schemas.microsoft.com/office/drawing/2014/main" id="{9F78B0D0-155F-4F5F-BC31-3EC7EC864994}"/>
                </a:ext>
              </a:extLst>
            </p:cNvPr>
            <p:cNvSpPr/>
            <p:nvPr/>
          </p:nvSpPr>
          <p:spPr>
            <a:xfrm>
              <a:off x="6197307" y="10543476"/>
              <a:ext cx="6350" cy="148590"/>
            </a:xfrm>
            <a:custGeom>
              <a:avLst/>
              <a:gdLst/>
              <a:ahLst/>
              <a:cxnLst/>
              <a:rect l="l" t="t" r="r" b="b"/>
              <a:pathLst>
                <a:path w="6350" h="148590">
                  <a:moveTo>
                    <a:pt x="5981" y="0"/>
                  </a:moveTo>
                  <a:lnTo>
                    <a:pt x="0" y="0"/>
                  </a:lnTo>
                  <a:lnTo>
                    <a:pt x="0" y="148526"/>
                  </a:lnTo>
                  <a:lnTo>
                    <a:pt x="5981" y="148526"/>
                  </a:lnTo>
                  <a:lnTo>
                    <a:pt x="5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6">
              <a:extLst>
                <a:ext uri="{FF2B5EF4-FFF2-40B4-BE49-F238E27FC236}">
                  <a16:creationId xmlns:a16="http://schemas.microsoft.com/office/drawing/2014/main" id="{BA191A44-4088-48EC-8FFC-44EF779BA9F1}"/>
                </a:ext>
              </a:extLst>
            </p:cNvPr>
            <p:cNvSpPr/>
            <p:nvPr/>
          </p:nvSpPr>
          <p:spPr>
            <a:xfrm>
              <a:off x="755383" y="9410001"/>
              <a:ext cx="7620" cy="1282065"/>
            </a:xfrm>
            <a:custGeom>
              <a:avLst/>
              <a:gdLst/>
              <a:ahLst/>
              <a:cxnLst/>
              <a:rect l="l" t="t" r="r" b="b"/>
              <a:pathLst>
                <a:path w="7620" h="1282065">
                  <a:moveTo>
                    <a:pt x="7162" y="0"/>
                  </a:moveTo>
                  <a:lnTo>
                    <a:pt x="0" y="0"/>
                  </a:lnTo>
                  <a:lnTo>
                    <a:pt x="0" y="1282001"/>
                  </a:lnTo>
                  <a:lnTo>
                    <a:pt x="7162" y="1282001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7">
              <a:extLst>
                <a:ext uri="{FF2B5EF4-FFF2-40B4-BE49-F238E27FC236}">
                  <a16:creationId xmlns:a16="http://schemas.microsoft.com/office/drawing/2014/main" id="{62017E6A-C970-4699-ADCB-6FD4E2DD8199}"/>
                </a:ext>
              </a:extLst>
            </p:cNvPr>
            <p:cNvSpPr/>
            <p:nvPr/>
          </p:nvSpPr>
          <p:spPr>
            <a:xfrm>
              <a:off x="1043941" y="9051843"/>
              <a:ext cx="364490" cy="1640205"/>
            </a:xfrm>
            <a:custGeom>
              <a:avLst/>
              <a:gdLst/>
              <a:ahLst/>
              <a:cxnLst/>
              <a:rect l="l" t="t" r="r" b="b"/>
              <a:pathLst>
                <a:path w="364490" h="1640204">
                  <a:moveTo>
                    <a:pt x="360540" y="0"/>
                  </a:moveTo>
                  <a:lnTo>
                    <a:pt x="2006" y="196481"/>
                  </a:lnTo>
                  <a:lnTo>
                    <a:pt x="0" y="197573"/>
                  </a:lnTo>
                  <a:lnTo>
                    <a:pt x="0" y="1640154"/>
                  </a:lnTo>
                  <a:lnTo>
                    <a:pt x="7734" y="1640154"/>
                  </a:lnTo>
                  <a:lnTo>
                    <a:pt x="7734" y="202171"/>
                  </a:lnTo>
                  <a:lnTo>
                    <a:pt x="364274" y="6794"/>
                  </a:lnTo>
                  <a:lnTo>
                    <a:pt x="36054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8">
              <a:extLst>
                <a:ext uri="{FF2B5EF4-FFF2-40B4-BE49-F238E27FC236}">
                  <a16:creationId xmlns:a16="http://schemas.microsoft.com/office/drawing/2014/main" id="{F09E3D53-82B1-4A41-AFC9-28E84AF10A15}"/>
                </a:ext>
              </a:extLst>
            </p:cNvPr>
            <p:cNvSpPr/>
            <p:nvPr/>
          </p:nvSpPr>
          <p:spPr>
            <a:xfrm>
              <a:off x="1637997" y="9735074"/>
              <a:ext cx="1181735" cy="264795"/>
            </a:xfrm>
            <a:custGeom>
              <a:avLst/>
              <a:gdLst/>
              <a:ahLst/>
              <a:cxnLst/>
              <a:rect l="l" t="t" r="r" b="b"/>
              <a:pathLst>
                <a:path w="1181735" h="264795">
                  <a:moveTo>
                    <a:pt x="1180109" y="0"/>
                  </a:moveTo>
                  <a:lnTo>
                    <a:pt x="0" y="258610"/>
                  </a:lnTo>
                  <a:lnTo>
                    <a:pt x="1257" y="264439"/>
                  </a:lnTo>
                  <a:lnTo>
                    <a:pt x="1181379" y="5829"/>
                  </a:lnTo>
                  <a:lnTo>
                    <a:pt x="118010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9">
              <a:extLst>
                <a:ext uri="{FF2B5EF4-FFF2-40B4-BE49-F238E27FC236}">
                  <a16:creationId xmlns:a16="http://schemas.microsoft.com/office/drawing/2014/main" id="{69D0300E-017A-455A-B47E-C7FDD4299122}"/>
                </a:ext>
              </a:extLst>
            </p:cNvPr>
            <p:cNvSpPr/>
            <p:nvPr/>
          </p:nvSpPr>
          <p:spPr>
            <a:xfrm>
              <a:off x="3644328" y="4819230"/>
              <a:ext cx="1038225" cy="5507355"/>
            </a:xfrm>
            <a:custGeom>
              <a:avLst/>
              <a:gdLst/>
              <a:ahLst/>
              <a:cxnLst/>
              <a:rect l="l" t="t" r="r" b="b"/>
              <a:pathLst>
                <a:path w="1038225" h="5507355">
                  <a:moveTo>
                    <a:pt x="1035697" y="3527272"/>
                  </a:moveTo>
                  <a:lnTo>
                    <a:pt x="1035596" y="2322360"/>
                  </a:lnTo>
                  <a:lnTo>
                    <a:pt x="1035596" y="2309063"/>
                  </a:lnTo>
                  <a:lnTo>
                    <a:pt x="1027963" y="2313406"/>
                  </a:lnTo>
                  <a:lnTo>
                    <a:pt x="1027963" y="3521913"/>
                  </a:lnTo>
                  <a:lnTo>
                    <a:pt x="9677" y="3904945"/>
                  </a:lnTo>
                  <a:lnTo>
                    <a:pt x="9779" y="2901073"/>
                  </a:lnTo>
                  <a:lnTo>
                    <a:pt x="1027861" y="2322360"/>
                  </a:lnTo>
                  <a:lnTo>
                    <a:pt x="1027963" y="3521913"/>
                  </a:lnTo>
                  <a:lnTo>
                    <a:pt x="1027963" y="2313406"/>
                  </a:lnTo>
                  <a:lnTo>
                    <a:pt x="2044" y="2896578"/>
                  </a:lnTo>
                  <a:lnTo>
                    <a:pt x="1930" y="3916121"/>
                  </a:lnTo>
                  <a:lnTo>
                    <a:pt x="31648" y="3904945"/>
                  </a:lnTo>
                  <a:lnTo>
                    <a:pt x="1035697" y="3527272"/>
                  </a:lnTo>
                  <a:close/>
                </a:path>
                <a:path w="1038225" h="5507355">
                  <a:moveTo>
                    <a:pt x="1036472" y="5430774"/>
                  </a:moveTo>
                  <a:lnTo>
                    <a:pt x="1036358" y="4273296"/>
                  </a:lnTo>
                  <a:lnTo>
                    <a:pt x="1036332" y="3968077"/>
                  </a:lnTo>
                  <a:lnTo>
                    <a:pt x="1036332" y="3955986"/>
                  </a:lnTo>
                  <a:lnTo>
                    <a:pt x="1027544" y="3958691"/>
                  </a:lnTo>
                  <a:lnTo>
                    <a:pt x="1027544" y="5422468"/>
                  </a:lnTo>
                  <a:lnTo>
                    <a:pt x="10109" y="5497360"/>
                  </a:lnTo>
                  <a:lnTo>
                    <a:pt x="10109" y="5422468"/>
                  </a:lnTo>
                  <a:lnTo>
                    <a:pt x="10236" y="4279912"/>
                  </a:lnTo>
                  <a:lnTo>
                    <a:pt x="1027417" y="3968077"/>
                  </a:lnTo>
                  <a:lnTo>
                    <a:pt x="1027544" y="5422468"/>
                  </a:lnTo>
                  <a:lnTo>
                    <a:pt x="1027544" y="3958691"/>
                  </a:lnTo>
                  <a:lnTo>
                    <a:pt x="1308" y="4273296"/>
                  </a:lnTo>
                  <a:lnTo>
                    <a:pt x="1308" y="4279912"/>
                  </a:lnTo>
                  <a:lnTo>
                    <a:pt x="1181" y="5506986"/>
                  </a:lnTo>
                  <a:lnTo>
                    <a:pt x="131953" y="5497360"/>
                  </a:lnTo>
                  <a:lnTo>
                    <a:pt x="1036472" y="5430774"/>
                  </a:lnTo>
                  <a:close/>
                </a:path>
                <a:path w="1038225" h="5507355">
                  <a:moveTo>
                    <a:pt x="1037653" y="1891779"/>
                  </a:moveTo>
                  <a:lnTo>
                    <a:pt x="1037564" y="969505"/>
                  </a:lnTo>
                  <a:lnTo>
                    <a:pt x="1037488" y="27432"/>
                  </a:lnTo>
                  <a:lnTo>
                    <a:pt x="1037488" y="0"/>
                  </a:lnTo>
                  <a:lnTo>
                    <a:pt x="1025753" y="10972"/>
                  </a:lnTo>
                  <a:lnTo>
                    <a:pt x="1025753" y="1885251"/>
                  </a:lnTo>
                  <a:lnTo>
                    <a:pt x="11899" y="2530462"/>
                  </a:lnTo>
                  <a:lnTo>
                    <a:pt x="11963" y="1885251"/>
                  </a:lnTo>
                  <a:lnTo>
                    <a:pt x="12065" y="974699"/>
                  </a:lnTo>
                  <a:lnTo>
                    <a:pt x="1025588" y="27432"/>
                  </a:lnTo>
                  <a:lnTo>
                    <a:pt x="1025664" y="969505"/>
                  </a:lnTo>
                  <a:lnTo>
                    <a:pt x="1025753" y="1885251"/>
                  </a:lnTo>
                  <a:lnTo>
                    <a:pt x="1025753" y="10972"/>
                  </a:lnTo>
                  <a:lnTo>
                    <a:pt x="165" y="969505"/>
                  </a:lnTo>
                  <a:lnTo>
                    <a:pt x="63" y="1885251"/>
                  </a:lnTo>
                  <a:lnTo>
                    <a:pt x="0" y="2552141"/>
                  </a:lnTo>
                  <a:lnTo>
                    <a:pt x="34061" y="2530462"/>
                  </a:lnTo>
                  <a:lnTo>
                    <a:pt x="1037653" y="189177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200">
              <a:extLst>
                <a:ext uri="{FF2B5EF4-FFF2-40B4-BE49-F238E27FC236}">
                  <a16:creationId xmlns:a16="http://schemas.microsoft.com/office/drawing/2014/main" id="{8EBE1B59-4554-4294-A6FD-BA11232378EA}"/>
                </a:ext>
              </a:extLst>
            </p:cNvPr>
            <p:cNvSpPr/>
            <p:nvPr/>
          </p:nvSpPr>
          <p:spPr>
            <a:xfrm>
              <a:off x="2180172" y="7061870"/>
              <a:ext cx="253365" cy="2675890"/>
            </a:xfrm>
            <a:custGeom>
              <a:avLst/>
              <a:gdLst/>
              <a:ahLst/>
              <a:cxnLst/>
              <a:rect l="l" t="t" r="r" b="b"/>
              <a:pathLst>
                <a:path w="253364" h="2675890">
                  <a:moveTo>
                    <a:pt x="252603" y="0"/>
                  </a:moveTo>
                  <a:lnTo>
                    <a:pt x="0" y="227431"/>
                  </a:lnTo>
                  <a:lnTo>
                    <a:pt x="0" y="2675762"/>
                  </a:lnTo>
                  <a:lnTo>
                    <a:pt x="44753" y="2664244"/>
                  </a:lnTo>
                  <a:lnTo>
                    <a:pt x="8966" y="2664244"/>
                  </a:lnTo>
                  <a:lnTo>
                    <a:pt x="8966" y="231419"/>
                  </a:lnTo>
                  <a:lnTo>
                    <a:pt x="243674" y="20091"/>
                  </a:lnTo>
                  <a:lnTo>
                    <a:pt x="252604" y="20091"/>
                  </a:lnTo>
                  <a:lnTo>
                    <a:pt x="252603" y="0"/>
                  </a:lnTo>
                  <a:close/>
                </a:path>
                <a:path w="253364" h="2675890">
                  <a:moveTo>
                    <a:pt x="252604" y="20091"/>
                  </a:moveTo>
                  <a:lnTo>
                    <a:pt x="243674" y="20091"/>
                  </a:lnTo>
                  <a:lnTo>
                    <a:pt x="243814" y="2603804"/>
                  </a:lnTo>
                  <a:lnTo>
                    <a:pt x="8966" y="2664244"/>
                  </a:lnTo>
                  <a:lnTo>
                    <a:pt x="44753" y="2664244"/>
                  </a:lnTo>
                  <a:lnTo>
                    <a:pt x="252742" y="2610726"/>
                  </a:lnTo>
                  <a:lnTo>
                    <a:pt x="252615" y="231419"/>
                  </a:lnTo>
                  <a:lnTo>
                    <a:pt x="252604" y="2009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201">
              <a:extLst>
                <a:ext uri="{FF2B5EF4-FFF2-40B4-BE49-F238E27FC236}">
                  <a16:creationId xmlns:a16="http://schemas.microsoft.com/office/drawing/2014/main" id="{E9228292-E86B-424B-9012-EC61F80472A1}"/>
                </a:ext>
              </a:extLst>
            </p:cNvPr>
            <p:cNvSpPr/>
            <p:nvPr/>
          </p:nvSpPr>
          <p:spPr>
            <a:xfrm>
              <a:off x="1884588" y="7361650"/>
              <a:ext cx="215265" cy="2452370"/>
            </a:xfrm>
            <a:custGeom>
              <a:avLst/>
              <a:gdLst/>
              <a:ahLst/>
              <a:cxnLst/>
              <a:rect l="l" t="t" r="r" b="b"/>
              <a:pathLst>
                <a:path w="215264" h="2452370">
                  <a:moveTo>
                    <a:pt x="215226" y="0"/>
                  </a:moveTo>
                  <a:lnTo>
                    <a:pt x="126" y="193687"/>
                  </a:lnTo>
                  <a:lnTo>
                    <a:pt x="0" y="2452052"/>
                  </a:lnTo>
                  <a:lnTo>
                    <a:pt x="44705" y="2440546"/>
                  </a:lnTo>
                  <a:lnTo>
                    <a:pt x="8915" y="2440546"/>
                  </a:lnTo>
                  <a:lnTo>
                    <a:pt x="9042" y="197688"/>
                  </a:lnTo>
                  <a:lnTo>
                    <a:pt x="206311" y="20078"/>
                  </a:lnTo>
                  <a:lnTo>
                    <a:pt x="215226" y="20078"/>
                  </a:lnTo>
                  <a:lnTo>
                    <a:pt x="215226" y="0"/>
                  </a:lnTo>
                  <a:close/>
                </a:path>
                <a:path w="215264" h="2452370">
                  <a:moveTo>
                    <a:pt x="215226" y="20078"/>
                  </a:moveTo>
                  <a:lnTo>
                    <a:pt x="206311" y="20078"/>
                  </a:lnTo>
                  <a:lnTo>
                    <a:pt x="206222" y="2389771"/>
                  </a:lnTo>
                  <a:lnTo>
                    <a:pt x="8915" y="2440546"/>
                  </a:lnTo>
                  <a:lnTo>
                    <a:pt x="44705" y="2440546"/>
                  </a:lnTo>
                  <a:lnTo>
                    <a:pt x="215150" y="2396693"/>
                  </a:lnTo>
                  <a:lnTo>
                    <a:pt x="215226" y="2007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202">
              <a:extLst>
                <a:ext uri="{FF2B5EF4-FFF2-40B4-BE49-F238E27FC236}">
                  <a16:creationId xmlns:a16="http://schemas.microsoft.com/office/drawing/2014/main" id="{BD7DA2AA-A307-49EC-9BF6-65279F24C453}"/>
                </a:ext>
              </a:extLst>
            </p:cNvPr>
            <p:cNvSpPr/>
            <p:nvPr/>
          </p:nvSpPr>
          <p:spPr>
            <a:xfrm>
              <a:off x="5194834" y="8746995"/>
              <a:ext cx="701675" cy="1526540"/>
            </a:xfrm>
            <a:custGeom>
              <a:avLst/>
              <a:gdLst/>
              <a:ahLst/>
              <a:cxnLst/>
              <a:rect l="l" t="t" r="r" b="b"/>
              <a:pathLst>
                <a:path w="701675" h="1526540">
                  <a:moveTo>
                    <a:pt x="0" y="0"/>
                  </a:moveTo>
                  <a:lnTo>
                    <a:pt x="0" y="1465110"/>
                  </a:lnTo>
                  <a:lnTo>
                    <a:pt x="701636" y="1526209"/>
                  </a:lnTo>
                  <a:lnTo>
                    <a:pt x="701636" y="1513179"/>
                  </a:lnTo>
                  <a:lnTo>
                    <a:pt x="689686" y="1513179"/>
                  </a:lnTo>
                  <a:lnTo>
                    <a:pt x="11937" y="1454175"/>
                  </a:lnTo>
                  <a:lnTo>
                    <a:pt x="11937" y="16637"/>
                  </a:lnTo>
                  <a:lnTo>
                    <a:pt x="49115" y="16637"/>
                  </a:lnTo>
                  <a:lnTo>
                    <a:pt x="0" y="0"/>
                  </a:lnTo>
                  <a:close/>
                </a:path>
                <a:path w="701675" h="1526540">
                  <a:moveTo>
                    <a:pt x="49115" y="16637"/>
                  </a:moveTo>
                  <a:lnTo>
                    <a:pt x="11937" y="16637"/>
                  </a:lnTo>
                  <a:lnTo>
                    <a:pt x="689686" y="246214"/>
                  </a:lnTo>
                  <a:lnTo>
                    <a:pt x="689686" y="1513179"/>
                  </a:lnTo>
                  <a:lnTo>
                    <a:pt x="701636" y="1513179"/>
                  </a:lnTo>
                  <a:lnTo>
                    <a:pt x="701636" y="237667"/>
                  </a:lnTo>
                  <a:lnTo>
                    <a:pt x="49115" y="1663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203">
              <a:extLst>
                <a:ext uri="{FF2B5EF4-FFF2-40B4-BE49-F238E27FC236}">
                  <a16:creationId xmlns:a16="http://schemas.microsoft.com/office/drawing/2014/main" id="{FDFFC75F-6DD4-4F48-B22C-AB76FDECBBA1}"/>
                </a:ext>
              </a:extLst>
            </p:cNvPr>
            <p:cNvSpPr/>
            <p:nvPr/>
          </p:nvSpPr>
          <p:spPr>
            <a:xfrm>
              <a:off x="6973751" y="9347484"/>
              <a:ext cx="586740" cy="864235"/>
            </a:xfrm>
            <a:custGeom>
              <a:avLst/>
              <a:gdLst/>
              <a:ahLst/>
              <a:cxnLst/>
              <a:rect l="l" t="t" r="r" b="b"/>
              <a:pathLst>
                <a:path w="586740" h="864234">
                  <a:moveTo>
                    <a:pt x="0" y="0"/>
                  </a:moveTo>
                  <a:lnTo>
                    <a:pt x="0" y="8305"/>
                  </a:lnTo>
                  <a:lnTo>
                    <a:pt x="0" y="777151"/>
                  </a:lnTo>
                  <a:lnTo>
                    <a:pt x="586244" y="863777"/>
                  </a:lnTo>
                  <a:lnTo>
                    <a:pt x="586244" y="851725"/>
                  </a:lnTo>
                  <a:lnTo>
                    <a:pt x="11950" y="766864"/>
                  </a:lnTo>
                  <a:lnTo>
                    <a:pt x="11950" y="16637"/>
                  </a:lnTo>
                  <a:lnTo>
                    <a:pt x="586244" y="211480"/>
                  </a:lnTo>
                  <a:lnTo>
                    <a:pt x="586244" y="198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4">
              <a:extLst>
                <a:ext uri="{FF2B5EF4-FFF2-40B4-BE49-F238E27FC236}">
                  <a16:creationId xmlns:a16="http://schemas.microsoft.com/office/drawing/2014/main" id="{A59882E4-F26F-4D6E-87BC-0FC6A1C38EDD}"/>
                </a:ext>
              </a:extLst>
            </p:cNvPr>
            <p:cNvSpPr/>
            <p:nvPr/>
          </p:nvSpPr>
          <p:spPr>
            <a:xfrm>
              <a:off x="6671181" y="3467865"/>
              <a:ext cx="517525" cy="2663190"/>
            </a:xfrm>
            <a:custGeom>
              <a:avLst/>
              <a:gdLst/>
              <a:ahLst/>
              <a:cxnLst/>
              <a:rect l="l" t="t" r="r" b="b"/>
              <a:pathLst>
                <a:path w="517525" h="2663190">
                  <a:moveTo>
                    <a:pt x="11112" y="0"/>
                  </a:moveTo>
                  <a:lnTo>
                    <a:pt x="0" y="3035"/>
                  </a:lnTo>
                  <a:lnTo>
                    <a:pt x="0" y="2047963"/>
                  </a:lnTo>
                  <a:lnTo>
                    <a:pt x="1371" y="2051761"/>
                  </a:lnTo>
                  <a:lnTo>
                    <a:pt x="506501" y="2663177"/>
                  </a:lnTo>
                  <a:lnTo>
                    <a:pt x="517067" y="2659380"/>
                  </a:lnTo>
                  <a:lnTo>
                    <a:pt x="517067" y="2642781"/>
                  </a:lnTo>
                  <a:lnTo>
                    <a:pt x="505117" y="2642781"/>
                  </a:lnTo>
                  <a:lnTo>
                    <a:pt x="11950" y="2045830"/>
                  </a:lnTo>
                  <a:lnTo>
                    <a:pt x="11950" y="24803"/>
                  </a:lnTo>
                  <a:lnTo>
                    <a:pt x="25814" y="24803"/>
                  </a:lnTo>
                  <a:lnTo>
                    <a:pt x="11112" y="0"/>
                  </a:lnTo>
                  <a:close/>
                </a:path>
                <a:path w="517525" h="2663190">
                  <a:moveTo>
                    <a:pt x="25814" y="24803"/>
                  </a:moveTo>
                  <a:lnTo>
                    <a:pt x="11950" y="24803"/>
                  </a:lnTo>
                  <a:lnTo>
                    <a:pt x="505117" y="856830"/>
                  </a:lnTo>
                  <a:lnTo>
                    <a:pt x="505117" y="2642781"/>
                  </a:lnTo>
                  <a:lnTo>
                    <a:pt x="517067" y="2642781"/>
                  </a:lnTo>
                  <a:lnTo>
                    <a:pt x="517067" y="855218"/>
                  </a:lnTo>
                  <a:lnTo>
                    <a:pt x="516229" y="852182"/>
                  </a:lnTo>
                  <a:lnTo>
                    <a:pt x="25814" y="2480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5">
              <a:extLst>
                <a:ext uri="{FF2B5EF4-FFF2-40B4-BE49-F238E27FC236}">
                  <a16:creationId xmlns:a16="http://schemas.microsoft.com/office/drawing/2014/main" id="{ECA58FEC-8F83-4A12-AEA7-0F1C69B155A8}"/>
                </a:ext>
              </a:extLst>
            </p:cNvPr>
            <p:cNvSpPr/>
            <p:nvPr/>
          </p:nvSpPr>
          <p:spPr>
            <a:xfrm>
              <a:off x="4861052" y="3898645"/>
              <a:ext cx="2699385" cy="3410585"/>
            </a:xfrm>
            <a:custGeom>
              <a:avLst/>
              <a:gdLst/>
              <a:ahLst/>
              <a:cxnLst/>
              <a:rect l="l" t="t" r="r" b="b"/>
              <a:pathLst>
                <a:path w="2699384" h="3410584">
                  <a:moveTo>
                    <a:pt x="1500733" y="0"/>
                  </a:moveTo>
                  <a:lnTo>
                    <a:pt x="1491767" y="7658"/>
                  </a:lnTo>
                  <a:lnTo>
                    <a:pt x="1491767" y="19405"/>
                  </a:lnTo>
                  <a:lnTo>
                    <a:pt x="1491767" y="787908"/>
                  </a:lnTo>
                  <a:lnTo>
                    <a:pt x="888542" y="1243647"/>
                  </a:lnTo>
                  <a:lnTo>
                    <a:pt x="888542" y="534212"/>
                  </a:lnTo>
                  <a:lnTo>
                    <a:pt x="1491767" y="19405"/>
                  </a:lnTo>
                  <a:lnTo>
                    <a:pt x="1491767" y="7658"/>
                  </a:lnTo>
                  <a:lnTo>
                    <a:pt x="879589" y="530123"/>
                  </a:lnTo>
                  <a:lnTo>
                    <a:pt x="879589" y="1261630"/>
                  </a:lnTo>
                  <a:lnTo>
                    <a:pt x="903389" y="1243647"/>
                  </a:lnTo>
                  <a:lnTo>
                    <a:pt x="1500733" y="792353"/>
                  </a:lnTo>
                  <a:lnTo>
                    <a:pt x="1500733" y="19405"/>
                  </a:lnTo>
                  <a:lnTo>
                    <a:pt x="1500733" y="0"/>
                  </a:lnTo>
                  <a:close/>
                </a:path>
                <a:path w="2699384" h="3410584">
                  <a:moveTo>
                    <a:pt x="2698940" y="3399282"/>
                  </a:moveTo>
                  <a:lnTo>
                    <a:pt x="5499" y="706361"/>
                  </a:lnTo>
                  <a:lnTo>
                    <a:pt x="0" y="711847"/>
                  </a:lnTo>
                  <a:lnTo>
                    <a:pt x="2698940" y="3410280"/>
                  </a:lnTo>
                  <a:lnTo>
                    <a:pt x="2698940" y="339928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6">
              <a:extLst>
                <a:ext uri="{FF2B5EF4-FFF2-40B4-BE49-F238E27FC236}">
                  <a16:creationId xmlns:a16="http://schemas.microsoft.com/office/drawing/2014/main" id="{F7E1818F-9627-4EAA-85AF-31097EDC3B33}"/>
                </a:ext>
              </a:extLst>
            </p:cNvPr>
            <p:cNvSpPr/>
            <p:nvPr/>
          </p:nvSpPr>
          <p:spPr>
            <a:xfrm>
              <a:off x="62595" y="9754385"/>
              <a:ext cx="162560" cy="337820"/>
            </a:xfrm>
            <a:custGeom>
              <a:avLst/>
              <a:gdLst/>
              <a:ahLst/>
              <a:cxnLst/>
              <a:rect l="l" t="t" r="r" b="b"/>
              <a:pathLst>
                <a:path w="162560" h="337820">
                  <a:moveTo>
                    <a:pt x="162521" y="0"/>
                  </a:moveTo>
                  <a:lnTo>
                    <a:pt x="0" y="84188"/>
                  </a:lnTo>
                  <a:lnTo>
                    <a:pt x="0" y="337667"/>
                  </a:lnTo>
                  <a:lnTo>
                    <a:pt x="23114" y="329107"/>
                  </a:lnTo>
                  <a:lnTo>
                    <a:pt x="5981" y="329107"/>
                  </a:lnTo>
                  <a:lnTo>
                    <a:pt x="5981" y="87795"/>
                  </a:lnTo>
                  <a:lnTo>
                    <a:pt x="156552" y="9804"/>
                  </a:lnTo>
                  <a:lnTo>
                    <a:pt x="162521" y="9804"/>
                  </a:lnTo>
                  <a:lnTo>
                    <a:pt x="162521" y="0"/>
                  </a:lnTo>
                  <a:close/>
                </a:path>
                <a:path w="162560" h="337820">
                  <a:moveTo>
                    <a:pt x="162521" y="9804"/>
                  </a:moveTo>
                  <a:lnTo>
                    <a:pt x="156552" y="9804"/>
                  </a:lnTo>
                  <a:lnTo>
                    <a:pt x="156552" y="273329"/>
                  </a:lnTo>
                  <a:lnTo>
                    <a:pt x="5981" y="329107"/>
                  </a:lnTo>
                  <a:lnTo>
                    <a:pt x="23114" y="329107"/>
                  </a:lnTo>
                  <a:lnTo>
                    <a:pt x="162521" y="277482"/>
                  </a:lnTo>
                  <a:lnTo>
                    <a:pt x="162521" y="980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7">
              <a:extLst>
                <a:ext uri="{FF2B5EF4-FFF2-40B4-BE49-F238E27FC236}">
                  <a16:creationId xmlns:a16="http://schemas.microsoft.com/office/drawing/2014/main" id="{58EDAC75-3DA5-44C5-8606-FD5F977DED21}"/>
                </a:ext>
              </a:extLst>
            </p:cNvPr>
            <p:cNvSpPr/>
            <p:nvPr/>
          </p:nvSpPr>
          <p:spPr>
            <a:xfrm>
              <a:off x="2999477" y="9983099"/>
              <a:ext cx="396875" cy="525145"/>
            </a:xfrm>
            <a:custGeom>
              <a:avLst/>
              <a:gdLst/>
              <a:ahLst/>
              <a:cxnLst/>
              <a:rect l="l" t="t" r="r" b="b"/>
              <a:pathLst>
                <a:path w="396875" h="525145">
                  <a:moveTo>
                    <a:pt x="396557" y="0"/>
                  </a:moveTo>
                  <a:lnTo>
                    <a:pt x="0" y="57238"/>
                  </a:lnTo>
                  <a:lnTo>
                    <a:pt x="0" y="524992"/>
                  </a:lnTo>
                  <a:lnTo>
                    <a:pt x="141011" y="518769"/>
                  </a:lnTo>
                  <a:lnTo>
                    <a:pt x="5981" y="518769"/>
                  </a:lnTo>
                  <a:lnTo>
                    <a:pt x="5981" y="62407"/>
                  </a:lnTo>
                  <a:lnTo>
                    <a:pt x="390575" y="6896"/>
                  </a:lnTo>
                  <a:lnTo>
                    <a:pt x="396557" y="6896"/>
                  </a:lnTo>
                  <a:lnTo>
                    <a:pt x="396557" y="0"/>
                  </a:lnTo>
                  <a:close/>
                </a:path>
                <a:path w="396875" h="525145">
                  <a:moveTo>
                    <a:pt x="396557" y="6896"/>
                  </a:moveTo>
                  <a:lnTo>
                    <a:pt x="390575" y="6896"/>
                  </a:lnTo>
                  <a:lnTo>
                    <a:pt x="390575" y="501789"/>
                  </a:lnTo>
                  <a:lnTo>
                    <a:pt x="5981" y="518769"/>
                  </a:lnTo>
                  <a:lnTo>
                    <a:pt x="141011" y="518769"/>
                  </a:lnTo>
                  <a:lnTo>
                    <a:pt x="396557" y="507492"/>
                  </a:lnTo>
                  <a:lnTo>
                    <a:pt x="396557" y="689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8">
              <a:extLst>
                <a:ext uri="{FF2B5EF4-FFF2-40B4-BE49-F238E27FC236}">
                  <a16:creationId xmlns:a16="http://schemas.microsoft.com/office/drawing/2014/main" id="{CC4FE398-544B-4E4F-9167-7A1C52A643B2}"/>
                </a:ext>
              </a:extLst>
            </p:cNvPr>
            <p:cNvSpPr/>
            <p:nvPr/>
          </p:nvSpPr>
          <p:spPr>
            <a:xfrm>
              <a:off x="6302720" y="7214340"/>
              <a:ext cx="886460" cy="1703705"/>
            </a:xfrm>
            <a:custGeom>
              <a:avLst/>
              <a:gdLst/>
              <a:ahLst/>
              <a:cxnLst/>
              <a:rect l="l" t="t" r="r" b="b"/>
              <a:pathLst>
                <a:path w="886459" h="1703704">
                  <a:moveTo>
                    <a:pt x="0" y="0"/>
                  </a:moveTo>
                  <a:lnTo>
                    <a:pt x="0" y="1283322"/>
                  </a:lnTo>
                  <a:lnTo>
                    <a:pt x="885888" y="1703235"/>
                  </a:lnTo>
                  <a:lnTo>
                    <a:pt x="885888" y="663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11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9">
              <a:extLst>
                <a:ext uri="{FF2B5EF4-FFF2-40B4-BE49-F238E27FC236}">
                  <a16:creationId xmlns:a16="http://schemas.microsoft.com/office/drawing/2014/main" id="{7E3415C6-C035-45DB-B442-FADFCC520879}"/>
                </a:ext>
              </a:extLst>
            </p:cNvPr>
            <p:cNvSpPr/>
            <p:nvPr/>
          </p:nvSpPr>
          <p:spPr>
            <a:xfrm>
              <a:off x="5200802" y="5633977"/>
              <a:ext cx="690245" cy="2379345"/>
            </a:xfrm>
            <a:custGeom>
              <a:avLst/>
              <a:gdLst/>
              <a:ahLst/>
              <a:cxnLst/>
              <a:rect l="l" t="t" r="r" b="b"/>
              <a:pathLst>
                <a:path w="690245" h="2379345">
                  <a:moveTo>
                    <a:pt x="0" y="0"/>
                  </a:moveTo>
                  <a:lnTo>
                    <a:pt x="0" y="2012581"/>
                  </a:lnTo>
                  <a:lnTo>
                    <a:pt x="689686" y="2378811"/>
                  </a:lnTo>
                  <a:lnTo>
                    <a:pt x="689686" y="606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10">
              <a:extLst>
                <a:ext uri="{FF2B5EF4-FFF2-40B4-BE49-F238E27FC236}">
                  <a16:creationId xmlns:a16="http://schemas.microsoft.com/office/drawing/2014/main" id="{DB969CC7-60F9-491E-A27C-75708B2EFB1F}"/>
                </a:ext>
              </a:extLst>
            </p:cNvPr>
            <p:cNvSpPr/>
            <p:nvPr/>
          </p:nvSpPr>
          <p:spPr>
            <a:xfrm>
              <a:off x="6306268" y="9527404"/>
              <a:ext cx="341630" cy="831850"/>
            </a:xfrm>
            <a:custGeom>
              <a:avLst/>
              <a:gdLst/>
              <a:ahLst/>
              <a:cxnLst/>
              <a:rect l="l" t="t" r="r" b="b"/>
              <a:pathLst>
                <a:path w="341629" h="831850">
                  <a:moveTo>
                    <a:pt x="0" y="0"/>
                  </a:moveTo>
                  <a:lnTo>
                    <a:pt x="0" y="803706"/>
                  </a:lnTo>
                  <a:lnTo>
                    <a:pt x="341261" y="831354"/>
                  </a:lnTo>
                  <a:lnTo>
                    <a:pt x="341261" y="86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7" name="object 211">
              <a:extLst>
                <a:ext uri="{FF2B5EF4-FFF2-40B4-BE49-F238E27FC236}">
                  <a16:creationId xmlns:a16="http://schemas.microsoft.com/office/drawing/2014/main" id="{42FB2D19-AE8D-4487-A2CF-BA5832530220}"/>
                </a:ext>
              </a:extLst>
            </p:cNvPr>
            <p:cNvGrpSpPr/>
            <p:nvPr/>
          </p:nvGrpSpPr>
          <p:grpSpPr>
            <a:xfrm>
              <a:off x="2623605" y="6422458"/>
              <a:ext cx="201295" cy="4269740"/>
              <a:chOff x="2623605" y="6422458"/>
              <a:chExt cx="201295" cy="4269740"/>
            </a:xfrm>
          </p:grpSpPr>
          <p:sp>
            <p:nvSpPr>
              <p:cNvPr id="237" name="object 212">
                <a:extLst>
                  <a:ext uri="{FF2B5EF4-FFF2-40B4-BE49-F238E27FC236}">
                    <a16:creationId xmlns:a16="http://schemas.microsoft.com/office/drawing/2014/main" id="{34B10580-E749-449B-BD98-B9C575C85716}"/>
                  </a:ext>
                </a:extLst>
              </p:cNvPr>
              <p:cNvSpPr/>
              <p:nvPr/>
            </p:nvSpPr>
            <p:spPr>
              <a:xfrm>
                <a:off x="2812783" y="6652018"/>
                <a:ext cx="12065" cy="4040504"/>
              </a:xfrm>
              <a:custGeom>
                <a:avLst/>
                <a:gdLst/>
                <a:ahLst/>
                <a:cxnLst/>
                <a:rect l="l" t="t" r="r" b="b"/>
                <a:pathLst>
                  <a:path w="12064" h="4040504">
                    <a:moveTo>
                      <a:pt x="11899" y="0"/>
                    </a:moveTo>
                    <a:lnTo>
                      <a:pt x="0" y="0"/>
                    </a:lnTo>
                    <a:lnTo>
                      <a:pt x="0" y="4039984"/>
                    </a:lnTo>
                    <a:lnTo>
                      <a:pt x="11899" y="4039984"/>
                    </a:lnTo>
                    <a:lnTo>
                      <a:pt x="11899" y="0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38" name="object 213">
                <a:extLst>
                  <a:ext uri="{FF2B5EF4-FFF2-40B4-BE49-F238E27FC236}">
                    <a16:creationId xmlns:a16="http://schemas.microsoft.com/office/drawing/2014/main" id="{89EDA9BD-4CB5-4280-9FC0-D8FA9C2022C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23605" y="6422458"/>
                <a:ext cx="198119" cy="229552"/>
              </a:xfrm>
              <a:prstGeom prst="rect">
                <a:avLst/>
              </a:prstGeom>
            </p:spPr>
          </p:pic>
        </p:grpSp>
        <p:sp>
          <p:nvSpPr>
            <p:cNvPr id="208" name="object 214">
              <a:extLst>
                <a:ext uri="{FF2B5EF4-FFF2-40B4-BE49-F238E27FC236}">
                  <a16:creationId xmlns:a16="http://schemas.microsoft.com/office/drawing/2014/main" id="{D413AE21-1BAD-455D-8E27-9E5613AD8D73}"/>
                </a:ext>
              </a:extLst>
            </p:cNvPr>
            <p:cNvSpPr/>
            <p:nvPr/>
          </p:nvSpPr>
          <p:spPr>
            <a:xfrm>
              <a:off x="6017346" y="5095386"/>
              <a:ext cx="146050" cy="5596890"/>
            </a:xfrm>
            <a:custGeom>
              <a:avLst/>
              <a:gdLst/>
              <a:ahLst/>
              <a:cxnLst/>
              <a:rect l="l" t="t" r="r" b="b"/>
              <a:pathLst>
                <a:path w="146050" h="5596890">
                  <a:moveTo>
                    <a:pt x="7835" y="0"/>
                  </a:moveTo>
                  <a:lnTo>
                    <a:pt x="0" y="2946"/>
                  </a:lnTo>
                  <a:lnTo>
                    <a:pt x="228" y="5596623"/>
                  </a:lnTo>
                  <a:lnTo>
                    <a:pt x="9156" y="5596623"/>
                  </a:lnTo>
                  <a:lnTo>
                    <a:pt x="8928" y="14782"/>
                  </a:lnTo>
                  <a:lnTo>
                    <a:pt x="136080" y="159016"/>
                  </a:lnTo>
                  <a:lnTo>
                    <a:pt x="136525" y="5596623"/>
                  </a:lnTo>
                  <a:lnTo>
                    <a:pt x="145453" y="5596623"/>
                  </a:lnTo>
                  <a:lnTo>
                    <a:pt x="144995" y="157314"/>
                  </a:lnTo>
                  <a:lnTo>
                    <a:pt x="143891" y="154343"/>
                  </a:lnTo>
                  <a:lnTo>
                    <a:pt x="783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15">
              <a:extLst>
                <a:ext uri="{FF2B5EF4-FFF2-40B4-BE49-F238E27FC236}">
                  <a16:creationId xmlns:a16="http://schemas.microsoft.com/office/drawing/2014/main" id="{8BEF1CC3-AC04-494E-81EF-5F811CCC0C82}"/>
                </a:ext>
              </a:extLst>
            </p:cNvPr>
            <p:cNvSpPr/>
            <p:nvPr/>
          </p:nvSpPr>
          <p:spPr>
            <a:xfrm>
              <a:off x="6877694" y="8772323"/>
              <a:ext cx="9525" cy="1920239"/>
            </a:xfrm>
            <a:custGeom>
              <a:avLst/>
              <a:gdLst/>
              <a:ahLst/>
              <a:cxnLst/>
              <a:rect l="l" t="t" r="r" b="b"/>
              <a:pathLst>
                <a:path w="9525" h="1920240">
                  <a:moveTo>
                    <a:pt x="8928" y="0"/>
                  </a:moveTo>
                  <a:lnTo>
                    <a:pt x="0" y="0"/>
                  </a:lnTo>
                  <a:lnTo>
                    <a:pt x="381" y="1919681"/>
                  </a:lnTo>
                  <a:lnTo>
                    <a:pt x="9309" y="1919681"/>
                  </a:lnTo>
                  <a:lnTo>
                    <a:pt x="892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6">
              <a:extLst>
                <a:ext uri="{FF2B5EF4-FFF2-40B4-BE49-F238E27FC236}">
                  <a16:creationId xmlns:a16="http://schemas.microsoft.com/office/drawing/2014/main" id="{CAEA8FC9-66F6-4B0A-B8CF-0D66CDCC4969}"/>
                </a:ext>
              </a:extLst>
            </p:cNvPr>
            <p:cNvSpPr/>
            <p:nvPr/>
          </p:nvSpPr>
          <p:spPr>
            <a:xfrm>
              <a:off x="6782847" y="5963805"/>
              <a:ext cx="104139" cy="1684655"/>
            </a:xfrm>
            <a:custGeom>
              <a:avLst/>
              <a:gdLst/>
              <a:ahLst/>
              <a:cxnLst/>
              <a:rect l="l" t="t" r="r" b="b"/>
              <a:pathLst>
                <a:path w="104140" h="1684654">
                  <a:moveTo>
                    <a:pt x="7823" y="0"/>
                  </a:moveTo>
                  <a:lnTo>
                    <a:pt x="0" y="2959"/>
                  </a:lnTo>
                  <a:lnTo>
                    <a:pt x="317" y="1613801"/>
                  </a:lnTo>
                  <a:lnTo>
                    <a:pt x="9245" y="1613801"/>
                  </a:lnTo>
                  <a:lnTo>
                    <a:pt x="8940" y="14782"/>
                  </a:lnTo>
                  <a:lnTo>
                    <a:pt x="94297" y="111632"/>
                  </a:lnTo>
                  <a:lnTo>
                    <a:pt x="94614" y="1684439"/>
                  </a:lnTo>
                  <a:lnTo>
                    <a:pt x="103543" y="1684439"/>
                  </a:lnTo>
                  <a:lnTo>
                    <a:pt x="103225" y="109931"/>
                  </a:lnTo>
                  <a:lnTo>
                    <a:pt x="102120" y="106972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7">
              <a:extLst>
                <a:ext uri="{FF2B5EF4-FFF2-40B4-BE49-F238E27FC236}">
                  <a16:creationId xmlns:a16="http://schemas.microsoft.com/office/drawing/2014/main" id="{0967C32E-086E-47C8-BC57-176605D117C2}"/>
                </a:ext>
              </a:extLst>
            </p:cNvPr>
            <p:cNvSpPr/>
            <p:nvPr/>
          </p:nvSpPr>
          <p:spPr>
            <a:xfrm>
              <a:off x="6783396" y="8727631"/>
              <a:ext cx="9525" cy="1964689"/>
            </a:xfrm>
            <a:custGeom>
              <a:avLst/>
              <a:gdLst/>
              <a:ahLst/>
              <a:cxnLst/>
              <a:rect l="l" t="t" r="r" b="b"/>
              <a:pathLst>
                <a:path w="9525" h="1964690">
                  <a:moveTo>
                    <a:pt x="8928" y="0"/>
                  </a:moveTo>
                  <a:lnTo>
                    <a:pt x="0" y="0"/>
                  </a:lnTo>
                  <a:lnTo>
                    <a:pt x="381" y="1964372"/>
                  </a:lnTo>
                  <a:lnTo>
                    <a:pt x="9309" y="1964372"/>
                  </a:lnTo>
                  <a:lnTo>
                    <a:pt x="892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8">
              <a:extLst>
                <a:ext uri="{FF2B5EF4-FFF2-40B4-BE49-F238E27FC236}">
                  <a16:creationId xmlns:a16="http://schemas.microsoft.com/office/drawing/2014/main" id="{628E1DEA-8445-4165-85C4-3F29BAD96497}"/>
                </a:ext>
              </a:extLst>
            </p:cNvPr>
            <p:cNvSpPr/>
            <p:nvPr/>
          </p:nvSpPr>
          <p:spPr>
            <a:xfrm>
              <a:off x="7373949" y="10178402"/>
              <a:ext cx="9525" cy="513715"/>
            </a:xfrm>
            <a:custGeom>
              <a:avLst/>
              <a:gdLst/>
              <a:ahLst/>
              <a:cxnLst/>
              <a:rect l="l" t="t" r="r" b="b"/>
              <a:pathLst>
                <a:path w="9525" h="513715">
                  <a:moveTo>
                    <a:pt x="8966" y="0"/>
                  </a:moveTo>
                  <a:lnTo>
                    <a:pt x="0" y="0"/>
                  </a:lnTo>
                  <a:lnTo>
                    <a:pt x="0" y="513600"/>
                  </a:lnTo>
                  <a:lnTo>
                    <a:pt x="8966" y="513600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9">
              <a:extLst>
                <a:ext uri="{FF2B5EF4-FFF2-40B4-BE49-F238E27FC236}">
                  <a16:creationId xmlns:a16="http://schemas.microsoft.com/office/drawing/2014/main" id="{E97212F6-1997-498B-B7CA-80F312B23B6F}"/>
                </a:ext>
              </a:extLst>
            </p:cNvPr>
            <p:cNvSpPr/>
            <p:nvPr/>
          </p:nvSpPr>
          <p:spPr>
            <a:xfrm>
              <a:off x="7303602" y="6554562"/>
              <a:ext cx="79375" cy="2936875"/>
            </a:xfrm>
            <a:custGeom>
              <a:avLst/>
              <a:gdLst/>
              <a:ahLst/>
              <a:cxnLst/>
              <a:rect l="l" t="t" r="r" b="b"/>
              <a:pathLst>
                <a:path w="79375" h="2936875">
                  <a:moveTo>
                    <a:pt x="7823" y="0"/>
                  </a:moveTo>
                  <a:lnTo>
                    <a:pt x="0" y="2959"/>
                  </a:lnTo>
                  <a:lnTo>
                    <a:pt x="495" y="2912808"/>
                  </a:lnTo>
                  <a:lnTo>
                    <a:pt x="9423" y="2912808"/>
                  </a:lnTo>
                  <a:lnTo>
                    <a:pt x="8928" y="14795"/>
                  </a:lnTo>
                  <a:lnTo>
                    <a:pt x="70357" y="84467"/>
                  </a:lnTo>
                  <a:lnTo>
                    <a:pt x="70357" y="2936506"/>
                  </a:lnTo>
                  <a:lnTo>
                    <a:pt x="79311" y="2936506"/>
                  </a:lnTo>
                  <a:lnTo>
                    <a:pt x="79311" y="82791"/>
                  </a:lnTo>
                  <a:lnTo>
                    <a:pt x="78193" y="79832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20">
              <a:extLst>
                <a:ext uri="{FF2B5EF4-FFF2-40B4-BE49-F238E27FC236}">
                  <a16:creationId xmlns:a16="http://schemas.microsoft.com/office/drawing/2014/main" id="{FA92D0B8-5B43-45C2-8C4C-493C6E2B3391}"/>
                </a:ext>
              </a:extLst>
            </p:cNvPr>
            <p:cNvSpPr/>
            <p:nvPr/>
          </p:nvSpPr>
          <p:spPr>
            <a:xfrm>
              <a:off x="7304227" y="10168108"/>
              <a:ext cx="9525" cy="524510"/>
            </a:xfrm>
            <a:custGeom>
              <a:avLst/>
              <a:gdLst/>
              <a:ahLst/>
              <a:cxnLst/>
              <a:rect l="l" t="t" r="r" b="b"/>
              <a:pathLst>
                <a:path w="9525" h="524509">
                  <a:moveTo>
                    <a:pt x="8928" y="0"/>
                  </a:moveTo>
                  <a:lnTo>
                    <a:pt x="0" y="0"/>
                  </a:lnTo>
                  <a:lnTo>
                    <a:pt x="76" y="523887"/>
                  </a:lnTo>
                  <a:lnTo>
                    <a:pt x="9017" y="523887"/>
                  </a:lnTo>
                  <a:lnTo>
                    <a:pt x="892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21">
              <a:extLst>
                <a:ext uri="{FF2B5EF4-FFF2-40B4-BE49-F238E27FC236}">
                  <a16:creationId xmlns:a16="http://schemas.microsoft.com/office/drawing/2014/main" id="{32DD0E18-DAD6-4749-B922-D5AD9DD4FE61}"/>
                </a:ext>
              </a:extLst>
            </p:cNvPr>
            <p:cNvSpPr/>
            <p:nvPr/>
          </p:nvSpPr>
          <p:spPr>
            <a:xfrm>
              <a:off x="5072079" y="4611300"/>
              <a:ext cx="9525" cy="6080760"/>
            </a:xfrm>
            <a:custGeom>
              <a:avLst/>
              <a:gdLst/>
              <a:ahLst/>
              <a:cxnLst/>
              <a:rect l="l" t="t" r="r" b="b"/>
              <a:pathLst>
                <a:path w="9525" h="6080759">
                  <a:moveTo>
                    <a:pt x="9334" y="0"/>
                  </a:moveTo>
                  <a:lnTo>
                    <a:pt x="406" y="0"/>
                  </a:lnTo>
                  <a:lnTo>
                    <a:pt x="0" y="6080709"/>
                  </a:lnTo>
                  <a:lnTo>
                    <a:pt x="8928" y="6080709"/>
                  </a:lnTo>
                  <a:lnTo>
                    <a:pt x="933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22">
              <a:extLst>
                <a:ext uri="{FF2B5EF4-FFF2-40B4-BE49-F238E27FC236}">
                  <a16:creationId xmlns:a16="http://schemas.microsoft.com/office/drawing/2014/main" id="{F8AB1A02-E7B7-44AF-9CEE-798F08A13DD6}"/>
                </a:ext>
              </a:extLst>
            </p:cNvPr>
            <p:cNvSpPr/>
            <p:nvPr/>
          </p:nvSpPr>
          <p:spPr>
            <a:xfrm>
              <a:off x="4854842" y="4390669"/>
              <a:ext cx="2705735" cy="6301740"/>
            </a:xfrm>
            <a:custGeom>
              <a:avLst/>
              <a:gdLst/>
              <a:ahLst/>
              <a:cxnLst/>
              <a:rect l="l" t="t" r="r" b="b"/>
              <a:pathLst>
                <a:path w="2705734" h="6301740">
                  <a:moveTo>
                    <a:pt x="1044600" y="1846224"/>
                  </a:moveTo>
                  <a:lnTo>
                    <a:pt x="1026680" y="1830463"/>
                  </a:lnTo>
                  <a:lnTo>
                    <a:pt x="1026680" y="1854314"/>
                  </a:lnTo>
                  <a:lnTo>
                    <a:pt x="1026680" y="3607231"/>
                  </a:lnTo>
                  <a:lnTo>
                    <a:pt x="354914" y="3250514"/>
                  </a:lnTo>
                  <a:lnTo>
                    <a:pt x="354914" y="1263129"/>
                  </a:lnTo>
                  <a:lnTo>
                    <a:pt x="1026680" y="1854314"/>
                  </a:lnTo>
                  <a:lnTo>
                    <a:pt x="1026680" y="1830463"/>
                  </a:lnTo>
                  <a:lnTo>
                    <a:pt x="382028" y="1263129"/>
                  </a:lnTo>
                  <a:lnTo>
                    <a:pt x="336994" y="1223505"/>
                  </a:lnTo>
                  <a:lnTo>
                    <a:pt x="336994" y="3261283"/>
                  </a:lnTo>
                  <a:lnTo>
                    <a:pt x="1044600" y="3637026"/>
                  </a:lnTo>
                  <a:lnTo>
                    <a:pt x="1044600" y="3607231"/>
                  </a:lnTo>
                  <a:lnTo>
                    <a:pt x="1044600" y="1846224"/>
                  </a:lnTo>
                  <a:close/>
                </a:path>
                <a:path w="2705734" h="6301740">
                  <a:moveTo>
                    <a:pt x="1795678" y="2154948"/>
                  </a:moveTo>
                  <a:lnTo>
                    <a:pt x="1789696" y="2149195"/>
                  </a:lnTo>
                  <a:lnTo>
                    <a:pt x="1789696" y="2157463"/>
                  </a:lnTo>
                  <a:lnTo>
                    <a:pt x="1789696" y="2521801"/>
                  </a:lnTo>
                  <a:lnTo>
                    <a:pt x="1454404" y="2227656"/>
                  </a:lnTo>
                  <a:lnTo>
                    <a:pt x="1454404" y="1834426"/>
                  </a:lnTo>
                  <a:lnTo>
                    <a:pt x="1789696" y="2157463"/>
                  </a:lnTo>
                  <a:lnTo>
                    <a:pt x="1789696" y="2149195"/>
                  </a:lnTo>
                  <a:lnTo>
                    <a:pt x="1463001" y="1834426"/>
                  </a:lnTo>
                  <a:lnTo>
                    <a:pt x="1448435" y="1820392"/>
                  </a:lnTo>
                  <a:lnTo>
                    <a:pt x="1448435" y="2230336"/>
                  </a:lnTo>
                  <a:lnTo>
                    <a:pt x="1795678" y="2534958"/>
                  </a:lnTo>
                  <a:lnTo>
                    <a:pt x="1795678" y="2521801"/>
                  </a:lnTo>
                  <a:lnTo>
                    <a:pt x="1795678" y="2154948"/>
                  </a:lnTo>
                  <a:close/>
                </a:path>
                <a:path w="2705734" h="6301740">
                  <a:moveTo>
                    <a:pt x="1796275" y="5220436"/>
                  </a:moveTo>
                  <a:lnTo>
                    <a:pt x="1789099" y="5218620"/>
                  </a:lnTo>
                  <a:lnTo>
                    <a:pt x="1789099" y="5225999"/>
                  </a:lnTo>
                  <a:lnTo>
                    <a:pt x="1789099" y="5964212"/>
                  </a:lnTo>
                  <a:lnTo>
                    <a:pt x="1455013" y="5937148"/>
                  </a:lnTo>
                  <a:lnTo>
                    <a:pt x="1455013" y="5141328"/>
                  </a:lnTo>
                  <a:lnTo>
                    <a:pt x="1789099" y="5225999"/>
                  </a:lnTo>
                  <a:lnTo>
                    <a:pt x="1789099" y="5218620"/>
                  </a:lnTo>
                  <a:lnTo>
                    <a:pt x="1484096" y="5141328"/>
                  </a:lnTo>
                  <a:lnTo>
                    <a:pt x="1447825" y="5132121"/>
                  </a:lnTo>
                  <a:lnTo>
                    <a:pt x="1447825" y="5943752"/>
                  </a:lnTo>
                  <a:lnTo>
                    <a:pt x="1796275" y="5971972"/>
                  </a:lnTo>
                  <a:lnTo>
                    <a:pt x="1796275" y="5964212"/>
                  </a:lnTo>
                  <a:lnTo>
                    <a:pt x="1796275" y="5220436"/>
                  </a:lnTo>
                  <a:close/>
                </a:path>
                <a:path w="2705734" h="6301740">
                  <a:moveTo>
                    <a:pt x="2339733" y="3484359"/>
                  </a:moveTo>
                  <a:lnTo>
                    <a:pt x="2327783" y="3475418"/>
                  </a:lnTo>
                  <a:lnTo>
                    <a:pt x="2327783" y="3490277"/>
                  </a:lnTo>
                  <a:lnTo>
                    <a:pt x="2327783" y="4517491"/>
                  </a:lnTo>
                  <a:lnTo>
                    <a:pt x="1453845" y="4103230"/>
                  </a:lnTo>
                  <a:lnTo>
                    <a:pt x="1453845" y="2835592"/>
                  </a:lnTo>
                  <a:lnTo>
                    <a:pt x="2327783" y="3490277"/>
                  </a:lnTo>
                  <a:lnTo>
                    <a:pt x="2327783" y="3475418"/>
                  </a:lnTo>
                  <a:lnTo>
                    <a:pt x="1473682" y="2835592"/>
                  </a:lnTo>
                  <a:lnTo>
                    <a:pt x="1441907" y="2811767"/>
                  </a:lnTo>
                  <a:lnTo>
                    <a:pt x="1441907" y="4110774"/>
                  </a:lnTo>
                  <a:lnTo>
                    <a:pt x="2339733" y="4536338"/>
                  </a:lnTo>
                  <a:lnTo>
                    <a:pt x="2339733" y="4517491"/>
                  </a:lnTo>
                  <a:lnTo>
                    <a:pt x="2339733" y="3484359"/>
                  </a:lnTo>
                  <a:close/>
                </a:path>
                <a:path w="2705734" h="6301740">
                  <a:moveTo>
                    <a:pt x="2705150" y="6195390"/>
                  </a:moveTo>
                  <a:lnTo>
                    <a:pt x="17919" y="6100534"/>
                  </a:lnTo>
                  <a:lnTo>
                    <a:pt x="17919" y="0"/>
                  </a:lnTo>
                  <a:lnTo>
                    <a:pt x="0" y="0"/>
                  </a:lnTo>
                  <a:lnTo>
                    <a:pt x="0" y="6301333"/>
                  </a:lnTo>
                  <a:lnTo>
                    <a:pt x="17919" y="6301333"/>
                  </a:lnTo>
                  <a:lnTo>
                    <a:pt x="17919" y="6106515"/>
                  </a:lnTo>
                  <a:lnTo>
                    <a:pt x="2705150" y="6201359"/>
                  </a:lnTo>
                  <a:lnTo>
                    <a:pt x="2705150" y="619539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17" name="object 223">
              <a:extLst>
                <a:ext uri="{FF2B5EF4-FFF2-40B4-BE49-F238E27FC236}">
                  <a16:creationId xmlns:a16="http://schemas.microsoft.com/office/drawing/2014/main" id="{89C43D46-46C8-4647-9A76-F72B0BF2F4CA}"/>
                </a:ext>
              </a:extLst>
            </p:cNvPr>
            <p:cNvGrpSpPr/>
            <p:nvPr/>
          </p:nvGrpSpPr>
          <p:grpSpPr>
            <a:xfrm>
              <a:off x="33489" y="9131309"/>
              <a:ext cx="6675120" cy="1270635"/>
              <a:chOff x="33489" y="9131309"/>
              <a:chExt cx="6675120" cy="1270635"/>
            </a:xfrm>
          </p:grpSpPr>
          <p:sp>
            <p:nvSpPr>
              <p:cNvPr id="235" name="object 224">
                <a:extLst>
                  <a:ext uri="{FF2B5EF4-FFF2-40B4-BE49-F238E27FC236}">
                    <a16:creationId xmlns:a16="http://schemas.microsoft.com/office/drawing/2014/main" id="{4C873390-357E-479B-97E7-9CBA59743D9E}"/>
                  </a:ext>
                </a:extLst>
              </p:cNvPr>
              <p:cNvSpPr/>
              <p:nvPr/>
            </p:nvSpPr>
            <p:spPr>
              <a:xfrm>
                <a:off x="33489" y="9481375"/>
                <a:ext cx="4824095" cy="920115"/>
              </a:xfrm>
              <a:custGeom>
                <a:avLst/>
                <a:gdLst/>
                <a:ahLst/>
                <a:cxnLst/>
                <a:rect l="l" t="t" r="r" b="b"/>
                <a:pathLst>
                  <a:path w="4824095" h="920115">
                    <a:moveTo>
                      <a:pt x="26035" y="915365"/>
                    </a:moveTo>
                    <a:lnTo>
                      <a:pt x="24574" y="907592"/>
                    </a:lnTo>
                    <a:lnTo>
                      <a:pt x="0" y="912228"/>
                    </a:lnTo>
                    <a:lnTo>
                      <a:pt x="1473" y="920013"/>
                    </a:lnTo>
                    <a:lnTo>
                      <a:pt x="26035" y="915365"/>
                    </a:lnTo>
                    <a:close/>
                  </a:path>
                  <a:path w="4824095" h="920115">
                    <a:moveTo>
                      <a:pt x="94589" y="902411"/>
                    </a:moveTo>
                    <a:lnTo>
                      <a:pt x="93129" y="894626"/>
                    </a:lnTo>
                    <a:lnTo>
                      <a:pt x="68541" y="899274"/>
                    </a:lnTo>
                    <a:lnTo>
                      <a:pt x="70002" y="907046"/>
                    </a:lnTo>
                    <a:lnTo>
                      <a:pt x="94589" y="902411"/>
                    </a:lnTo>
                    <a:close/>
                  </a:path>
                  <a:path w="4824095" h="920115">
                    <a:moveTo>
                      <a:pt x="163118" y="889444"/>
                    </a:moveTo>
                    <a:lnTo>
                      <a:pt x="161658" y="881659"/>
                    </a:lnTo>
                    <a:lnTo>
                      <a:pt x="137083" y="886294"/>
                    </a:lnTo>
                    <a:lnTo>
                      <a:pt x="138557" y="894080"/>
                    </a:lnTo>
                    <a:lnTo>
                      <a:pt x="163118" y="889444"/>
                    </a:lnTo>
                    <a:close/>
                  </a:path>
                  <a:path w="4824095" h="920115">
                    <a:moveTo>
                      <a:pt x="231660" y="876465"/>
                    </a:moveTo>
                    <a:lnTo>
                      <a:pt x="230187" y="868692"/>
                    </a:lnTo>
                    <a:lnTo>
                      <a:pt x="205625" y="873328"/>
                    </a:lnTo>
                    <a:lnTo>
                      <a:pt x="207086" y="881113"/>
                    </a:lnTo>
                    <a:lnTo>
                      <a:pt x="231660" y="876465"/>
                    </a:lnTo>
                    <a:close/>
                  </a:path>
                  <a:path w="4824095" h="920115">
                    <a:moveTo>
                      <a:pt x="300215" y="863511"/>
                    </a:moveTo>
                    <a:lnTo>
                      <a:pt x="298754" y="855726"/>
                    </a:lnTo>
                    <a:lnTo>
                      <a:pt x="274180" y="860374"/>
                    </a:lnTo>
                    <a:lnTo>
                      <a:pt x="275653" y="868146"/>
                    </a:lnTo>
                    <a:lnTo>
                      <a:pt x="300215" y="863511"/>
                    </a:lnTo>
                    <a:close/>
                  </a:path>
                  <a:path w="4824095" h="920115">
                    <a:moveTo>
                      <a:pt x="368744" y="850531"/>
                    </a:moveTo>
                    <a:lnTo>
                      <a:pt x="367284" y="842759"/>
                    </a:lnTo>
                    <a:lnTo>
                      <a:pt x="342709" y="847394"/>
                    </a:lnTo>
                    <a:lnTo>
                      <a:pt x="344182" y="855179"/>
                    </a:lnTo>
                    <a:lnTo>
                      <a:pt x="368744" y="850531"/>
                    </a:lnTo>
                    <a:close/>
                  </a:path>
                  <a:path w="4824095" h="920115">
                    <a:moveTo>
                      <a:pt x="437299" y="837577"/>
                    </a:moveTo>
                    <a:lnTo>
                      <a:pt x="435825" y="829805"/>
                    </a:lnTo>
                    <a:lnTo>
                      <a:pt x="411251" y="834440"/>
                    </a:lnTo>
                    <a:lnTo>
                      <a:pt x="412711" y="842225"/>
                    </a:lnTo>
                    <a:lnTo>
                      <a:pt x="437299" y="837577"/>
                    </a:lnTo>
                    <a:close/>
                  </a:path>
                  <a:path w="4824095" h="920115">
                    <a:moveTo>
                      <a:pt x="505841" y="824598"/>
                    </a:moveTo>
                    <a:lnTo>
                      <a:pt x="504380" y="816825"/>
                    </a:lnTo>
                    <a:lnTo>
                      <a:pt x="479806" y="821461"/>
                    </a:lnTo>
                    <a:lnTo>
                      <a:pt x="481279" y="829246"/>
                    </a:lnTo>
                    <a:lnTo>
                      <a:pt x="505841" y="824598"/>
                    </a:lnTo>
                    <a:close/>
                  </a:path>
                  <a:path w="4824095" h="920115">
                    <a:moveTo>
                      <a:pt x="574370" y="811644"/>
                    </a:moveTo>
                    <a:lnTo>
                      <a:pt x="572922" y="803871"/>
                    </a:lnTo>
                    <a:lnTo>
                      <a:pt x="548335" y="808507"/>
                    </a:lnTo>
                    <a:lnTo>
                      <a:pt x="549808" y="816292"/>
                    </a:lnTo>
                    <a:lnTo>
                      <a:pt x="574370" y="811644"/>
                    </a:lnTo>
                    <a:close/>
                  </a:path>
                  <a:path w="4824095" h="920115">
                    <a:moveTo>
                      <a:pt x="642924" y="798677"/>
                    </a:moveTo>
                    <a:lnTo>
                      <a:pt x="641451" y="790892"/>
                    </a:lnTo>
                    <a:lnTo>
                      <a:pt x="616889" y="795540"/>
                    </a:lnTo>
                    <a:lnTo>
                      <a:pt x="618363" y="803313"/>
                    </a:lnTo>
                    <a:lnTo>
                      <a:pt x="642924" y="798677"/>
                    </a:lnTo>
                    <a:close/>
                  </a:path>
                  <a:path w="4824095" h="920115">
                    <a:moveTo>
                      <a:pt x="711466" y="785710"/>
                    </a:moveTo>
                    <a:lnTo>
                      <a:pt x="710006" y="777925"/>
                    </a:lnTo>
                    <a:lnTo>
                      <a:pt x="685431" y="782574"/>
                    </a:lnTo>
                    <a:lnTo>
                      <a:pt x="686904" y="790346"/>
                    </a:lnTo>
                    <a:lnTo>
                      <a:pt x="711466" y="785710"/>
                    </a:lnTo>
                    <a:close/>
                  </a:path>
                  <a:path w="4824095" h="920115">
                    <a:moveTo>
                      <a:pt x="780008" y="772744"/>
                    </a:moveTo>
                    <a:lnTo>
                      <a:pt x="778548" y="764971"/>
                    </a:lnTo>
                    <a:lnTo>
                      <a:pt x="753973" y="769620"/>
                    </a:lnTo>
                    <a:lnTo>
                      <a:pt x="755446" y="777392"/>
                    </a:lnTo>
                    <a:lnTo>
                      <a:pt x="780008" y="772744"/>
                    </a:lnTo>
                    <a:close/>
                  </a:path>
                  <a:path w="4824095" h="920115">
                    <a:moveTo>
                      <a:pt x="848550" y="759777"/>
                    </a:moveTo>
                    <a:lnTo>
                      <a:pt x="847077" y="751992"/>
                    </a:lnTo>
                    <a:lnTo>
                      <a:pt x="822502" y="756640"/>
                    </a:lnTo>
                    <a:lnTo>
                      <a:pt x="823988" y="764413"/>
                    </a:lnTo>
                    <a:lnTo>
                      <a:pt x="848550" y="759777"/>
                    </a:lnTo>
                    <a:close/>
                  </a:path>
                  <a:path w="4824095" h="920115">
                    <a:moveTo>
                      <a:pt x="917105" y="746823"/>
                    </a:moveTo>
                    <a:lnTo>
                      <a:pt x="915644" y="739038"/>
                    </a:lnTo>
                    <a:lnTo>
                      <a:pt x="891070" y="743686"/>
                    </a:lnTo>
                    <a:lnTo>
                      <a:pt x="892543" y="751459"/>
                    </a:lnTo>
                    <a:lnTo>
                      <a:pt x="917105" y="746823"/>
                    </a:lnTo>
                    <a:close/>
                  </a:path>
                  <a:path w="4824095" h="920115">
                    <a:moveTo>
                      <a:pt x="985647" y="733844"/>
                    </a:moveTo>
                    <a:lnTo>
                      <a:pt x="984173" y="726071"/>
                    </a:lnTo>
                    <a:lnTo>
                      <a:pt x="959599" y="730719"/>
                    </a:lnTo>
                    <a:lnTo>
                      <a:pt x="961072" y="738492"/>
                    </a:lnTo>
                    <a:lnTo>
                      <a:pt x="985647" y="733844"/>
                    </a:lnTo>
                    <a:close/>
                  </a:path>
                  <a:path w="4824095" h="920115">
                    <a:moveTo>
                      <a:pt x="1054188" y="720890"/>
                    </a:moveTo>
                    <a:lnTo>
                      <a:pt x="1052715" y="713105"/>
                    </a:lnTo>
                    <a:lnTo>
                      <a:pt x="1028153" y="717765"/>
                    </a:lnTo>
                    <a:lnTo>
                      <a:pt x="1029614" y="725525"/>
                    </a:lnTo>
                    <a:lnTo>
                      <a:pt x="1054188" y="720890"/>
                    </a:lnTo>
                    <a:close/>
                  </a:path>
                  <a:path w="4824095" h="920115">
                    <a:moveTo>
                      <a:pt x="1122730" y="707923"/>
                    </a:moveTo>
                    <a:lnTo>
                      <a:pt x="1121270" y="700138"/>
                    </a:lnTo>
                    <a:lnTo>
                      <a:pt x="1096695" y="704786"/>
                    </a:lnTo>
                    <a:lnTo>
                      <a:pt x="1098169" y="712558"/>
                    </a:lnTo>
                    <a:lnTo>
                      <a:pt x="1122730" y="707923"/>
                    </a:lnTo>
                    <a:close/>
                  </a:path>
                  <a:path w="4824095" h="920115">
                    <a:moveTo>
                      <a:pt x="1191285" y="694944"/>
                    </a:moveTo>
                    <a:lnTo>
                      <a:pt x="1189812" y="687158"/>
                    </a:lnTo>
                    <a:lnTo>
                      <a:pt x="1165225" y="691819"/>
                    </a:lnTo>
                    <a:lnTo>
                      <a:pt x="1166710" y="699592"/>
                    </a:lnTo>
                    <a:lnTo>
                      <a:pt x="1191285" y="694944"/>
                    </a:lnTo>
                    <a:close/>
                  </a:path>
                  <a:path w="4824095" h="920115">
                    <a:moveTo>
                      <a:pt x="1259814" y="681990"/>
                    </a:moveTo>
                    <a:lnTo>
                      <a:pt x="1258341" y="674204"/>
                    </a:lnTo>
                    <a:lnTo>
                      <a:pt x="1233779" y="678853"/>
                    </a:lnTo>
                    <a:lnTo>
                      <a:pt x="1235240" y="686625"/>
                    </a:lnTo>
                    <a:lnTo>
                      <a:pt x="1259814" y="681990"/>
                    </a:lnTo>
                    <a:close/>
                  </a:path>
                  <a:path w="4824095" h="920115">
                    <a:moveTo>
                      <a:pt x="1328356" y="669010"/>
                    </a:moveTo>
                    <a:lnTo>
                      <a:pt x="1326896" y="661238"/>
                    </a:lnTo>
                    <a:lnTo>
                      <a:pt x="1302321" y="665886"/>
                    </a:lnTo>
                    <a:lnTo>
                      <a:pt x="1303794" y="673658"/>
                    </a:lnTo>
                    <a:lnTo>
                      <a:pt x="1328356" y="669010"/>
                    </a:lnTo>
                    <a:close/>
                  </a:path>
                  <a:path w="4824095" h="920115">
                    <a:moveTo>
                      <a:pt x="1396898" y="656056"/>
                    </a:moveTo>
                    <a:lnTo>
                      <a:pt x="1395437" y="648271"/>
                    </a:lnTo>
                    <a:lnTo>
                      <a:pt x="1370850" y="652932"/>
                    </a:lnTo>
                    <a:lnTo>
                      <a:pt x="1372336" y="660692"/>
                    </a:lnTo>
                    <a:lnTo>
                      <a:pt x="1396898" y="656056"/>
                    </a:lnTo>
                    <a:close/>
                  </a:path>
                  <a:path w="4824095" h="920115">
                    <a:moveTo>
                      <a:pt x="1465440" y="643089"/>
                    </a:moveTo>
                    <a:lnTo>
                      <a:pt x="1463979" y="635304"/>
                    </a:lnTo>
                    <a:lnTo>
                      <a:pt x="1439405" y="639965"/>
                    </a:lnTo>
                    <a:lnTo>
                      <a:pt x="1440878" y="647725"/>
                    </a:lnTo>
                    <a:lnTo>
                      <a:pt x="1465440" y="643089"/>
                    </a:lnTo>
                    <a:close/>
                  </a:path>
                  <a:path w="4824095" h="920115">
                    <a:moveTo>
                      <a:pt x="1533994" y="630123"/>
                    </a:moveTo>
                    <a:lnTo>
                      <a:pt x="1532534" y="622350"/>
                    </a:lnTo>
                    <a:lnTo>
                      <a:pt x="1507947" y="626999"/>
                    </a:lnTo>
                    <a:lnTo>
                      <a:pt x="1509433" y="634771"/>
                    </a:lnTo>
                    <a:lnTo>
                      <a:pt x="1533994" y="630123"/>
                    </a:lnTo>
                    <a:close/>
                  </a:path>
                  <a:path w="4824095" h="920115">
                    <a:moveTo>
                      <a:pt x="1602536" y="617156"/>
                    </a:moveTo>
                    <a:lnTo>
                      <a:pt x="1601076" y="609384"/>
                    </a:lnTo>
                    <a:lnTo>
                      <a:pt x="1576501" y="614032"/>
                    </a:lnTo>
                    <a:lnTo>
                      <a:pt x="1577962" y="621792"/>
                    </a:lnTo>
                    <a:lnTo>
                      <a:pt x="1602536" y="617156"/>
                    </a:lnTo>
                    <a:close/>
                  </a:path>
                  <a:path w="4824095" h="920115">
                    <a:moveTo>
                      <a:pt x="1671078" y="604189"/>
                    </a:moveTo>
                    <a:lnTo>
                      <a:pt x="1669605" y="596417"/>
                    </a:lnTo>
                    <a:lnTo>
                      <a:pt x="1645031" y="601065"/>
                    </a:lnTo>
                    <a:lnTo>
                      <a:pt x="1646504" y="608838"/>
                    </a:lnTo>
                    <a:lnTo>
                      <a:pt x="1671078" y="604189"/>
                    </a:lnTo>
                    <a:close/>
                  </a:path>
                  <a:path w="4824095" h="920115">
                    <a:moveTo>
                      <a:pt x="1739620" y="591223"/>
                    </a:moveTo>
                    <a:lnTo>
                      <a:pt x="1738160" y="583463"/>
                    </a:lnTo>
                    <a:lnTo>
                      <a:pt x="1713585" y="588098"/>
                    </a:lnTo>
                    <a:lnTo>
                      <a:pt x="1715058" y="595884"/>
                    </a:lnTo>
                    <a:lnTo>
                      <a:pt x="1739620" y="591223"/>
                    </a:lnTo>
                    <a:close/>
                  </a:path>
                  <a:path w="4824095" h="920115">
                    <a:moveTo>
                      <a:pt x="1808175" y="578269"/>
                    </a:moveTo>
                    <a:lnTo>
                      <a:pt x="1806702" y="570471"/>
                    </a:lnTo>
                    <a:lnTo>
                      <a:pt x="1782140" y="575132"/>
                    </a:lnTo>
                    <a:lnTo>
                      <a:pt x="1783600" y="582904"/>
                    </a:lnTo>
                    <a:lnTo>
                      <a:pt x="1808175" y="578269"/>
                    </a:lnTo>
                    <a:close/>
                  </a:path>
                  <a:path w="4824095" h="920115">
                    <a:moveTo>
                      <a:pt x="1876704" y="565302"/>
                    </a:moveTo>
                    <a:lnTo>
                      <a:pt x="1875231" y="557517"/>
                    </a:lnTo>
                    <a:lnTo>
                      <a:pt x="1850669" y="562165"/>
                    </a:lnTo>
                    <a:lnTo>
                      <a:pt x="1852129" y="569950"/>
                    </a:lnTo>
                    <a:lnTo>
                      <a:pt x="1876704" y="565302"/>
                    </a:lnTo>
                    <a:close/>
                  </a:path>
                  <a:path w="4824095" h="920115">
                    <a:moveTo>
                      <a:pt x="1945271" y="552335"/>
                    </a:moveTo>
                    <a:lnTo>
                      <a:pt x="1943798" y="544563"/>
                    </a:lnTo>
                    <a:lnTo>
                      <a:pt x="1919211" y="549198"/>
                    </a:lnTo>
                    <a:lnTo>
                      <a:pt x="1920684" y="556983"/>
                    </a:lnTo>
                    <a:lnTo>
                      <a:pt x="1945271" y="552335"/>
                    </a:lnTo>
                    <a:close/>
                  </a:path>
                  <a:path w="4824095" h="920115">
                    <a:moveTo>
                      <a:pt x="2013800" y="539381"/>
                    </a:moveTo>
                    <a:lnTo>
                      <a:pt x="2012327" y="531596"/>
                    </a:lnTo>
                    <a:lnTo>
                      <a:pt x="1987765" y="536244"/>
                    </a:lnTo>
                    <a:lnTo>
                      <a:pt x="1989226" y="544017"/>
                    </a:lnTo>
                    <a:lnTo>
                      <a:pt x="2013800" y="539381"/>
                    </a:lnTo>
                    <a:close/>
                  </a:path>
                  <a:path w="4824095" h="920115">
                    <a:moveTo>
                      <a:pt x="2082330" y="526389"/>
                    </a:moveTo>
                    <a:lnTo>
                      <a:pt x="2080856" y="518629"/>
                    </a:lnTo>
                    <a:lnTo>
                      <a:pt x="2056295" y="523265"/>
                    </a:lnTo>
                    <a:lnTo>
                      <a:pt x="2057755" y="531050"/>
                    </a:lnTo>
                    <a:lnTo>
                      <a:pt x="2082330" y="526389"/>
                    </a:lnTo>
                    <a:close/>
                  </a:path>
                  <a:path w="4824095" h="920115">
                    <a:moveTo>
                      <a:pt x="2150872" y="513448"/>
                    </a:moveTo>
                    <a:lnTo>
                      <a:pt x="2149411" y="505675"/>
                    </a:lnTo>
                    <a:lnTo>
                      <a:pt x="2124837" y="510311"/>
                    </a:lnTo>
                    <a:lnTo>
                      <a:pt x="2126310" y="518096"/>
                    </a:lnTo>
                    <a:lnTo>
                      <a:pt x="2150872" y="513448"/>
                    </a:lnTo>
                    <a:close/>
                  </a:path>
                  <a:path w="4824095" h="920115">
                    <a:moveTo>
                      <a:pt x="2219426" y="500481"/>
                    </a:moveTo>
                    <a:lnTo>
                      <a:pt x="2217966" y="492696"/>
                    </a:lnTo>
                    <a:lnTo>
                      <a:pt x="2193391" y="497344"/>
                    </a:lnTo>
                    <a:lnTo>
                      <a:pt x="2194852" y="505117"/>
                    </a:lnTo>
                    <a:lnTo>
                      <a:pt x="2219426" y="500481"/>
                    </a:lnTo>
                    <a:close/>
                  </a:path>
                  <a:path w="4824095" h="920115">
                    <a:moveTo>
                      <a:pt x="2287955" y="487502"/>
                    </a:moveTo>
                    <a:lnTo>
                      <a:pt x="2286495" y="479729"/>
                    </a:lnTo>
                    <a:lnTo>
                      <a:pt x="2261920" y="484365"/>
                    </a:lnTo>
                    <a:lnTo>
                      <a:pt x="2263394" y="492150"/>
                    </a:lnTo>
                    <a:lnTo>
                      <a:pt x="2287955" y="487502"/>
                    </a:lnTo>
                    <a:close/>
                  </a:path>
                  <a:path w="4824095" h="920115">
                    <a:moveTo>
                      <a:pt x="2356497" y="474548"/>
                    </a:moveTo>
                    <a:lnTo>
                      <a:pt x="2355050" y="466775"/>
                    </a:lnTo>
                    <a:lnTo>
                      <a:pt x="2330462" y="471411"/>
                    </a:lnTo>
                    <a:lnTo>
                      <a:pt x="2331936" y="479196"/>
                    </a:lnTo>
                    <a:lnTo>
                      <a:pt x="2356497" y="474548"/>
                    </a:lnTo>
                    <a:close/>
                  </a:path>
                  <a:path w="4824095" h="920115">
                    <a:moveTo>
                      <a:pt x="2425065" y="461568"/>
                    </a:moveTo>
                    <a:lnTo>
                      <a:pt x="2423591" y="453796"/>
                    </a:lnTo>
                    <a:lnTo>
                      <a:pt x="2399017" y="458431"/>
                    </a:lnTo>
                    <a:lnTo>
                      <a:pt x="2400490" y="466217"/>
                    </a:lnTo>
                    <a:lnTo>
                      <a:pt x="2425065" y="461568"/>
                    </a:lnTo>
                    <a:close/>
                  </a:path>
                  <a:path w="4824095" h="920115">
                    <a:moveTo>
                      <a:pt x="2493607" y="448614"/>
                    </a:moveTo>
                    <a:lnTo>
                      <a:pt x="2492121" y="440842"/>
                    </a:lnTo>
                    <a:lnTo>
                      <a:pt x="2467559" y="445477"/>
                    </a:lnTo>
                    <a:lnTo>
                      <a:pt x="2469019" y="453263"/>
                    </a:lnTo>
                    <a:lnTo>
                      <a:pt x="2493607" y="448614"/>
                    </a:lnTo>
                    <a:close/>
                  </a:path>
                  <a:path w="4824095" h="920115">
                    <a:moveTo>
                      <a:pt x="2562136" y="435648"/>
                    </a:moveTo>
                    <a:lnTo>
                      <a:pt x="2560675" y="427863"/>
                    </a:lnTo>
                    <a:lnTo>
                      <a:pt x="2536088" y="432511"/>
                    </a:lnTo>
                    <a:lnTo>
                      <a:pt x="2537574" y="440283"/>
                    </a:lnTo>
                    <a:lnTo>
                      <a:pt x="2562136" y="435648"/>
                    </a:lnTo>
                    <a:close/>
                  </a:path>
                  <a:path w="4824095" h="920115">
                    <a:moveTo>
                      <a:pt x="2630690" y="422681"/>
                    </a:moveTo>
                    <a:lnTo>
                      <a:pt x="2629217" y="414909"/>
                    </a:lnTo>
                    <a:lnTo>
                      <a:pt x="2604655" y="419544"/>
                    </a:lnTo>
                    <a:lnTo>
                      <a:pt x="2606116" y="427329"/>
                    </a:lnTo>
                    <a:lnTo>
                      <a:pt x="2630690" y="422681"/>
                    </a:lnTo>
                    <a:close/>
                  </a:path>
                  <a:path w="4824095" h="920115">
                    <a:moveTo>
                      <a:pt x="2699232" y="409714"/>
                    </a:moveTo>
                    <a:lnTo>
                      <a:pt x="2697772" y="401942"/>
                    </a:lnTo>
                    <a:lnTo>
                      <a:pt x="2673185" y="406577"/>
                    </a:lnTo>
                    <a:lnTo>
                      <a:pt x="2674670" y="414362"/>
                    </a:lnTo>
                    <a:lnTo>
                      <a:pt x="2699232" y="409714"/>
                    </a:lnTo>
                    <a:close/>
                  </a:path>
                  <a:path w="4824095" h="920115">
                    <a:moveTo>
                      <a:pt x="2767761" y="396760"/>
                    </a:moveTo>
                    <a:lnTo>
                      <a:pt x="2766301" y="388975"/>
                    </a:lnTo>
                    <a:lnTo>
                      <a:pt x="2741726" y="393623"/>
                    </a:lnTo>
                    <a:lnTo>
                      <a:pt x="2743200" y="401396"/>
                    </a:lnTo>
                    <a:lnTo>
                      <a:pt x="2767761" y="396760"/>
                    </a:lnTo>
                    <a:close/>
                  </a:path>
                  <a:path w="4824095" h="920115">
                    <a:moveTo>
                      <a:pt x="2836316" y="383794"/>
                    </a:moveTo>
                    <a:lnTo>
                      <a:pt x="2834843" y="376008"/>
                    </a:lnTo>
                    <a:lnTo>
                      <a:pt x="2810268" y="380657"/>
                    </a:lnTo>
                    <a:lnTo>
                      <a:pt x="2811742" y="388429"/>
                    </a:lnTo>
                    <a:lnTo>
                      <a:pt x="2836316" y="383794"/>
                    </a:lnTo>
                    <a:close/>
                  </a:path>
                  <a:path w="4824095" h="920115">
                    <a:moveTo>
                      <a:pt x="2904845" y="370814"/>
                    </a:moveTo>
                    <a:lnTo>
                      <a:pt x="2903385" y="363042"/>
                    </a:lnTo>
                    <a:lnTo>
                      <a:pt x="2878810" y="367677"/>
                    </a:lnTo>
                    <a:lnTo>
                      <a:pt x="2880283" y="375462"/>
                    </a:lnTo>
                    <a:lnTo>
                      <a:pt x="2904845" y="370814"/>
                    </a:lnTo>
                    <a:close/>
                  </a:path>
                  <a:path w="4824095" h="920115">
                    <a:moveTo>
                      <a:pt x="2973387" y="357847"/>
                    </a:moveTo>
                    <a:lnTo>
                      <a:pt x="2971927" y="350075"/>
                    </a:lnTo>
                    <a:lnTo>
                      <a:pt x="2947352" y="354711"/>
                    </a:lnTo>
                    <a:lnTo>
                      <a:pt x="2948825" y="362496"/>
                    </a:lnTo>
                    <a:lnTo>
                      <a:pt x="2973387" y="357847"/>
                    </a:lnTo>
                    <a:close/>
                  </a:path>
                  <a:path w="4824095" h="920115">
                    <a:moveTo>
                      <a:pt x="3041954" y="344881"/>
                    </a:moveTo>
                    <a:lnTo>
                      <a:pt x="3040481" y="337108"/>
                    </a:lnTo>
                    <a:lnTo>
                      <a:pt x="3015907" y="341744"/>
                    </a:lnTo>
                    <a:lnTo>
                      <a:pt x="3017380" y="349529"/>
                    </a:lnTo>
                    <a:lnTo>
                      <a:pt x="3041954" y="344881"/>
                    </a:lnTo>
                    <a:close/>
                  </a:path>
                  <a:path w="4824095" h="920115">
                    <a:moveTo>
                      <a:pt x="3110484" y="331927"/>
                    </a:moveTo>
                    <a:lnTo>
                      <a:pt x="3109023" y="324142"/>
                    </a:lnTo>
                    <a:lnTo>
                      <a:pt x="3084449" y="328803"/>
                    </a:lnTo>
                    <a:lnTo>
                      <a:pt x="3085909" y="336575"/>
                    </a:lnTo>
                    <a:lnTo>
                      <a:pt x="3110484" y="331927"/>
                    </a:lnTo>
                    <a:close/>
                  </a:path>
                  <a:path w="4824095" h="920115">
                    <a:moveTo>
                      <a:pt x="3179026" y="318960"/>
                    </a:moveTo>
                    <a:lnTo>
                      <a:pt x="3177565" y="311175"/>
                    </a:lnTo>
                    <a:lnTo>
                      <a:pt x="3152991" y="315823"/>
                    </a:lnTo>
                    <a:lnTo>
                      <a:pt x="3154464" y="323596"/>
                    </a:lnTo>
                    <a:lnTo>
                      <a:pt x="3179026" y="318960"/>
                    </a:lnTo>
                    <a:close/>
                  </a:path>
                  <a:path w="4824095" h="920115">
                    <a:moveTo>
                      <a:pt x="3247580" y="305981"/>
                    </a:moveTo>
                    <a:lnTo>
                      <a:pt x="3246107" y="298208"/>
                    </a:lnTo>
                    <a:lnTo>
                      <a:pt x="3221532" y="302856"/>
                    </a:lnTo>
                    <a:lnTo>
                      <a:pt x="3223006" y="310629"/>
                    </a:lnTo>
                    <a:lnTo>
                      <a:pt x="3247580" y="305981"/>
                    </a:lnTo>
                    <a:close/>
                  </a:path>
                  <a:path w="4824095" h="920115">
                    <a:moveTo>
                      <a:pt x="3316122" y="293027"/>
                    </a:moveTo>
                    <a:lnTo>
                      <a:pt x="3314662" y="285242"/>
                    </a:lnTo>
                    <a:lnTo>
                      <a:pt x="3290087" y="289902"/>
                    </a:lnTo>
                    <a:lnTo>
                      <a:pt x="3291560" y="297662"/>
                    </a:lnTo>
                    <a:lnTo>
                      <a:pt x="3316122" y="293027"/>
                    </a:lnTo>
                    <a:close/>
                  </a:path>
                  <a:path w="4824095" h="920115">
                    <a:moveTo>
                      <a:pt x="3384651" y="280060"/>
                    </a:moveTo>
                    <a:lnTo>
                      <a:pt x="3383191" y="272275"/>
                    </a:lnTo>
                    <a:lnTo>
                      <a:pt x="3358616" y="276923"/>
                    </a:lnTo>
                    <a:lnTo>
                      <a:pt x="3360089" y="284695"/>
                    </a:lnTo>
                    <a:lnTo>
                      <a:pt x="3384651" y="280060"/>
                    </a:lnTo>
                    <a:close/>
                  </a:path>
                  <a:path w="4824095" h="920115">
                    <a:moveTo>
                      <a:pt x="3453206" y="267093"/>
                    </a:moveTo>
                    <a:lnTo>
                      <a:pt x="3451745" y="259321"/>
                    </a:lnTo>
                    <a:lnTo>
                      <a:pt x="3427158" y="263969"/>
                    </a:lnTo>
                    <a:lnTo>
                      <a:pt x="3428631" y="271741"/>
                    </a:lnTo>
                    <a:lnTo>
                      <a:pt x="3453206" y="267093"/>
                    </a:lnTo>
                    <a:close/>
                  </a:path>
                  <a:path w="4824095" h="920115">
                    <a:moveTo>
                      <a:pt x="3521748" y="254127"/>
                    </a:moveTo>
                    <a:lnTo>
                      <a:pt x="3520287" y="246341"/>
                    </a:lnTo>
                    <a:lnTo>
                      <a:pt x="3495713" y="250990"/>
                    </a:lnTo>
                    <a:lnTo>
                      <a:pt x="3497186" y="258762"/>
                    </a:lnTo>
                    <a:lnTo>
                      <a:pt x="3521748" y="254127"/>
                    </a:lnTo>
                    <a:close/>
                  </a:path>
                  <a:path w="4824095" h="920115">
                    <a:moveTo>
                      <a:pt x="3590290" y="241173"/>
                    </a:moveTo>
                    <a:lnTo>
                      <a:pt x="3588816" y="233387"/>
                    </a:lnTo>
                    <a:lnTo>
                      <a:pt x="3564242" y="238036"/>
                    </a:lnTo>
                    <a:lnTo>
                      <a:pt x="3565715" y="245808"/>
                    </a:lnTo>
                    <a:lnTo>
                      <a:pt x="3590290" y="241173"/>
                    </a:lnTo>
                    <a:close/>
                  </a:path>
                  <a:path w="4824095" h="920115">
                    <a:moveTo>
                      <a:pt x="3658844" y="228193"/>
                    </a:moveTo>
                    <a:lnTo>
                      <a:pt x="3657371" y="220408"/>
                    </a:lnTo>
                    <a:lnTo>
                      <a:pt x="3632797" y="225069"/>
                    </a:lnTo>
                    <a:lnTo>
                      <a:pt x="3634270" y="232854"/>
                    </a:lnTo>
                    <a:lnTo>
                      <a:pt x="3658844" y="228193"/>
                    </a:lnTo>
                    <a:close/>
                  </a:path>
                  <a:path w="4824095" h="920115">
                    <a:moveTo>
                      <a:pt x="3727386" y="215226"/>
                    </a:moveTo>
                    <a:lnTo>
                      <a:pt x="3725926" y="207441"/>
                    </a:lnTo>
                    <a:lnTo>
                      <a:pt x="3701338" y="212102"/>
                    </a:lnTo>
                    <a:lnTo>
                      <a:pt x="3702812" y="219875"/>
                    </a:lnTo>
                    <a:lnTo>
                      <a:pt x="3727386" y="215226"/>
                    </a:lnTo>
                    <a:close/>
                  </a:path>
                  <a:path w="4824095" h="920115">
                    <a:moveTo>
                      <a:pt x="3795915" y="202285"/>
                    </a:moveTo>
                    <a:lnTo>
                      <a:pt x="3794455" y="194487"/>
                    </a:lnTo>
                    <a:lnTo>
                      <a:pt x="3769880" y="199136"/>
                    </a:lnTo>
                    <a:lnTo>
                      <a:pt x="3771354" y="206921"/>
                    </a:lnTo>
                    <a:lnTo>
                      <a:pt x="3795915" y="202285"/>
                    </a:lnTo>
                    <a:close/>
                  </a:path>
                  <a:path w="4824095" h="920115">
                    <a:moveTo>
                      <a:pt x="3864470" y="189306"/>
                    </a:moveTo>
                    <a:lnTo>
                      <a:pt x="3863009" y="181521"/>
                    </a:lnTo>
                    <a:lnTo>
                      <a:pt x="3838422" y="186169"/>
                    </a:lnTo>
                    <a:lnTo>
                      <a:pt x="3839908" y="193954"/>
                    </a:lnTo>
                    <a:lnTo>
                      <a:pt x="3864470" y="189306"/>
                    </a:lnTo>
                    <a:close/>
                  </a:path>
                  <a:path w="4824095" h="920115">
                    <a:moveTo>
                      <a:pt x="3933012" y="176339"/>
                    </a:moveTo>
                    <a:lnTo>
                      <a:pt x="3931539" y="168567"/>
                    </a:lnTo>
                    <a:lnTo>
                      <a:pt x="3906964" y="173202"/>
                    </a:lnTo>
                    <a:lnTo>
                      <a:pt x="3908437" y="180975"/>
                    </a:lnTo>
                    <a:lnTo>
                      <a:pt x="3933012" y="176339"/>
                    </a:lnTo>
                    <a:close/>
                  </a:path>
                  <a:path w="4824095" h="920115">
                    <a:moveTo>
                      <a:pt x="4001554" y="163360"/>
                    </a:moveTo>
                    <a:lnTo>
                      <a:pt x="4000081" y="155600"/>
                    </a:lnTo>
                    <a:lnTo>
                      <a:pt x="3975506" y="160235"/>
                    </a:lnTo>
                    <a:lnTo>
                      <a:pt x="3976979" y="168021"/>
                    </a:lnTo>
                    <a:lnTo>
                      <a:pt x="4001554" y="163360"/>
                    </a:lnTo>
                    <a:close/>
                  </a:path>
                  <a:path w="4824095" h="920115">
                    <a:moveTo>
                      <a:pt x="4070096" y="150406"/>
                    </a:moveTo>
                    <a:lnTo>
                      <a:pt x="4068622" y="142621"/>
                    </a:lnTo>
                    <a:lnTo>
                      <a:pt x="4044048" y="147281"/>
                    </a:lnTo>
                    <a:lnTo>
                      <a:pt x="4045521" y="155054"/>
                    </a:lnTo>
                    <a:lnTo>
                      <a:pt x="4070096" y="150406"/>
                    </a:lnTo>
                    <a:close/>
                  </a:path>
                  <a:path w="4824095" h="920115">
                    <a:moveTo>
                      <a:pt x="4138638" y="137439"/>
                    </a:moveTo>
                    <a:lnTo>
                      <a:pt x="4137177" y="129654"/>
                    </a:lnTo>
                    <a:lnTo>
                      <a:pt x="4112590" y="134302"/>
                    </a:lnTo>
                    <a:lnTo>
                      <a:pt x="4114076" y="142087"/>
                    </a:lnTo>
                    <a:lnTo>
                      <a:pt x="4138638" y="137439"/>
                    </a:lnTo>
                    <a:close/>
                  </a:path>
                  <a:path w="4824095" h="920115">
                    <a:moveTo>
                      <a:pt x="4207179" y="124485"/>
                    </a:moveTo>
                    <a:lnTo>
                      <a:pt x="4205706" y="116713"/>
                    </a:lnTo>
                    <a:lnTo>
                      <a:pt x="4181132" y="121348"/>
                    </a:lnTo>
                    <a:lnTo>
                      <a:pt x="4182605" y="129133"/>
                    </a:lnTo>
                    <a:lnTo>
                      <a:pt x="4207179" y="124485"/>
                    </a:lnTo>
                    <a:close/>
                  </a:path>
                  <a:path w="4824095" h="920115">
                    <a:moveTo>
                      <a:pt x="4275721" y="111518"/>
                    </a:moveTo>
                    <a:lnTo>
                      <a:pt x="4274261" y="103733"/>
                    </a:lnTo>
                    <a:lnTo>
                      <a:pt x="4249674" y="108381"/>
                    </a:lnTo>
                    <a:lnTo>
                      <a:pt x="4251147" y="116154"/>
                    </a:lnTo>
                    <a:lnTo>
                      <a:pt x="4275721" y="111518"/>
                    </a:lnTo>
                    <a:close/>
                  </a:path>
                  <a:path w="4824095" h="920115">
                    <a:moveTo>
                      <a:pt x="4344276" y="98526"/>
                    </a:moveTo>
                    <a:lnTo>
                      <a:pt x="4342803" y="90766"/>
                    </a:lnTo>
                    <a:lnTo>
                      <a:pt x="4318228" y="95402"/>
                    </a:lnTo>
                    <a:lnTo>
                      <a:pt x="4319702" y="103187"/>
                    </a:lnTo>
                    <a:lnTo>
                      <a:pt x="4344276" y="98526"/>
                    </a:lnTo>
                    <a:close/>
                  </a:path>
                  <a:path w="4824095" h="920115">
                    <a:moveTo>
                      <a:pt x="4412805" y="85585"/>
                    </a:moveTo>
                    <a:lnTo>
                      <a:pt x="4411345" y="77812"/>
                    </a:lnTo>
                    <a:lnTo>
                      <a:pt x="4386770" y="82448"/>
                    </a:lnTo>
                    <a:lnTo>
                      <a:pt x="4388243" y="90220"/>
                    </a:lnTo>
                    <a:lnTo>
                      <a:pt x="4412805" y="85585"/>
                    </a:lnTo>
                    <a:close/>
                  </a:path>
                  <a:path w="4824095" h="920115">
                    <a:moveTo>
                      <a:pt x="4481334" y="72618"/>
                    </a:moveTo>
                    <a:lnTo>
                      <a:pt x="4479887" y="64833"/>
                    </a:lnTo>
                    <a:lnTo>
                      <a:pt x="4455299" y="69481"/>
                    </a:lnTo>
                    <a:lnTo>
                      <a:pt x="4456773" y="77254"/>
                    </a:lnTo>
                    <a:lnTo>
                      <a:pt x="4481334" y="72618"/>
                    </a:lnTo>
                    <a:close/>
                  </a:path>
                  <a:path w="4824095" h="920115">
                    <a:moveTo>
                      <a:pt x="4549889" y="59651"/>
                    </a:moveTo>
                    <a:lnTo>
                      <a:pt x="4548429" y="51879"/>
                    </a:lnTo>
                    <a:lnTo>
                      <a:pt x="4523854" y="56515"/>
                    </a:lnTo>
                    <a:lnTo>
                      <a:pt x="4525327" y="64300"/>
                    </a:lnTo>
                    <a:lnTo>
                      <a:pt x="4549889" y="59651"/>
                    </a:lnTo>
                    <a:close/>
                  </a:path>
                  <a:path w="4824095" h="920115">
                    <a:moveTo>
                      <a:pt x="4618444" y="46685"/>
                    </a:moveTo>
                    <a:lnTo>
                      <a:pt x="4616983" y="38900"/>
                    </a:lnTo>
                    <a:lnTo>
                      <a:pt x="4592396" y="43548"/>
                    </a:lnTo>
                    <a:lnTo>
                      <a:pt x="4593869" y="51320"/>
                    </a:lnTo>
                    <a:lnTo>
                      <a:pt x="4618444" y="46685"/>
                    </a:lnTo>
                    <a:close/>
                  </a:path>
                  <a:path w="4824095" h="920115">
                    <a:moveTo>
                      <a:pt x="4686973" y="33731"/>
                    </a:moveTo>
                    <a:lnTo>
                      <a:pt x="4685512" y="25946"/>
                    </a:lnTo>
                    <a:lnTo>
                      <a:pt x="4660938" y="30594"/>
                    </a:lnTo>
                    <a:lnTo>
                      <a:pt x="4662411" y="38366"/>
                    </a:lnTo>
                    <a:lnTo>
                      <a:pt x="4686973" y="33731"/>
                    </a:lnTo>
                    <a:close/>
                  </a:path>
                  <a:path w="4824095" h="920115">
                    <a:moveTo>
                      <a:pt x="4755527" y="20751"/>
                    </a:moveTo>
                    <a:lnTo>
                      <a:pt x="4754067" y="12979"/>
                    </a:lnTo>
                    <a:lnTo>
                      <a:pt x="4729492" y="17614"/>
                    </a:lnTo>
                    <a:lnTo>
                      <a:pt x="4730966" y="25400"/>
                    </a:lnTo>
                    <a:lnTo>
                      <a:pt x="4755527" y="20751"/>
                    </a:lnTo>
                    <a:close/>
                  </a:path>
                  <a:path w="4824095" h="920115">
                    <a:moveTo>
                      <a:pt x="4824069" y="7785"/>
                    </a:moveTo>
                    <a:lnTo>
                      <a:pt x="4822596" y="0"/>
                    </a:lnTo>
                    <a:lnTo>
                      <a:pt x="4798022" y="4648"/>
                    </a:lnTo>
                    <a:lnTo>
                      <a:pt x="4799495" y="12433"/>
                    </a:lnTo>
                    <a:lnTo>
                      <a:pt x="4824069" y="7785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6" name="object 225">
                <a:extLst>
                  <a:ext uri="{FF2B5EF4-FFF2-40B4-BE49-F238E27FC236}">
                    <a16:creationId xmlns:a16="http://schemas.microsoft.com/office/drawing/2014/main" id="{8B2D1FD3-4C16-42C9-8328-39C0D6FFCBCA}"/>
                  </a:ext>
                </a:extLst>
              </p:cNvPr>
              <p:cNvSpPr/>
              <p:nvPr/>
            </p:nvSpPr>
            <p:spPr>
              <a:xfrm>
                <a:off x="1061643" y="9131313"/>
                <a:ext cx="5647055" cy="1075690"/>
              </a:xfrm>
              <a:custGeom>
                <a:avLst/>
                <a:gdLst/>
                <a:ahLst/>
                <a:cxnLst/>
                <a:rect l="l" t="t" r="r" b="b"/>
                <a:pathLst>
                  <a:path w="5647055" h="1075690">
                    <a:moveTo>
                      <a:pt x="26035" y="1070952"/>
                    </a:moveTo>
                    <a:lnTo>
                      <a:pt x="24561" y="1063167"/>
                    </a:lnTo>
                    <a:lnTo>
                      <a:pt x="0" y="1067828"/>
                    </a:lnTo>
                    <a:lnTo>
                      <a:pt x="1460" y="1075588"/>
                    </a:lnTo>
                    <a:lnTo>
                      <a:pt x="26035" y="1070952"/>
                    </a:lnTo>
                    <a:close/>
                  </a:path>
                  <a:path w="5647055" h="1075690">
                    <a:moveTo>
                      <a:pt x="94576" y="1057973"/>
                    </a:moveTo>
                    <a:lnTo>
                      <a:pt x="93116" y="1050201"/>
                    </a:lnTo>
                    <a:lnTo>
                      <a:pt x="68541" y="1054849"/>
                    </a:lnTo>
                    <a:lnTo>
                      <a:pt x="70015" y="1062621"/>
                    </a:lnTo>
                    <a:lnTo>
                      <a:pt x="94576" y="1057973"/>
                    </a:lnTo>
                    <a:close/>
                  </a:path>
                  <a:path w="5647055" h="1075690">
                    <a:moveTo>
                      <a:pt x="163106" y="1045006"/>
                    </a:moveTo>
                    <a:lnTo>
                      <a:pt x="161658" y="1037221"/>
                    </a:lnTo>
                    <a:lnTo>
                      <a:pt x="137071" y="1041882"/>
                    </a:lnTo>
                    <a:lnTo>
                      <a:pt x="138557" y="1049655"/>
                    </a:lnTo>
                    <a:lnTo>
                      <a:pt x="163106" y="1045006"/>
                    </a:lnTo>
                    <a:close/>
                  </a:path>
                  <a:path w="5647055" h="1075690">
                    <a:moveTo>
                      <a:pt x="231660" y="1032052"/>
                    </a:moveTo>
                    <a:lnTo>
                      <a:pt x="230187" y="1024267"/>
                    </a:lnTo>
                    <a:lnTo>
                      <a:pt x="205625" y="1028915"/>
                    </a:lnTo>
                    <a:lnTo>
                      <a:pt x="207086" y="1036688"/>
                    </a:lnTo>
                    <a:lnTo>
                      <a:pt x="231660" y="1032052"/>
                    </a:lnTo>
                    <a:close/>
                  </a:path>
                  <a:path w="5647055" h="1075690">
                    <a:moveTo>
                      <a:pt x="300202" y="1019073"/>
                    </a:moveTo>
                    <a:lnTo>
                      <a:pt x="298742" y="1011301"/>
                    </a:lnTo>
                    <a:lnTo>
                      <a:pt x="274167" y="1015949"/>
                    </a:lnTo>
                    <a:lnTo>
                      <a:pt x="275640" y="1023721"/>
                    </a:lnTo>
                    <a:lnTo>
                      <a:pt x="300202" y="1019073"/>
                    </a:lnTo>
                    <a:close/>
                  </a:path>
                  <a:path w="5647055" h="1075690">
                    <a:moveTo>
                      <a:pt x="368744" y="1006119"/>
                    </a:moveTo>
                    <a:lnTo>
                      <a:pt x="367284" y="998334"/>
                    </a:lnTo>
                    <a:lnTo>
                      <a:pt x="342696" y="1002995"/>
                    </a:lnTo>
                    <a:lnTo>
                      <a:pt x="344182" y="1010754"/>
                    </a:lnTo>
                    <a:lnTo>
                      <a:pt x="368744" y="1006119"/>
                    </a:lnTo>
                    <a:close/>
                  </a:path>
                  <a:path w="5647055" h="1075690">
                    <a:moveTo>
                      <a:pt x="437286" y="993152"/>
                    </a:moveTo>
                    <a:lnTo>
                      <a:pt x="435825" y="985367"/>
                    </a:lnTo>
                    <a:lnTo>
                      <a:pt x="411251" y="990028"/>
                    </a:lnTo>
                    <a:lnTo>
                      <a:pt x="412724" y="997788"/>
                    </a:lnTo>
                    <a:lnTo>
                      <a:pt x="437286" y="993152"/>
                    </a:lnTo>
                    <a:close/>
                  </a:path>
                  <a:path w="5647055" h="1075690">
                    <a:moveTo>
                      <a:pt x="505853" y="980186"/>
                    </a:moveTo>
                    <a:lnTo>
                      <a:pt x="504380" y="972413"/>
                    </a:lnTo>
                    <a:lnTo>
                      <a:pt x="479793" y="977061"/>
                    </a:lnTo>
                    <a:lnTo>
                      <a:pt x="481279" y="984834"/>
                    </a:lnTo>
                    <a:lnTo>
                      <a:pt x="505853" y="980186"/>
                    </a:lnTo>
                    <a:close/>
                  </a:path>
                  <a:path w="5647055" h="1075690">
                    <a:moveTo>
                      <a:pt x="574382" y="967219"/>
                    </a:moveTo>
                    <a:lnTo>
                      <a:pt x="572922" y="959446"/>
                    </a:lnTo>
                    <a:lnTo>
                      <a:pt x="548347" y="964095"/>
                    </a:lnTo>
                    <a:lnTo>
                      <a:pt x="549808" y="971854"/>
                    </a:lnTo>
                    <a:lnTo>
                      <a:pt x="574382" y="967219"/>
                    </a:lnTo>
                    <a:close/>
                  </a:path>
                  <a:path w="5647055" h="1075690">
                    <a:moveTo>
                      <a:pt x="642924" y="954239"/>
                    </a:moveTo>
                    <a:lnTo>
                      <a:pt x="641451" y="946480"/>
                    </a:lnTo>
                    <a:lnTo>
                      <a:pt x="616877" y="951128"/>
                    </a:lnTo>
                    <a:lnTo>
                      <a:pt x="618350" y="958900"/>
                    </a:lnTo>
                    <a:lnTo>
                      <a:pt x="642924" y="954239"/>
                    </a:lnTo>
                    <a:close/>
                  </a:path>
                  <a:path w="5647055" h="1075690">
                    <a:moveTo>
                      <a:pt x="711466" y="941285"/>
                    </a:moveTo>
                    <a:lnTo>
                      <a:pt x="710006" y="933526"/>
                    </a:lnTo>
                    <a:lnTo>
                      <a:pt x="685431" y="938161"/>
                    </a:lnTo>
                    <a:lnTo>
                      <a:pt x="686904" y="945946"/>
                    </a:lnTo>
                    <a:lnTo>
                      <a:pt x="711466" y="941285"/>
                    </a:lnTo>
                    <a:close/>
                  </a:path>
                  <a:path w="5647055" h="1075690">
                    <a:moveTo>
                      <a:pt x="780021" y="928331"/>
                    </a:moveTo>
                    <a:lnTo>
                      <a:pt x="778548" y="920534"/>
                    </a:lnTo>
                    <a:lnTo>
                      <a:pt x="753986" y="925195"/>
                    </a:lnTo>
                    <a:lnTo>
                      <a:pt x="755446" y="932967"/>
                    </a:lnTo>
                    <a:lnTo>
                      <a:pt x="780021" y="928331"/>
                    </a:lnTo>
                    <a:close/>
                  </a:path>
                  <a:path w="5647055" h="1075690">
                    <a:moveTo>
                      <a:pt x="848550" y="915365"/>
                    </a:moveTo>
                    <a:lnTo>
                      <a:pt x="847077" y="907580"/>
                    </a:lnTo>
                    <a:lnTo>
                      <a:pt x="822515" y="912241"/>
                    </a:lnTo>
                    <a:lnTo>
                      <a:pt x="823976" y="920013"/>
                    </a:lnTo>
                    <a:lnTo>
                      <a:pt x="848550" y="915365"/>
                    </a:lnTo>
                    <a:close/>
                  </a:path>
                  <a:path w="5647055" h="1075690">
                    <a:moveTo>
                      <a:pt x="917117" y="902398"/>
                    </a:moveTo>
                    <a:lnTo>
                      <a:pt x="915619" y="894626"/>
                    </a:lnTo>
                    <a:lnTo>
                      <a:pt x="891057" y="899261"/>
                    </a:lnTo>
                    <a:lnTo>
                      <a:pt x="892530" y="907046"/>
                    </a:lnTo>
                    <a:lnTo>
                      <a:pt x="917117" y="902398"/>
                    </a:lnTo>
                    <a:close/>
                  </a:path>
                  <a:path w="5647055" h="1075690">
                    <a:moveTo>
                      <a:pt x="985647" y="889444"/>
                    </a:moveTo>
                    <a:lnTo>
                      <a:pt x="984173" y="881659"/>
                    </a:lnTo>
                    <a:lnTo>
                      <a:pt x="959612" y="886294"/>
                    </a:lnTo>
                    <a:lnTo>
                      <a:pt x="961072" y="894080"/>
                    </a:lnTo>
                    <a:lnTo>
                      <a:pt x="985647" y="889444"/>
                    </a:lnTo>
                    <a:close/>
                  </a:path>
                  <a:path w="5647055" h="1075690">
                    <a:moveTo>
                      <a:pt x="1054176" y="876452"/>
                    </a:moveTo>
                    <a:lnTo>
                      <a:pt x="1052703" y="868692"/>
                    </a:lnTo>
                    <a:lnTo>
                      <a:pt x="1028141" y="873328"/>
                    </a:lnTo>
                    <a:lnTo>
                      <a:pt x="1029601" y="881113"/>
                    </a:lnTo>
                    <a:lnTo>
                      <a:pt x="1054176" y="876452"/>
                    </a:lnTo>
                    <a:close/>
                  </a:path>
                  <a:path w="5647055" h="1075690">
                    <a:moveTo>
                      <a:pt x="1122730" y="863511"/>
                    </a:moveTo>
                    <a:lnTo>
                      <a:pt x="1121270" y="855738"/>
                    </a:lnTo>
                    <a:lnTo>
                      <a:pt x="1096683" y="860374"/>
                    </a:lnTo>
                    <a:lnTo>
                      <a:pt x="1098169" y="868159"/>
                    </a:lnTo>
                    <a:lnTo>
                      <a:pt x="1122730" y="863511"/>
                    </a:lnTo>
                    <a:close/>
                  </a:path>
                  <a:path w="5647055" h="1075690">
                    <a:moveTo>
                      <a:pt x="1191272" y="850544"/>
                    </a:moveTo>
                    <a:lnTo>
                      <a:pt x="1189812" y="842759"/>
                    </a:lnTo>
                    <a:lnTo>
                      <a:pt x="1165237" y="847407"/>
                    </a:lnTo>
                    <a:lnTo>
                      <a:pt x="1166698" y="855179"/>
                    </a:lnTo>
                    <a:lnTo>
                      <a:pt x="1191272" y="850544"/>
                    </a:lnTo>
                    <a:close/>
                  </a:path>
                  <a:path w="5647055" h="1075690">
                    <a:moveTo>
                      <a:pt x="1259801" y="837565"/>
                    </a:moveTo>
                    <a:lnTo>
                      <a:pt x="1258341" y="829792"/>
                    </a:lnTo>
                    <a:lnTo>
                      <a:pt x="1233766" y="834428"/>
                    </a:lnTo>
                    <a:lnTo>
                      <a:pt x="1235240" y="842213"/>
                    </a:lnTo>
                    <a:lnTo>
                      <a:pt x="1259801" y="837565"/>
                    </a:lnTo>
                    <a:close/>
                  </a:path>
                  <a:path w="5647055" h="1075690">
                    <a:moveTo>
                      <a:pt x="1328343" y="824611"/>
                    </a:moveTo>
                    <a:lnTo>
                      <a:pt x="1326896" y="816838"/>
                    </a:lnTo>
                    <a:lnTo>
                      <a:pt x="1302308" y="821474"/>
                    </a:lnTo>
                    <a:lnTo>
                      <a:pt x="1303782" y="829246"/>
                    </a:lnTo>
                    <a:lnTo>
                      <a:pt x="1328343" y="824611"/>
                    </a:lnTo>
                    <a:close/>
                  </a:path>
                  <a:path w="5647055" h="1075690">
                    <a:moveTo>
                      <a:pt x="1396911" y="811631"/>
                    </a:moveTo>
                    <a:lnTo>
                      <a:pt x="1395437" y="803859"/>
                    </a:lnTo>
                    <a:lnTo>
                      <a:pt x="1370863" y="808494"/>
                    </a:lnTo>
                    <a:lnTo>
                      <a:pt x="1372336" y="816279"/>
                    </a:lnTo>
                    <a:lnTo>
                      <a:pt x="1396911" y="811631"/>
                    </a:lnTo>
                    <a:close/>
                  </a:path>
                  <a:path w="5647055" h="1075690">
                    <a:moveTo>
                      <a:pt x="1465453" y="798677"/>
                    </a:moveTo>
                    <a:lnTo>
                      <a:pt x="1463992" y="790905"/>
                    </a:lnTo>
                    <a:lnTo>
                      <a:pt x="1439405" y="795540"/>
                    </a:lnTo>
                    <a:lnTo>
                      <a:pt x="1440865" y="803325"/>
                    </a:lnTo>
                    <a:lnTo>
                      <a:pt x="1465453" y="798677"/>
                    </a:lnTo>
                    <a:close/>
                  </a:path>
                  <a:path w="5647055" h="1075690">
                    <a:moveTo>
                      <a:pt x="1533982" y="785710"/>
                    </a:moveTo>
                    <a:lnTo>
                      <a:pt x="1532521" y="777938"/>
                    </a:lnTo>
                    <a:lnTo>
                      <a:pt x="1507934" y="782574"/>
                    </a:lnTo>
                    <a:lnTo>
                      <a:pt x="1509395" y="790346"/>
                    </a:lnTo>
                    <a:lnTo>
                      <a:pt x="1533982" y="785710"/>
                    </a:lnTo>
                    <a:close/>
                  </a:path>
                  <a:path w="5647055" h="1075690">
                    <a:moveTo>
                      <a:pt x="1602536" y="772756"/>
                    </a:moveTo>
                    <a:lnTo>
                      <a:pt x="1601063" y="764971"/>
                    </a:lnTo>
                    <a:lnTo>
                      <a:pt x="1576501" y="769620"/>
                    </a:lnTo>
                    <a:lnTo>
                      <a:pt x="1577962" y="777392"/>
                    </a:lnTo>
                    <a:lnTo>
                      <a:pt x="1602536" y="772756"/>
                    </a:lnTo>
                    <a:close/>
                  </a:path>
                  <a:path w="5647055" h="1075690">
                    <a:moveTo>
                      <a:pt x="1671078" y="759777"/>
                    </a:moveTo>
                    <a:lnTo>
                      <a:pt x="1669618" y="752005"/>
                    </a:lnTo>
                    <a:lnTo>
                      <a:pt x="1645031" y="756640"/>
                    </a:lnTo>
                    <a:lnTo>
                      <a:pt x="1646491" y="764425"/>
                    </a:lnTo>
                    <a:lnTo>
                      <a:pt x="1671078" y="759777"/>
                    </a:lnTo>
                    <a:close/>
                  </a:path>
                  <a:path w="5647055" h="1075690">
                    <a:moveTo>
                      <a:pt x="3795915" y="357847"/>
                    </a:moveTo>
                    <a:lnTo>
                      <a:pt x="3794442" y="350062"/>
                    </a:lnTo>
                    <a:lnTo>
                      <a:pt x="3769868" y="354711"/>
                    </a:lnTo>
                    <a:lnTo>
                      <a:pt x="3771341" y="362496"/>
                    </a:lnTo>
                    <a:lnTo>
                      <a:pt x="3795915" y="357847"/>
                    </a:lnTo>
                    <a:close/>
                  </a:path>
                  <a:path w="5647055" h="1075690">
                    <a:moveTo>
                      <a:pt x="3864457" y="344893"/>
                    </a:moveTo>
                    <a:lnTo>
                      <a:pt x="3862984" y="337108"/>
                    </a:lnTo>
                    <a:lnTo>
                      <a:pt x="3838410" y="341757"/>
                    </a:lnTo>
                    <a:lnTo>
                      <a:pt x="3839883" y="349529"/>
                    </a:lnTo>
                    <a:lnTo>
                      <a:pt x="3864457" y="344893"/>
                    </a:lnTo>
                    <a:close/>
                  </a:path>
                  <a:path w="5647055" h="1075690">
                    <a:moveTo>
                      <a:pt x="3933012" y="331914"/>
                    </a:moveTo>
                    <a:lnTo>
                      <a:pt x="3931551" y="324142"/>
                    </a:lnTo>
                    <a:lnTo>
                      <a:pt x="3906977" y="328777"/>
                    </a:lnTo>
                    <a:lnTo>
                      <a:pt x="3908450" y="336562"/>
                    </a:lnTo>
                    <a:lnTo>
                      <a:pt x="3933012" y="331914"/>
                    </a:lnTo>
                    <a:close/>
                  </a:path>
                  <a:path w="5647055" h="1075690">
                    <a:moveTo>
                      <a:pt x="4001554" y="318960"/>
                    </a:moveTo>
                    <a:lnTo>
                      <a:pt x="4000093" y="311175"/>
                    </a:lnTo>
                    <a:lnTo>
                      <a:pt x="3975506" y="315823"/>
                    </a:lnTo>
                    <a:lnTo>
                      <a:pt x="3976979" y="323596"/>
                    </a:lnTo>
                    <a:lnTo>
                      <a:pt x="4001554" y="318960"/>
                    </a:lnTo>
                    <a:close/>
                  </a:path>
                  <a:path w="5647055" h="1075690">
                    <a:moveTo>
                      <a:pt x="4070083" y="305981"/>
                    </a:moveTo>
                    <a:lnTo>
                      <a:pt x="4068622" y="298208"/>
                    </a:lnTo>
                    <a:lnTo>
                      <a:pt x="4044048" y="302856"/>
                    </a:lnTo>
                    <a:lnTo>
                      <a:pt x="4045521" y="310629"/>
                    </a:lnTo>
                    <a:lnTo>
                      <a:pt x="4070083" y="305981"/>
                    </a:lnTo>
                    <a:close/>
                  </a:path>
                  <a:path w="5647055" h="1075690">
                    <a:moveTo>
                      <a:pt x="4138638" y="293027"/>
                    </a:moveTo>
                    <a:lnTo>
                      <a:pt x="4137164" y="285254"/>
                    </a:lnTo>
                    <a:lnTo>
                      <a:pt x="4112590" y="289902"/>
                    </a:lnTo>
                    <a:lnTo>
                      <a:pt x="4114063" y="297675"/>
                    </a:lnTo>
                    <a:lnTo>
                      <a:pt x="4138638" y="293027"/>
                    </a:lnTo>
                    <a:close/>
                  </a:path>
                  <a:path w="5647055" h="1075690">
                    <a:moveTo>
                      <a:pt x="4207179" y="280047"/>
                    </a:moveTo>
                    <a:lnTo>
                      <a:pt x="4205719" y="272275"/>
                    </a:lnTo>
                    <a:lnTo>
                      <a:pt x="4181144" y="276910"/>
                    </a:lnTo>
                    <a:lnTo>
                      <a:pt x="4182618" y="284695"/>
                    </a:lnTo>
                    <a:lnTo>
                      <a:pt x="4207179" y="280047"/>
                    </a:lnTo>
                    <a:close/>
                  </a:path>
                  <a:path w="5647055" h="1075690">
                    <a:moveTo>
                      <a:pt x="4275721" y="267093"/>
                    </a:moveTo>
                    <a:lnTo>
                      <a:pt x="4274248" y="259321"/>
                    </a:lnTo>
                    <a:lnTo>
                      <a:pt x="4249686" y="263956"/>
                    </a:lnTo>
                    <a:lnTo>
                      <a:pt x="4251147" y="271741"/>
                    </a:lnTo>
                    <a:lnTo>
                      <a:pt x="4275721" y="267093"/>
                    </a:lnTo>
                    <a:close/>
                  </a:path>
                  <a:path w="5647055" h="1075690">
                    <a:moveTo>
                      <a:pt x="4344263" y="254127"/>
                    </a:moveTo>
                    <a:lnTo>
                      <a:pt x="4342790" y="246354"/>
                    </a:lnTo>
                    <a:lnTo>
                      <a:pt x="4318228" y="250990"/>
                    </a:lnTo>
                    <a:lnTo>
                      <a:pt x="4319689" y="258775"/>
                    </a:lnTo>
                    <a:lnTo>
                      <a:pt x="4344263" y="254127"/>
                    </a:lnTo>
                    <a:close/>
                  </a:path>
                  <a:path w="5647055" h="1075690">
                    <a:moveTo>
                      <a:pt x="4412805" y="241160"/>
                    </a:moveTo>
                    <a:lnTo>
                      <a:pt x="4411345" y="233375"/>
                    </a:lnTo>
                    <a:lnTo>
                      <a:pt x="4386770" y="238023"/>
                    </a:lnTo>
                    <a:lnTo>
                      <a:pt x="4388243" y="245795"/>
                    </a:lnTo>
                    <a:lnTo>
                      <a:pt x="4412805" y="241160"/>
                    </a:lnTo>
                    <a:close/>
                  </a:path>
                  <a:path w="5647055" h="1075690">
                    <a:moveTo>
                      <a:pt x="4481347" y="228193"/>
                    </a:moveTo>
                    <a:lnTo>
                      <a:pt x="4479874" y="220421"/>
                    </a:lnTo>
                    <a:lnTo>
                      <a:pt x="4455312" y="225069"/>
                    </a:lnTo>
                    <a:lnTo>
                      <a:pt x="4456785" y="232841"/>
                    </a:lnTo>
                    <a:lnTo>
                      <a:pt x="4481347" y="228193"/>
                    </a:lnTo>
                    <a:close/>
                  </a:path>
                  <a:path w="5647055" h="1075690">
                    <a:moveTo>
                      <a:pt x="4549889" y="215226"/>
                    </a:moveTo>
                    <a:lnTo>
                      <a:pt x="4548416" y="207441"/>
                    </a:lnTo>
                    <a:lnTo>
                      <a:pt x="4523854" y="212102"/>
                    </a:lnTo>
                    <a:lnTo>
                      <a:pt x="4525327" y="219862"/>
                    </a:lnTo>
                    <a:lnTo>
                      <a:pt x="4549889" y="215226"/>
                    </a:lnTo>
                    <a:close/>
                  </a:path>
                  <a:path w="5647055" h="1075690">
                    <a:moveTo>
                      <a:pt x="4618444" y="202272"/>
                    </a:moveTo>
                    <a:lnTo>
                      <a:pt x="4616983" y="194487"/>
                    </a:lnTo>
                    <a:lnTo>
                      <a:pt x="4592409" y="199136"/>
                    </a:lnTo>
                    <a:lnTo>
                      <a:pt x="4593882" y="206908"/>
                    </a:lnTo>
                    <a:lnTo>
                      <a:pt x="4618444" y="202272"/>
                    </a:lnTo>
                    <a:close/>
                  </a:path>
                  <a:path w="5647055" h="1075690">
                    <a:moveTo>
                      <a:pt x="4686986" y="189293"/>
                    </a:moveTo>
                    <a:lnTo>
                      <a:pt x="4685512" y="181521"/>
                    </a:lnTo>
                    <a:lnTo>
                      <a:pt x="4660938" y="186169"/>
                    </a:lnTo>
                    <a:lnTo>
                      <a:pt x="4662411" y="193941"/>
                    </a:lnTo>
                    <a:lnTo>
                      <a:pt x="4686986" y="189293"/>
                    </a:lnTo>
                    <a:close/>
                  </a:path>
                  <a:path w="5647055" h="1075690">
                    <a:moveTo>
                      <a:pt x="4755527" y="176326"/>
                    </a:moveTo>
                    <a:lnTo>
                      <a:pt x="4754054" y="168541"/>
                    </a:lnTo>
                    <a:lnTo>
                      <a:pt x="4729480" y="173202"/>
                    </a:lnTo>
                    <a:lnTo>
                      <a:pt x="4730953" y="180962"/>
                    </a:lnTo>
                    <a:lnTo>
                      <a:pt x="4755527" y="176326"/>
                    </a:lnTo>
                    <a:close/>
                  </a:path>
                  <a:path w="5647055" h="1075690">
                    <a:moveTo>
                      <a:pt x="4824069" y="163372"/>
                    </a:moveTo>
                    <a:lnTo>
                      <a:pt x="4822609" y="155600"/>
                    </a:lnTo>
                    <a:lnTo>
                      <a:pt x="4798034" y="160235"/>
                    </a:lnTo>
                    <a:lnTo>
                      <a:pt x="4799495" y="168008"/>
                    </a:lnTo>
                    <a:lnTo>
                      <a:pt x="4824069" y="163372"/>
                    </a:lnTo>
                    <a:close/>
                  </a:path>
                  <a:path w="5647055" h="1075690">
                    <a:moveTo>
                      <a:pt x="4892611" y="150393"/>
                    </a:moveTo>
                    <a:lnTo>
                      <a:pt x="4891151" y="142633"/>
                    </a:lnTo>
                    <a:lnTo>
                      <a:pt x="4866576" y="147269"/>
                    </a:lnTo>
                    <a:lnTo>
                      <a:pt x="4868037" y="155041"/>
                    </a:lnTo>
                    <a:lnTo>
                      <a:pt x="4892611" y="150393"/>
                    </a:lnTo>
                    <a:close/>
                  </a:path>
                  <a:path w="5647055" h="1075690">
                    <a:moveTo>
                      <a:pt x="4961140" y="137439"/>
                    </a:moveTo>
                    <a:lnTo>
                      <a:pt x="4959680" y="129654"/>
                    </a:lnTo>
                    <a:lnTo>
                      <a:pt x="4935105" y="134302"/>
                    </a:lnTo>
                    <a:lnTo>
                      <a:pt x="4936579" y="142087"/>
                    </a:lnTo>
                    <a:lnTo>
                      <a:pt x="4961140" y="137439"/>
                    </a:lnTo>
                    <a:close/>
                  </a:path>
                  <a:path w="5647055" h="1075690">
                    <a:moveTo>
                      <a:pt x="5029708" y="124472"/>
                    </a:moveTo>
                    <a:lnTo>
                      <a:pt x="5028235" y="116687"/>
                    </a:lnTo>
                    <a:lnTo>
                      <a:pt x="5003660" y="121335"/>
                    </a:lnTo>
                    <a:lnTo>
                      <a:pt x="5005133" y="129120"/>
                    </a:lnTo>
                    <a:lnTo>
                      <a:pt x="5029708" y="124472"/>
                    </a:lnTo>
                    <a:close/>
                  </a:path>
                  <a:path w="5647055" h="1075690">
                    <a:moveTo>
                      <a:pt x="5098237" y="111518"/>
                    </a:moveTo>
                    <a:lnTo>
                      <a:pt x="5096776" y="103720"/>
                    </a:lnTo>
                    <a:lnTo>
                      <a:pt x="5072189" y="108381"/>
                    </a:lnTo>
                    <a:lnTo>
                      <a:pt x="5073675" y="116166"/>
                    </a:lnTo>
                    <a:lnTo>
                      <a:pt x="5098237" y="111518"/>
                    </a:lnTo>
                    <a:close/>
                  </a:path>
                  <a:path w="5647055" h="1075690">
                    <a:moveTo>
                      <a:pt x="5166779" y="98552"/>
                    </a:moveTo>
                    <a:lnTo>
                      <a:pt x="5165318" y="90766"/>
                    </a:lnTo>
                    <a:lnTo>
                      <a:pt x="5140744" y="95415"/>
                    </a:lnTo>
                    <a:lnTo>
                      <a:pt x="5142217" y="103174"/>
                    </a:lnTo>
                    <a:lnTo>
                      <a:pt x="5166779" y="98552"/>
                    </a:lnTo>
                    <a:close/>
                  </a:path>
                  <a:path w="5647055" h="1075690">
                    <a:moveTo>
                      <a:pt x="5235333" y="85572"/>
                    </a:moveTo>
                    <a:lnTo>
                      <a:pt x="5233873" y="77812"/>
                    </a:lnTo>
                    <a:lnTo>
                      <a:pt x="5209286" y="82448"/>
                    </a:lnTo>
                    <a:lnTo>
                      <a:pt x="5210759" y="90233"/>
                    </a:lnTo>
                    <a:lnTo>
                      <a:pt x="5235333" y="85572"/>
                    </a:lnTo>
                    <a:close/>
                  </a:path>
                  <a:path w="5647055" h="1075690">
                    <a:moveTo>
                      <a:pt x="5303875" y="72605"/>
                    </a:moveTo>
                    <a:lnTo>
                      <a:pt x="5302402" y="64833"/>
                    </a:lnTo>
                    <a:lnTo>
                      <a:pt x="5277840" y="69481"/>
                    </a:lnTo>
                    <a:lnTo>
                      <a:pt x="5279301" y="77254"/>
                    </a:lnTo>
                    <a:lnTo>
                      <a:pt x="5303875" y="72605"/>
                    </a:lnTo>
                    <a:close/>
                  </a:path>
                  <a:path w="5647055" h="1075690">
                    <a:moveTo>
                      <a:pt x="5372417" y="59639"/>
                    </a:moveTo>
                    <a:lnTo>
                      <a:pt x="5370944" y="51866"/>
                    </a:lnTo>
                    <a:lnTo>
                      <a:pt x="5346370" y="56502"/>
                    </a:lnTo>
                    <a:lnTo>
                      <a:pt x="5347843" y="64287"/>
                    </a:lnTo>
                    <a:lnTo>
                      <a:pt x="5372417" y="59639"/>
                    </a:lnTo>
                    <a:close/>
                  </a:path>
                  <a:path w="5647055" h="1075690">
                    <a:moveTo>
                      <a:pt x="5440972" y="46685"/>
                    </a:moveTo>
                    <a:lnTo>
                      <a:pt x="5439499" y="38912"/>
                    </a:lnTo>
                    <a:lnTo>
                      <a:pt x="5414924" y="43548"/>
                    </a:lnTo>
                    <a:lnTo>
                      <a:pt x="5416397" y="51333"/>
                    </a:lnTo>
                    <a:lnTo>
                      <a:pt x="5440972" y="46685"/>
                    </a:lnTo>
                    <a:close/>
                  </a:path>
                  <a:path w="5647055" h="1075690">
                    <a:moveTo>
                      <a:pt x="5509501" y="33718"/>
                    </a:moveTo>
                    <a:lnTo>
                      <a:pt x="5508041" y="25933"/>
                    </a:lnTo>
                    <a:lnTo>
                      <a:pt x="5483466" y="30581"/>
                    </a:lnTo>
                    <a:lnTo>
                      <a:pt x="5484939" y="38354"/>
                    </a:lnTo>
                    <a:lnTo>
                      <a:pt x="5509501" y="33718"/>
                    </a:lnTo>
                    <a:close/>
                  </a:path>
                  <a:path w="5647055" h="1075690">
                    <a:moveTo>
                      <a:pt x="5578043" y="20751"/>
                    </a:moveTo>
                    <a:lnTo>
                      <a:pt x="5576582" y="12979"/>
                    </a:lnTo>
                    <a:lnTo>
                      <a:pt x="5552008" y="17614"/>
                    </a:lnTo>
                    <a:lnTo>
                      <a:pt x="5553481" y="25400"/>
                    </a:lnTo>
                    <a:lnTo>
                      <a:pt x="5578043" y="20751"/>
                    </a:lnTo>
                    <a:close/>
                  </a:path>
                  <a:path w="5647055" h="1075690">
                    <a:moveTo>
                      <a:pt x="5646598" y="7785"/>
                    </a:moveTo>
                    <a:lnTo>
                      <a:pt x="5645124" y="0"/>
                    </a:lnTo>
                    <a:lnTo>
                      <a:pt x="5620550" y="4648"/>
                    </a:lnTo>
                    <a:lnTo>
                      <a:pt x="5622023" y="12433"/>
                    </a:lnTo>
                    <a:lnTo>
                      <a:pt x="5646598" y="7785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18" name="object 226">
              <a:extLst>
                <a:ext uri="{FF2B5EF4-FFF2-40B4-BE49-F238E27FC236}">
                  <a16:creationId xmlns:a16="http://schemas.microsoft.com/office/drawing/2014/main" id="{1F680913-CC43-43B6-97C8-6FCDCBB08B8B}"/>
                </a:ext>
              </a:extLst>
            </p:cNvPr>
            <p:cNvSpPr/>
            <p:nvPr/>
          </p:nvSpPr>
          <p:spPr>
            <a:xfrm>
              <a:off x="3889921" y="3285896"/>
              <a:ext cx="1190625" cy="1319530"/>
            </a:xfrm>
            <a:custGeom>
              <a:avLst/>
              <a:gdLst/>
              <a:ahLst/>
              <a:cxnLst/>
              <a:rect l="l" t="t" r="r" b="b"/>
              <a:pathLst>
                <a:path w="1190625" h="1319529">
                  <a:moveTo>
                    <a:pt x="22618" y="1300695"/>
                  </a:moveTo>
                  <a:lnTo>
                    <a:pt x="16738" y="1295400"/>
                  </a:lnTo>
                  <a:lnTo>
                    <a:pt x="0" y="1313967"/>
                  </a:lnTo>
                  <a:lnTo>
                    <a:pt x="5880" y="1319276"/>
                  </a:lnTo>
                  <a:lnTo>
                    <a:pt x="22618" y="1300695"/>
                  </a:lnTo>
                  <a:close/>
                </a:path>
                <a:path w="1190625" h="1319529">
                  <a:moveTo>
                    <a:pt x="69316" y="1248892"/>
                  </a:moveTo>
                  <a:lnTo>
                    <a:pt x="63449" y="1243584"/>
                  </a:lnTo>
                  <a:lnTo>
                    <a:pt x="46710" y="1262164"/>
                  </a:lnTo>
                  <a:lnTo>
                    <a:pt x="52578" y="1267460"/>
                  </a:lnTo>
                  <a:lnTo>
                    <a:pt x="69316" y="1248892"/>
                  </a:lnTo>
                  <a:close/>
                </a:path>
                <a:path w="1190625" h="1319529">
                  <a:moveTo>
                    <a:pt x="116027" y="1197063"/>
                  </a:moveTo>
                  <a:lnTo>
                    <a:pt x="110147" y="1191768"/>
                  </a:lnTo>
                  <a:lnTo>
                    <a:pt x="93408" y="1210348"/>
                  </a:lnTo>
                  <a:lnTo>
                    <a:pt x="99275" y="1215644"/>
                  </a:lnTo>
                  <a:lnTo>
                    <a:pt x="116027" y="1197063"/>
                  </a:lnTo>
                  <a:close/>
                </a:path>
                <a:path w="1190625" h="1319529">
                  <a:moveTo>
                    <a:pt x="162725" y="1145260"/>
                  </a:moveTo>
                  <a:lnTo>
                    <a:pt x="156857" y="1139964"/>
                  </a:lnTo>
                  <a:lnTo>
                    <a:pt x="140106" y="1158544"/>
                  </a:lnTo>
                  <a:lnTo>
                    <a:pt x="145986" y="1163840"/>
                  </a:lnTo>
                  <a:lnTo>
                    <a:pt x="162725" y="1145260"/>
                  </a:lnTo>
                  <a:close/>
                </a:path>
                <a:path w="1190625" h="1319529">
                  <a:moveTo>
                    <a:pt x="209448" y="1093431"/>
                  </a:moveTo>
                  <a:lnTo>
                    <a:pt x="203568" y="1088136"/>
                  </a:lnTo>
                  <a:lnTo>
                    <a:pt x="186829" y="1106716"/>
                  </a:lnTo>
                  <a:lnTo>
                    <a:pt x="192697" y="1112012"/>
                  </a:lnTo>
                  <a:lnTo>
                    <a:pt x="209448" y="1093431"/>
                  </a:lnTo>
                  <a:close/>
                </a:path>
                <a:path w="1190625" h="1319529">
                  <a:moveTo>
                    <a:pt x="256159" y="1041615"/>
                  </a:moveTo>
                  <a:lnTo>
                    <a:pt x="250278" y="1036332"/>
                  </a:lnTo>
                  <a:lnTo>
                    <a:pt x="233540" y="1054900"/>
                  </a:lnTo>
                  <a:lnTo>
                    <a:pt x="239407" y="1060196"/>
                  </a:lnTo>
                  <a:lnTo>
                    <a:pt x="256159" y="1041615"/>
                  </a:lnTo>
                  <a:close/>
                </a:path>
                <a:path w="1190625" h="1319529">
                  <a:moveTo>
                    <a:pt x="302856" y="989799"/>
                  </a:moveTo>
                  <a:lnTo>
                    <a:pt x="296976" y="984504"/>
                  </a:lnTo>
                  <a:lnTo>
                    <a:pt x="280238" y="1003071"/>
                  </a:lnTo>
                  <a:lnTo>
                    <a:pt x="286118" y="1008380"/>
                  </a:lnTo>
                  <a:lnTo>
                    <a:pt x="302856" y="989799"/>
                  </a:lnTo>
                  <a:close/>
                </a:path>
                <a:path w="1190625" h="1319529">
                  <a:moveTo>
                    <a:pt x="349542" y="937971"/>
                  </a:moveTo>
                  <a:lnTo>
                    <a:pt x="343674" y="932688"/>
                  </a:lnTo>
                  <a:lnTo>
                    <a:pt x="326936" y="951268"/>
                  </a:lnTo>
                  <a:lnTo>
                    <a:pt x="332816" y="956551"/>
                  </a:lnTo>
                  <a:lnTo>
                    <a:pt x="349542" y="937971"/>
                  </a:lnTo>
                  <a:close/>
                </a:path>
                <a:path w="1190625" h="1319529">
                  <a:moveTo>
                    <a:pt x="396252" y="886180"/>
                  </a:moveTo>
                  <a:lnTo>
                    <a:pt x="390372" y="880884"/>
                  </a:lnTo>
                  <a:lnTo>
                    <a:pt x="373634" y="899452"/>
                  </a:lnTo>
                  <a:lnTo>
                    <a:pt x="379514" y="904748"/>
                  </a:lnTo>
                  <a:lnTo>
                    <a:pt x="396252" y="886180"/>
                  </a:lnTo>
                  <a:close/>
                </a:path>
                <a:path w="1190625" h="1319529">
                  <a:moveTo>
                    <a:pt x="442963" y="834351"/>
                  </a:moveTo>
                  <a:lnTo>
                    <a:pt x="437083" y="829056"/>
                  </a:lnTo>
                  <a:lnTo>
                    <a:pt x="420344" y="847623"/>
                  </a:lnTo>
                  <a:lnTo>
                    <a:pt x="426224" y="852919"/>
                  </a:lnTo>
                  <a:lnTo>
                    <a:pt x="442963" y="834351"/>
                  </a:lnTo>
                  <a:close/>
                </a:path>
                <a:path w="1190625" h="1319529">
                  <a:moveTo>
                    <a:pt x="489673" y="782548"/>
                  </a:moveTo>
                  <a:lnTo>
                    <a:pt x="483793" y="777252"/>
                  </a:lnTo>
                  <a:lnTo>
                    <a:pt x="467042" y="795820"/>
                  </a:lnTo>
                  <a:lnTo>
                    <a:pt x="472922" y="801116"/>
                  </a:lnTo>
                  <a:lnTo>
                    <a:pt x="489673" y="782548"/>
                  </a:lnTo>
                  <a:close/>
                </a:path>
                <a:path w="1190625" h="1319529">
                  <a:moveTo>
                    <a:pt x="536371" y="730732"/>
                  </a:moveTo>
                  <a:lnTo>
                    <a:pt x="530504" y="725424"/>
                  </a:lnTo>
                  <a:lnTo>
                    <a:pt x="513753" y="744004"/>
                  </a:lnTo>
                  <a:lnTo>
                    <a:pt x="519633" y="749300"/>
                  </a:lnTo>
                  <a:lnTo>
                    <a:pt x="536371" y="730732"/>
                  </a:lnTo>
                  <a:close/>
                </a:path>
                <a:path w="1190625" h="1319529">
                  <a:moveTo>
                    <a:pt x="583082" y="678903"/>
                  </a:moveTo>
                  <a:lnTo>
                    <a:pt x="577202" y="673608"/>
                  </a:lnTo>
                  <a:lnTo>
                    <a:pt x="560463" y="692188"/>
                  </a:lnTo>
                  <a:lnTo>
                    <a:pt x="566343" y="697484"/>
                  </a:lnTo>
                  <a:lnTo>
                    <a:pt x="583082" y="678903"/>
                  </a:lnTo>
                  <a:close/>
                </a:path>
                <a:path w="1190625" h="1319529">
                  <a:moveTo>
                    <a:pt x="629793" y="627087"/>
                  </a:moveTo>
                  <a:lnTo>
                    <a:pt x="623912" y="621792"/>
                  </a:lnTo>
                  <a:lnTo>
                    <a:pt x="607161" y="640372"/>
                  </a:lnTo>
                  <a:lnTo>
                    <a:pt x="613041" y="645668"/>
                  </a:lnTo>
                  <a:lnTo>
                    <a:pt x="629793" y="627087"/>
                  </a:lnTo>
                  <a:close/>
                </a:path>
                <a:path w="1190625" h="1319529">
                  <a:moveTo>
                    <a:pt x="676490" y="575259"/>
                  </a:moveTo>
                  <a:lnTo>
                    <a:pt x="670610" y="569963"/>
                  </a:lnTo>
                  <a:lnTo>
                    <a:pt x="653872" y="588543"/>
                  </a:lnTo>
                  <a:lnTo>
                    <a:pt x="659752" y="593839"/>
                  </a:lnTo>
                  <a:lnTo>
                    <a:pt x="676490" y="575259"/>
                  </a:lnTo>
                  <a:close/>
                </a:path>
                <a:path w="1190625" h="1319529">
                  <a:moveTo>
                    <a:pt x="723188" y="523443"/>
                  </a:moveTo>
                  <a:lnTo>
                    <a:pt x="717308" y="518160"/>
                  </a:lnTo>
                  <a:lnTo>
                    <a:pt x="700570" y="536740"/>
                  </a:lnTo>
                  <a:lnTo>
                    <a:pt x="706450" y="542023"/>
                  </a:lnTo>
                  <a:lnTo>
                    <a:pt x="723188" y="523443"/>
                  </a:lnTo>
                  <a:close/>
                </a:path>
                <a:path w="1190625" h="1319529">
                  <a:moveTo>
                    <a:pt x="769886" y="471639"/>
                  </a:moveTo>
                  <a:lnTo>
                    <a:pt x="764019" y="466344"/>
                  </a:lnTo>
                  <a:lnTo>
                    <a:pt x="747280" y="484911"/>
                  </a:lnTo>
                  <a:lnTo>
                    <a:pt x="753160" y="490207"/>
                  </a:lnTo>
                  <a:lnTo>
                    <a:pt x="769886" y="471639"/>
                  </a:lnTo>
                  <a:close/>
                </a:path>
                <a:path w="1190625" h="1319529">
                  <a:moveTo>
                    <a:pt x="816597" y="419823"/>
                  </a:moveTo>
                  <a:lnTo>
                    <a:pt x="810729" y="414515"/>
                  </a:lnTo>
                  <a:lnTo>
                    <a:pt x="793978" y="433108"/>
                  </a:lnTo>
                  <a:lnTo>
                    <a:pt x="799858" y="438404"/>
                  </a:lnTo>
                  <a:lnTo>
                    <a:pt x="816597" y="419823"/>
                  </a:lnTo>
                  <a:close/>
                </a:path>
                <a:path w="1190625" h="1319529">
                  <a:moveTo>
                    <a:pt x="863307" y="367995"/>
                  </a:moveTo>
                  <a:lnTo>
                    <a:pt x="857427" y="362699"/>
                  </a:lnTo>
                  <a:lnTo>
                    <a:pt x="840689" y="381266"/>
                  </a:lnTo>
                  <a:lnTo>
                    <a:pt x="846569" y="386575"/>
                  </a:lnTo>
                  <a:lnTo>
                    <a:pt x="863307" y="367995"/>
                  </a:lnTo>
                  <a:close/>
                </a:path>
                <a:path w="1190625" h="1319529">
                  <a:moveTo>
                    <a:pt x="910018" y="316191"/>
                  </a:moveTo>
                  <a:lnTo>
                    <a:pt x="904138" y="310883"/>
                  </a:lnTo>
                  <a:lnTo>
                    <a:pt x="887399" y="329463"/>
                  </a:lnTo>
                  <a:lnTo>
                    <a:pt x="893279" y="334759"/>
                  </a:lnTo>
                  <a:lnTo>
                    <a:pt x="910018" y="316191"/>
                  </a:lnTo>
                  <a:close/>
                </a:path>
                <a:path w="1190625" h="1319529">
                  <a:moveTo>
                    <a:pt x="956716" y="264375"/>
                  </a:moveTo>
                  <a:lnTo>
                    <a:pt x="950849" y="259080"/>
                  </a:lnTo>
                  <a:lnTo>
                    <a:pt x="934097" y="277647"/>
                  </a:lnTo>
                  <a:lnTo>
                    <a:pt x="939977" y="282956"/>
                  </a:lnTo>
                  <a:lnTo>
                    <a:pt x="956716" y="264375"/>
                  </a:lnTo>
                  <a:close/>
                </a:path>
                <a:path w="1190625" h="1319529">
                  <a:moveTo>
                    <a:pt x="1003439" y="212547"/>
                  </a:moveTo>
                  <a:lnTo>
                    <a:pt x="997559" y="207251"/>
                  </a:lnTo>
                  <a:lnTo>
                    <a:pt x="980808" y="225831"/>
                  </a:lnTo>
                  <a:lnTo>
                    <a:pt x="986688" y="231127"/>
                  </a:lnTo>
                  <a:lnTo>
                    <a:pt x="1003439" y="212547"/>
                  </a:lnTo>
                  <a:close/>
                </a:path>
                <a:path w="1190625" h="1319529">
                  <a:moveTo>
                    <a:pt x="1050124" y="160743"/>
                  </a:moveTo>
                  <a:lnTo>
                    <a:pt x="1044244" y="155448"/>
                  </a:lnTo>
                  <a:lnTo>
                    <a:pt x="1027506" y="174015"/>
                  </a:lnTo>
                  <a:lnTo>
                    <a:pt x="1033386" y="179324"/>
                  </a:lnTo>
                  <a:lnTo>
                    <a:pt x="1050124" y="160743"/>
                  </a:lnTo>
                  <a:close/>
                </a:path>
                <a:path w="1190625" h="1319529">
                  <a:moveTo>
                    <a:pt x="1096835" y="108915"/>
                  </a:moveTo>
                  <a:lnTo>
                    <a:pt x="1090955" y="103619"/>
                  </a:lnTo>
                  <a:lnTo>
                    <a:pt x="1074216" y="122199"/>
                  </a:lnTo>
                  <a:lnTo>
                    <a:pt x="1080096" y="127495"/>
                  </a:lnTo>
                  <a:lnTo>
                    <a:pt x="1096835" y="108915"/>
                  </a:lnTo>
                  <a:close/>
                </a:path>
                <a:path w="1190625" h="1319529">
                  <a:moveTo>
                    <a:pt x="1143546" y="57099"/>
                  </a:moveTo>
                  <a:lnTo>
                    <a:pt x="1137666" y="51816"/>
                  </a:lnTo>
                  <a:lnTo>
                    <a:pt x="1120914" y="70383"/>
                  </a:lnTo>
                  <a:lnTo>
                    <a:pt x="1126794" y="75679"/>
                  </a:lnTo>
                  <a:lnTo>
                    <a:pt x="1143546" y="57099"/>
                  </a:lnTo>
                  <a:close/>
                </a:path>
                <a:path w="1190625" h="1319529">
                  <a:moveTo>
                    <a:pt x="1190244" y="5283"/>
                  </a:moveTo>
                  <a:lnTo>
                    <a:pt x="1184363" y="0"/>
                  </a:lnTo>
                  <a:lnTo>
                    <a:pt x="1167638" y="18567"/>
                  </a:lnTo>
                  <a:lnTo>
                    <a:pt x="1173505" y="23863"/>
                  </a:lnTo>
                  <a:lnTo>
                    <a:pt x="1190244" y="528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27">
              <a:extLst>
                <a:ext uri="{FF2B5EF4-FFF2-40B4-BE49-F238E27FC236}">
                  <a16:creationId xmlns:a16="http://schemas.microsoft.com/office/drawing/2014/main" id="{1F29C5E2-4B86-4650-9F64-B1CAA4F3E221}"/>
                </a:ext>
              </a:extLst>
            </p:cNvPr>
            <p:cNvSpPr/>
            <p:nvPr/>
          </p:nvSpPr>
          <p:spPr>
            <a:xfrm>
              <a:off x="0" y="8496642"/>
              <a:ext cx="847090" cy="768350"/>
            </a:xfrm>
            <a:custGeom>
              <a:avLst/>
              <a:gdLst/>
              <a:ahLst/>
              <a:cxnLst/>
              <a:rect l="l" t="t" r="r" b="b"/>
              <a:pathLst>
                <a:path w="847090" h="768350">
                  <a:moveTo>
                    <a:pt x="17348" y="752436"/>
                  </a:moveTo>
                  <a:lnTo>
                    <a:pt x="12052" y="746544"/>
                  </a:lnTo>
                  <a:lnTo>
                    <a:pt x="0" y="757389"/>
                  </a:lnTo>
                  <a:lnTo>
                    <a:pt x="0" y="768032"/>
                  </a:lnTo>
                  <a:lnTo>
                    <a:pt x="17348" y="752436"/>
                  </a:lnTo>
                  <a:close/>
                </a:path>
                <a:path w="847090" h="768350">
                  <a:moveTo>
                    <a:pt x="69202" y="705764"/>
                  </a:moveTo>
                  <a:lnTo>
                    <a:pt x="63906" y="699884"/>
                  </a:lnTo>
                  <a:lnTo>
                    <a:pt x="45326" y="716597"/>
                  </a:lnTo>
                  <a:lnTo>
                    <a:pt x="50609" y="722490"/>
                  </a:lnTo>
                  <a:lnTo>
                    <a:pt x="69202" y="705764"/>
                  </a:lnTo>
                  <a:close/>
                </a:path>
                <a:path w="847090" h="768350">
                  <a:moveTo>
                    <a:pt x="121056" y="659104"/>
                  </a:moveTo>
                  <a:lnTo>
                    <a:pt x="115760" y="653211"/>
                  </a:lnTo>
                  <a:lnTo>
                    <a:pt x="97180" y="669950"/>
                  </a:lnTo>
                  <a:lnTo>
                    <a:pt x="102463" y="675830"/>
                  </a:lnTo>
                  <a:lnTo>
                    <a:pt x="121056" y="659104"/>
                  </a:lnTo>
                  <a:close/>
                </a:path>
                <a:path w="847090" h="768350">
                  <a:moveTo>
                    <a:pt x="172923" y="612444"/>
                  </a:moveTo>
                  <a:lnTo>
                    <a:pt x="167627" y="606552"/>
                  </a:lnTo>
                  <a:lnTo>
                    <a:pt x="149047" y="623290"/>
                  </a:lnTo>
                  <a:lnTo>
                    <a:pt x="154330" y="629170"/>
                  </a:lnTo>
                  <a:lnTo>
                    <a:pt x="172923" y="612444"/>
                  </a:lnTo>
                  <a:close/>
                </a:path>
                <a:path w="847090" h="768350">
                  <a:moveTo>
                    <a:pt x="224777" y="565797"/>
                  </a:moveTo>
                  <a:lnTo>
                    <a:pt x="219481" y="559904"/>
                  </a:lnTo>
                  <a:lnTo>
                    <a:pt x="200901" y="576630"/>
                  </a:lnTo>
                  <a:lnTo>
                    <a:pt x="206197" y="582510"/>
                  </a:lnTo>
                  <a:lnTo>
                    <a:pt x="224777" y="565797"/>
                  </a:lnTo>
                  <a:close/>
                </a:path>
                <a:path w="847090" h="768350">
                  <a:moveTo>
                    <a:pt x="276631" y="519125"/>
                  </a:moveTo>
                  <a:lnTo>
                    <a:pt x="271348" y="513245"/>
                  </a:lnTo>
                  <a:lnTo>
                    <a:pt x="252755" y="529971"/>
                  </a:lnTo>
                  <a:lnTo>
                    <a:pt x="258051" y="535851"/>
                  </a:lnTo>
                  <a:lnTo>
                    <a:pt x="276631" y="519125"/>
                  </a:lnTo>
                  <a:close/>
                </a:path>
                <a:path w="847090" h="768350">
                  <a:moveTo>
                    <a:pt x="328498" y="472465"/>
                  </a:moveTo>
                  <a:lnTo>
                    <a:pt x="323202" y="466585"/>
                  </a:lnTo>
                  <a:lnTo>
                    <a:pt x="304609" y="483311"/>
                  </a:lnTo>
                  <a:lnTo>
                    <a:pt x="309905" y="489191"/>
                  </a:lnTo>
                  <a:lnTo>
                    <a:pt x="328498" y="472465"/>
                  </a:lnTo>
                  <a:close/>
                </a:path>
                <a:path w="847090" h="768350">
                  <a:moveTo>
                    <a:pt x="380339" y="425805"/>
                  </a:moveTo>
                  <a:lnTo>
                    <a:pt x="375056" y="419925"/>
                  </a:lnTo>
                  <a:lnTo>
                    <a:pt x="356463" y="436651"/>
                  </a:lnTo>
                  <a:lnTo>
                    <a:pt x="361759" y="442531"/>
                  </a:lnTo>
                  <a:lnTo>
                    <a:pt x="380339" y="425805"/>
                  </a:lnTo>
                  <a:close/>
                </a:path>
                <a:path w="847090" h="768350">
                  <a:moveTo>
                    <a:pt x="432206" y="379158"/>
                  </a:moveTo>
                  <a:lnTo>
                    <a:pt x="426910" y="373278"/>
                  </a:lnTo>
                  <a:lnTo>
                    <a:pt x="408330" y="389991"/>
                  </a:lnTo>
                  <a:lnTo>
                    <a:pt x="413613" y="395871"/>
                  </a:lnTo>
                  <a:lnTo>
                    <a:pt x="432206" y="379158"/>
                  </a:lnTo>
                  <a:close/>
                </a:path>
                <a:path w="847090" h="768350">
                  <a:moveTo>
                    <a:pt x="484073" y="332486"/>
                  </a:moveTo>
                  <a:lnTo>
                    <a:pt x="478777" y="326605"/>
                  </a:lnTo>
                  <a:lnTo>
                    <a:pt x="460197" y="343331"/>
                  </a:lnTo>
                  <a:lnTo>
                    <a:pt x="465493" y="349211"/>
                  </a:lnTo>
                  <a:lnTo>
                    <a:pt x="484073" y="332486"/>
                  </a:lnTo>
                  <a:close/>
                </a:path>
                <a:path w="847090" h="768350">
                  <a:moveTo>
                    <a:pt x="535927" y="285838"/>
                  </a:moveTo>
                  <a:lnTo>
                    <a:pt x="530631" y="279946"/>
                  </a:lnTo>
                  <a:lnTo>
                    <a:pt x="512051" y="296672"/>
                  </a:lnTo>
                  <a:lnTo>
                    <a:pt x="517347" y="302552"/>
                  </a:lnTo>
                  <a:lnTo>
                    <a:pt x="535927" y="285838"/>
                  </a:lnTo>
                  <a:close/>
                </a:path>
                <a:path w="847090" h="768350">
                  <a:moveTo>
                    <a:pt x="587781" y="239179"/>
                  </a:moveTo>
                  <a:lnTo>
                    <a:pt x="582498" y="233299"/>
                  </a:lnTo>
                  <a:lnTo>
                    <a:pt x="563905" y="250024"/>
                  </a:lnTo>
                  <a:lnTo>
                    <a:pt x="569201" y="255905"/>
                  </a:lnTo>
                  <a:lnTo>
                    <a:pt x="587781" y="239179"/>
                  </a:lnTo>
                  <a:close/>
                </a:path>
                <a:path w="847090" h="768350">
                  <a:moveTo>
                    <a:pt x="639648" y="192519"/>
                  </a:moveTo>
                  <a:lnTo>
                    <a:pt x="634352" y="186626"/>
                  </a:lnTo>
                  <a:lnTo>
                    <a:pt x="615759" y="203352"/>
                  </a:lnTo>
                  <a:lnTo>
                    <a:pt x="621055" y="209245"/>
                  </a:lnTo>
                  <a:lnTo>
                    <a:pt x="639648" y="192519"/>
                  </a:lnTo>
                  <a:close/>
                </a:path>
                <a:path w="847090" h="768350">
                  <a:moveTo>
                    <a:pt x="691489" y="145872"/>
                  </a:moveTo>
                  <a:lnTo>
                    <a:pt x="686206" y="139979"/>
                  </a:lnTo>
                  <a:lnTo>
                    <a:pt x="667613" y="156705"/>
                  </a:lnTo>
                  <a:lnTo>
                    <a:pt x="672909" y="162585"/>
                  </a:lnTo>
                  <a:lnTo>
                    <a:pt x="691489" y="145872"/>
                  </a:lnTo>
                  <a:close/>
                </a:path>
                <a:path w="847090" h="768350">
                  <a:moveTo>
                    <a:pt x="743356" y="99199"/>
                  </a:moveTo>
                  <a:lnTo>
                    <a:pt x="738060" y="93319"/>
                  </a:lnTo>
                  <a:lnTo>
                    <a:pt x="719467" y="110045"/>
                  </a:lnTo>
                  <a:lnTo>
                    <a:pt x="724763" y="115925"/>
                  </a:lnTo>
                  <a:lnTo>
                    <a:pt x="743356" y="99199"/>
                  </a:lnTo>
                  <a:close/>
                </a:path>
                <a:path w="847090" h="768350">
                  <a:moveTo>
                    <a:pt x="795223" y="52552"/>
                  </a:moveTo>
                  <a:lnTo>
                    <a:pt x="789927" y="46672"/>
                  </a:lnTo>
                  <a:lnTo>
                    <a:pt x="771347" y="63385"/>
                  </a:lnTo>
                  <a:lnTo>
                    <a:pt x="776643" y="69265"/>
                  </a:lnTo>
                  <a:lnTo>
                    <a:pt x="795223" y="52552"/>
                  </a:lnTo>
                  <a:close/>
                </a:path>
                <a:path w="847090" h="768350">
                  <a:moveTo>
                    <a:pt x="847077" y="5880"/>
                  </a:moveTo>
                  <a:lnTo>
                    <a:pt x="841781" y="0"/>
                  </a:lnTo>
                  <a:lnTo>
                    <a:pt x="823201" y="16713"/>
                  </a:lnTo>
                  <a:lnTo>
                    <a:pt x="828497" y="22606"/>
                  </a:lnTo>
                  <a:lnTo>
                    <a:pt x="847077" y="588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8">
              <a:extLst>
                <a:ext uri="{FF2B5EF4-FFF2-40B4-BE49-F238E27FC236}">
                  <a16:creationId xmlns:a16="http://schemas.microsoft.com/office/drawing/2014/main" id="{E3804A49-2B46-4FC2-AF76-BC03BFB4FE3C}"/>
                </a:ext>
              </a:extLst>
            </p:cNvPr>
            <p:cNvSpPr/>
            <p:nvPr/>
          </p:nvSpPr>
          <p:spPr>
            <a:xfrm>
              <a:off x="897959" y="7404989"/>
              <a:ext cx="0" cy="2118360"/>
            </a:xfrm>
            <a:custGeom>
              <a:avLst/>
              <a:gdLst/>
              <a:ahLst/>
              <a:cxnLst/>
              <a:rect l="l" t="t" r="r" b="b"/>
              <a:pathLst>
                <a:path h="2118359">
                  <a:moveTo>
                    <a:pt x="0" y="0"/>
                  </a:moveTo>
                  <a:lnTo>
                    <a:pt x="0" y="2117775"/>
                  </a:lnTo>
                </a:path>
              </a:pathLst>
            </a:custGeom>
            <a:ln w="7912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9">
              <a:extLst>
                <a:ext uri="{FF2B5EF4-FFF2-40B4-BE49-F238E27FC236}">
                  <a16:creationId xmlns:a16="http://schemas.microsoft.com/office/drawing/2014/main" id="{93540BC6-14C2-4671-A3D6-A1E616697F3E}"/>
                </a:ext>
              </a:extLst>
            </p:cNvPr>
            <p:cNvSpPr/>
            <p:nvPr/>
          </p:nvSpPr>
          <p:spPr>
            <a:xfrm>
              <a:off x="4863814" y="2710408"/>
              <a:ext cx="0" cy="1630045"/>
            </a:xfrm>
            <a:custGeom>
              <a:avLst/>
              <a:gdLst/>
              <a:ahLst/>
              <a:cxnLst/>
              <a:rect l="l" t="t" r="r" b="b"/>
              <a:pathLst>
                <a:path h="1630045">
                  <a:moveTo>
                    <a:pt x="0" y="0"/>
                  </a:moveTo>
                  <a:lnTo>
                    <a:pt x="0" y="1629448"/>
                  </a:lnTo>
                </a:path>
              </a:pathLst>
            </a:custGeom>
            <a:ln w="7912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30">
              <a:extLst>
                <a:ext uri="{FF2B5EF4-FFF2-40B4-BE49-F238E27FC236}">
                  <a16:creationId xmlns:a16="http://schemas.microsoft.com/office/drawing/2014/main" id="{47CD667E-914C-4D70-95FC-F3783637450C}"/>
                </a:ext>
              </a:extLst>
            </p:cNvPr>
            <p:cNvSpPr/>
            <p:nvPr/>
          </p:nvSpPr>
          <p:spPr>
            <a:xfrm>
              <a:off x="1847088" y="6029121"/>
              <a:ext cx="771525" cy="852169"/>
            </a:xfrm>
            <a:custGeom>
              <a:avLst/>
              <a:gdLst/>
              <a:ahLst/>
              <a:cxnLst/>
              <a:rect l="l" t="t" r="r" b="b"/>
              <a:pathLst>
                <a:path w="771525" h="852170">
                  <a:moveTo>
                    <a:pt x="22644" y="833450"/>
                  </a:moveTo>
                  <a:lnTo>
                    <a:pt x="16776" y="828154"/>
                  </a:lnTo>
                  <a:lnTo>
                    <a:pt x="0" y="846709"/>
                  </a:lnTo>
                  <a:lnTo>
                    <a:pt x="5880" y="852004"/>
                  </a:lnTo>
                  <a:lnTo>
                    <a:pt x="22644" y="833450"/>
                  </a:lnTo>
                  <a:close/>
                </a:path>
                <a:path w="771525" h="852170">
                  <a:moveTo>
                    <a:pt x="69405" y="781697"/>
                  </a:moveTo>
                  <a:lnTo>
                    <a:pt x="63538" y="776401"/>
                  </a:lnTo>
                  <a:lnTo>
                    <a:pt x="46761" y="794943"/>
                  </a:lnTo>
                  <a:lnTo>
                    <a:pt x="52628" y="800252"/>
                  </a:lnTo>
                  <a:lnTo>
                    <a:pt x="69405" y="781697"/>
                  </a:lnTo>
                  <a:close/>
                </a:path>
                <a:path w="771525" h="852170">
                  <a:moveTo>
                    <a:pt x="116166" y="729932"/>
                  </a:moveTo>
                  <a:lnTo>
                    <a:pt x="110299" y="724636"/>
                  </a:lnTo>
                  <a:lnTo>
                    <a:pt x="93535" y="743178"/>
                  </a:lnTo>
                  <a:lnTo>
                    <a:pt x="99415" y="748487"/>
                  </a:lnTo>
                  <a:lnTo>
                    <a:pt x="116166" y="729932"/>
                  </a:lnTo>
                  <a:close/>
                </a:path>
                <a:path w="771525" h="852170">
                  <a:moveTo>
                    <a:pt x="162941" y="678167"/>
                  </a:moveTo>
                  <a:lnTo>
                    <a:pt x="157073" y="672858"/>
                  </a:lnTo>
                  <a:lnTo>
                    <a:pt x="140309" y="691413"/>
                  </a:lnTo>
                  <a:lnTo>
                    <a:pt x="146189" y="696722"/>
                  </a:lnTo>
                  <a:lnTo>
                    <a:pt x="162941" y="678167"/>
                  </a:lnTo>
                  <a:close/>
                </a:path>
                <a:path w="771525" h="852170">
                  <a:moveTo>
                    <a:pt x="209715" y="626402"/>
                  </a:moveTo>
                  <a:lnTo>
                    <a:pt x="203835" y="621106"/>
                  </a:lnTo>
                  <a:lnTo>
                    <a:pt x="187071" y="639660"/>
                  </a:lnTo>
                  <a:lnTo>
                    <a:pt x="192938" y="644969"/>
                  </a:lnTo>
                  <a:lnTo>
                    <a:pt x="209715" y="626402"/>
                  </a:lnTo>
                  <a:close/>
                </a:path>
                <a:path w="771525" h="852170">
                  <a:moveTo>
                    <a:pt x="256476" y="574662"/>
                  </a:moveTo>
                  <a:lnTo>
                    <a:pt x="250609" y="569353"/>
                  </a:lnTo>
                  <a:lnTo>
                    <a:pt x="233845" y="587908"/>
                  </a:lnTo>
                  <a:lnTo>
                    <a:pt x="239712" y="593217"/>
                  </a:lnTo>
                  <a:lnTo>
                    <a:pt x="256476" y="574662"/>
                  </a:lnTo>
                  <a:close/>
                </a:path>
                <a:path w="771525" h="852170">
                  <a:moveTo>
                    <a:pt x="303250" y="522897"/>
                  </a:moveTo>
                  <a:lnTo>
                    <a:pt x="297383" y="517588"/>
                  </a:lnTo>
                  <a:lnTo>
                    <a:pt x="280619" y="536155"/>
                  </a:lnTo>
                  <a:lnTo>
                    <a:pt x="286486" y="541451"/>
                  </a:lnTo>
                  <a:lnTo>
                    <a:pt x="303250" y="522897"/>
                  </a:lnTo>
                  <a:close/>
                </a:path>
                <a:path w="771525" h="852170">
                  <a:moveTo>
                    <a:pt x="350012" y="471131"/>
                  </a:moveTo>
                  <a:lnTo>
                    <a:pt x="344157" y="465836"/>
                  </a:lnTo>
                  <a:lnTo>
                    <a:pt x="327367" y="484378"/>
                  </a:lnTo>
                  <a:lnTo>
                    <a:pt x="333248" y="489686"/>
                  </a:lnTo>
                  <a:lnTo>
                    <a:pt x="350012" y="471131"/>
                  </a:lnTo>
                  <a:close/>
                </a:path>
                <a:path w="771525" h="852170">
                  <a:moveTo>
                    <a:pt x="396786" y="419379"/>
                  </a:moveTo>
                  <a:lnTo>
                    <a:pt x="390906" y="414070"/>
                  </a:lnTo>
                  <a:lnTo>
                    <a:pt x="374154" y="432625"/>
                  </a:lnTo>
                  <a:lnTo>
                    <a:pt x="380022" y="437921"/>
                  </a:lnTo>
                  <a:lnTo>
                    <a:pt x="396786" y="419379"/>
                  </a:lnTo>
                  <a:close/>
                </a:path>
                <a:path w="771525" h="852170">
                  <a:moveTo>
                    <a:pt x="443560" y="367614"/>
                  </a:moveTo>
                  <a:lnTo>
                    <a:pt x="437692" y="362305"/>
                  </a:lnTo>
                  <a:lnTo>
                    <a:pt x="420916" y="380860"/>
                  </a:lnTo>
                  <a:lnTo>
                    <a:pt x="426796" y="386168"/>
                  </a:lnTo>
                  <a:lnTo>
                    <a:pt x="443560" y="367614"/>
                  </a:lnTo>
                  <a:close/>
                </a:path>
                <a:path w="771525" h="852170">
                  <a:moveTo>
                    <a:pt x="490321" y="315849"/>
                  </a:moveTo>
                  <a:lnTo>
                    <a:pt x="484441" y="310553"/>
                  </a:lnTo>
                  <a:lnTo>
                    <a:pt x="467677" y="329120"/>
                  </a:lnTo>
                  <a:lnTo>
                    <a:pt x="473544" y="334416"/>
                  </a:lnTo>
                  <a:lnTo>
                    <a:pt x="490321" y="315849"/>
                  </a:lnTo>
                  <a:close/>
                </a:path>
                <a:path w="771525" h="852170">
                  <a:moveTo>
                    <a:pt x="537083" y="264109"/>
                  </a:moveTo>
                  <a:lnTo>
                    <a:pt x="531215" y="258800"/>
                  </a:lnTo>
                  <a:lnTo>
                    <a:pt x="514451" y="277368"/>
                  </a:lnTo>
                  <a:lnTo>
                    <a:pt x="520319" y="282663"/>
                  </a:lnTo>
                  <a:lnTo>
                    <a:pt x="537083" y="264109"/>
                  </a:lnTo>
                  <a:close/>
                </a:path>
                <a:path w="771525" h="852170">
                  <a:moveTo>
                    <a:pt x="583857" y="212344"/>
                  </a:moveTo>
                  <a:lnTo>
                    <a:pt x="577989" y="207035"/>
                  </a:lnTo>
                  <a:lnTo>
                    <a:pt x="561225" y="225590"/>
                  </a:lnTo>
                  <a:lnTo>
                    <a:pt x="567093" y="230898"/>
                  </a:lnTo>
                  <a:lnTo>
                    <a:pt x="583857" y="212344"/>
                  </a:lnTo>
                  <a:close/>
                </a:path>
                <a:path w="771525" h="852170">
                  <a:moveTo>
                    <a:pt x="630618" y="160578"/>
                  </a:moveTo>
                  <a:lnTo>
                    <a:pt x="624751" y="155282"/>
                  </a:lnTo>
                  <a:lnTo>
                    <a:pt x="607987" y="173824"/>
                  </a:lnTo>
                  <a:lnTo>
                    <a:pt x="613854" y="179133"/>
                  </a:lnTo>
                  <a:lnTo>
                    <a:pt x="630618" y="160578"/>
                  </a:lnTo>
                  <a:close/>
                </a:path>
                <a:path w="771525" h="852170">
                  <a:moveTo>
                    <a:pt x="677392" y="108813"/>
                  </a:moveTo>
                  <a:lnTo>
                    <a:pt x="671525" y="103517"/>
                  </a:lnTo>
                  <a:lnTo>
                    <a:pt x="654761" y="122072"/>
                  </a:lnTo>
                  <a:lnTo>
                    <a:pt x="660628" y="127368"/>
                  </a:lnTo>
                  <a:lnTo>
                    <a:pt x="677392" y="108813"/>
                  </a:lnTo>
                  <a:close/>
                </a:path>
                <a:path w="771525" h="852170">
                  <a:moveTo>
                    <a:pt x="724166" y="57061"/>
                  </a:moveTo>
                  <a:lnTo>
                    <a:pt x="718299" y="51752"/>
                  </a:lnTo>
                  <a:lnTo>
                    <a:pt x="701522" y="70307"/>
                  </a:lnTo>
                  <a:lnTo>
                    <a:pt x="707402" y="75615"/>
                  </a:lnTo>
                  <a:lnTo>
                    <a:pt x="724166" y="57061"/>
                  </a:lnTo>
                  <a:close/>
                </a:path>
                <a:path w="771525" h="852170">
                  <a:moveTo>
                    <a:pt x="770940" y="5295"/>
                  </a:moveTo>
                  <a:lnTo>
                    <a:pt x="765060" y="0"/>
                  </a:lnTo>
                  <a:lnTo>
                    <a:pt x="748296" y="18554"/>
                  </a:lnTo>
                  <a:lnTo>
                    <a:pt x="754164" y="23863"/>
                  </a:lnTo>
                  <a:lnTo>
                    <a:pt x="770940" y="529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31">
              <a:extLst>
                <a:ext uri="{FF2B5EF4-FFF2-40B4-BE49-F238E27FC236}">
                  <a16:creationId xmlns:a16="http://schemas.microsoft.com/office/drawing/2014/main" id="{625CAA4E-5AC9-440A-97E2-56B04CC4B7D9}"/>
                </a:ext>
              </a:extLst>
            </p:cNvPr>
            <p:cNvSpPr/>
            <p:nvPr/>
          </p:nvSpPr>
          <p:spPr>
            <a:xfrm>
              <a:off x="5896552" y="3149701"/>
              <a:ext cx="0" cy="7542530"/>
            </a:xfrm>
            <a:custGeom>
              <a:avLst/>
              <a:gdLst/>
              <a:ahLst/>
              <a:cxnLst/>
              <a:rect l="l" t="t" r="r" b="b"/>
              <a:pathLst>
                <a:path h="7542530">
                  <a:moveTo>
                    <a:pt x="0" y="0"/>
                  </a:moveTo>
                  <a:lnTo>
                    <a:pt x="0" y="7542301"/>
                  </a:lnTo>
                </a:path>
              </a:pathLst>
            </a:custGeom>
            <a:ln w="7912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32">
              <a:extLst>
                <a:ext uri="{FF2B5EF4-FFF2-40B4-BE49-F238E27FC236}">
                  <a16:creationId xmlns:a16="http://schemas.microsoft.com/office/drawing/2014/main" id="{9E591B7D-98CA-4A11-9A20-BAE1A5E5672A}"/>
                </a:ext>
              </a:extLst>
            </p:cNvPr>
            <p:cNvSpPr/>
            <p:nvPr/>
          </p:nvSpPr>
          <p:spPr>
            <a:xfrm>
              <a:off x="26073" y="10291153"/>
              <a:ext cx="721995" cy="59055"/>
            </a:xfrm>
            <a:custGeom>
              <a:avLst/>
              <a:gdLst/>
              <a:ahLst/>
              <a:cxnLst/>
              <a:rect l="l" t="t" r="r" b="b"/>
              <a:pathLst>
                <a:path w="721995" h="59054">
                  <a:moveTo>
                    <a:pt x="25501" y="1765"/>
                  </a:moveTo>
                  <a:lnTo>
                    <a:pt x="558" y="0"/>
                  </a:lnTo>
                  <a:lnTo>
                    <a:pt x="0" y="7886"/>
                  </a:lnTo>
                  <a:lnTo>
                    <a:pt x="24955" y="9652"/>
                  </a:lnTo>
                  <a:lnTo>
                    <a:pt x="25501" y="1765"/>
                  </a:lnTo>
                  <a:close/>
                </a:path>
                <a:path w="721995" h="59054">
                  <a:moveTo>
                    <a:pt x="95110" y="6654"/>
                  </a:moveTo>
                  <a:lnTo>
                    <a:pt x="70142" y="4902"/>
                  </a:lnTo>
                  <a:lnTo>
                    <a:pt x="69596" y="12801"/>
                  </a:lnTo>
                  <a:lnTo>
                    <a:pt x="94538" y="14554"/>
                  </a:lnTo>
                  <a:lnTo>
                    <a:pt x="95110" y="6654"/>
                  </a:lnTo>
                  <a:close/>
                </a:path>
                <a:path w="721995" h="59054">
                  <a:moveTo>
                    <a:pt x="164680" y="11557"/>
                  </a:moveTo>
                  <a:lnTo>
                    <a:pt x="139725" y="9804"/>
                  </a:lnTo>
                  <a:lnTo>
                    <a:pt x="139179" y="17703"/>
                  </a:lnTo>
                  <a:lnTo>
                    <a:pt x="164134" y="19456"/>
                  </a:lnTo>
                  <a:lnTo>
                    <a:pt x="164680" y="11557"/>
                  </a:lnTo>
                  <a:close/>
                </a:path>
                <a:path w="721995" h="59054">
                  <a:moveTo>
                    <a:pt x="234264" y="16471"/>
                  </a:moveTo>
                  <a:lnTo>
                    <a:pt x="209321" y="14719"/>
                  </a:lnTo>
                  <a:lnTo>
                    <a:pt x="208762" y="22606"/>
                  </a:lnTo>
                  <a:lnTo>
                    <a:pt x="233705" y="24371"/>
                  </a:lnTo>
                  <a:lnTo>
                    <a:pt x="234264" y="16471"/>
                  </a:lnTo>
                  <a:close/>
                </a:path>
                <a:path w="721995" h="59054">
                  <a:moveTo>
                    <a:pt x="303847" y="21361"/>
                  </a:moveTo>
                  <a:lnTo>
                    <a:pt x="278904" y="19596"/>
                  </a:lnTo>
                  <a:lnTo>
                    <a:pt x="278358" y="27495"/>
                  </a:lnTo>
                  <a:lnTo>
                    <a:pt x="303288" y="29260"/>
                  </a:lnTo>
                  <a:lnTo>
                    <a:pt x="303847" y="21361"/>
                  </a:lnTo>
                  <a:close/>
                </a:path>
                <a:path w="721995" h="59054">
                  <a:moveTo>
                    <a:pt x="373443" y="26263"/>
                  </a:moveTo>
                  <a:lnTo>
                    <a:pt x="348475" y="24511"/>
                  </a:lnTo>
                  <a:lnTo>
                    <a:pt x="347929" y="32397"/>
                  </a:lnTo>
                  <a:lnTo>
                    <a:pt x="372884" y="34163"/>
                  </a:lnTo>
                  <a:lnTo>
                    <a:pt x="373443" y="26263"/>
                  </a:lnTo>
                  <a:close/>
                </a:path>
                <a:path w="721995" h="59054">
                  <a:moveTo>
                    <a:pt x="443026" y="31165"/>
                  </a:moveTo>
                  <a:lnTo>
                    <a:pt x="418058" y="29413"/>
                  </a:lnTo>
                  <a:lnTo>
                    <a:pt x="417512" y="37312"/>
                  </a:lnTo>
                  <a:lnTo>
                    <a:pt x="442480" y="39065"/>
                  </a:lnTo>
                  <a:lnTo>
                    <a:pt x="443026" y="31165"/>
                  </a:lnTo>
                  <a:close/>
                </a:path>
                <a:path w="721995" h="59054">
                  <a:moveTo>
                    <a:pt x="512622" y="36068"/>
                  </a:moveTo>
                  <a:lnTo>
                    <a:pt x="487654" y="34315"/>
                  </a:lnTo>
                  <a:lnTo>
                    <a:pt x="487108" y="42214"/>
                  </a:lnTo>
                  <a:lnTo>
                    <a:pt x="512051" y="43954"/>
                  </a:lnTo>
                  <a:lnTo>
                    <a:pt x="512622" y="36068"/>
                  </a:lnTo>
                  <a:close/>
                </a:path>
                <a:path w="721995" h="59054">
                  <a:moveTo>
                    <a:pt x="582206" y="40970"/>
                  </a:moveTo>
                  <a:lnTo>
                    <a:pt x="557263" y="39217"/>
                  </a:lnTo>
                  <a:lnTo>
                    <a:pt x="556691" y="47104"/>
                  </a:lnTo>
                  <a:lnTo>
                    <a:pt x="581660" y="48869"/>
                  </a:lnTo>
                  <a:lnTo>
                    <a:pt x="582206" y="40970"/>
                  </a:lnTo>
                  <a:close/>
                </a:path>
                <a:path w="721995" h="59054">
                  <a:moveTo>
                    <a:pt x="651789" y="45872"/>
                  </a:moveTo>
                  <a:lnTo>
                    <a:pt x="626833" y="44119"/>
                  </a:lnTo>
                  <a:lnTo>
                    <a:pt x="626287" y="52006"/>
                  </a:lnTo>
                  <a:lnTo>
                    <a:pt x="651230" y="53771"/>
                  </a:lnTo>
                  <a:lnTo>
                    <a:pt x="651789" y="45872"/>
                  </a:lnTo>
                  <a:close/>
                </a:path>
                <a:path w="721995" h="59054">
                  <a:moveTo>
                    <a:pt x="721372" y="50787"/>
                  </a:moveTo>
                  <a:lnTo>
                    <a:pt x="696429" y="49022"/>
                  </a:lnTo>
                  <a:lnTo>
                    <a:pt x="695871" y="56908"/>
                  </a:lnTo>
                  <a:lnTo>
                    <a:pt x="720813" y="58674"/>
                  </a:lnTo>
                  <a:lnTo>
                    <a:pt x="721372" y="5078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33">
              <a:extLst>
                <a:ext uri="{FF2B5EF4-FFF2-40B4-BE49-F238E27FC236}">
                  <a16:creationId xmlns:a16="http://schemas.microsoft.com/office/drawing/2014/main" id="{C2F14F0F-099A-4117-916F-F077681F5A0A}"/>
                </a:ext>
              </a:extLst>
            </p:cNvPr>
            <p:cNvSpPr/>
            <p:nvPr/>
          </p:nvSpPr>
          <p:spPr>
            <a:xfrm>
              <a:off x="20916" y="10373271"/>
              <a:ext cx="721995" cy="48895"/>
            </a:xfrm>
            <a:custGeom>
              <a:avLst/>
              <a:gdLst/>
              <a:ahLst/>
              <a:cxnLst/>
              <a:rect l="l" t="t" r="r" b="b"/>
              <a:pathLst>
                <a:path w="721995" h="48895">
                  <a:moveTo>
                    <a:pt x="25425" y="1422"/>
                  </a:moveTo>
                  <a:lnTo>
                    <a:pt x="457" y="0"/>
                  </a:lnTo>
                  <a:lnTo>
                    <a:pt x="0" y="7912"/>
                  </a:lnTo>
                  <a:lnTo>
                    <a:pt x="24968" y="9321"/>
                  </a:lnTo>
                  <a:lnTo>
                    <a:pt x="25425" y="1422"/>
                  </a:lnTo>
                  <a:close/>
                </a:path>
                <a:path w="721995" h="48895">
                  <a:moveTo>
                    <a:pt x="95072" y="5334"/>
                  </a:moveTo>
                  <a:lnTo>
                    <a:pt x="70091" y="3924"/>
                  </a:lnTo>
                  <a:lnTo>
                    <a:pt x="69646" y="11836"/>
                  </a:lnTo>
                  <a:lnTo>
                    <a:pt x="94615" y="13233"/>
                  </a:lnTo>
                  <a:lnTo>
                    <a:pt x="95072" y="5334"/>
                  </a:lnTo>
                  <a:close/>
                </a:path>
                <a:path w="721995" h="48895">
                  <a:moveTo>
                    <a:pt x="164719" y="9258"/>
                  </a:moveTo>
                  <a:lnTo>
                    <a:pt x="139750" y="7861"/>
                  </a:lnTo>
                  <a:lnTo>
                    <a:pt x="139306" y="15760"/>
                  </a:lnTo>
                  <a:lnTo>
                    <a:pt x="164274" y="17183"/>
                  </a:lnTo>
                  <a:lnTo>
                    <a:pt x="164719" y="9258"/>
                  </a:lnTo>
                  <a:close/>
                </a:path>
                <a:path w="721995" h="48895">
                  <a:moveTo>
                    <a:pt x="234365" y="13195"/>
                  </a:moveTo>
                  <a:lnTo>
                    <a:pt x="209384" y="11798"/>
                  </a:lnTo>
                  <a:lnTo>
                    <a:pt x="208940" y="19697"/>
                  </a:lnTo>
                  <a:lnTo>
                    <a:pt x="233908" y="21107"/>
                  </a:lnTo>
                  <a:lnTo>
                    <a:pt x="234365" y="13195"/>
                  </a:lnTo>
                  <a:close/>
                </a:path>
                <a:path w="721995" h="48895">
                  <a:moveTo>
                    <a:pt x="304012" y="17119"/>
                  </a:moveTo>
                  <a:lnTo>
                    <a:pt x="279057" y="15709"/>
                  </a:lnTo>
                  <a:lnTo>
                    <a:pt x="278599" y="23622"/>
                  </a:lnTo>
                  <a:lnTo>
                    <a:pt x="303568" y="25031"/>
                  </a:lnTo>
                  <a:lnTo>
                    <a:pt x="304012" y="17119"/>
                  </a:lnTo>
                  <a:close/>
                </a:path>
                <a:path w="721995" h="48895">
                  <a:moveTo>
                    <a:pt x="373672" y="21056"/>
                  </a:moveTo>
                  <a:lnTo>
                    <a:pt x="348691" y="19646"/>
                  </a:lnTo>
                  <a:lnTo>
                    <a:pt x="348246" y="27546"/>
                  </a:lnTo>
                  <a:lnTo>
                    <a:pt x="373214" y="28956"/>
                  </a:lnTo>
                  <a:lnTo>
                    <a:pt x="373672" y="21056"/>
                  </a:lnTo>
                  <a:close/>
                </a:path>
                <a:path w="721995" h="48895">
                  <a:moveTo>
                    <a:pt x="443318" y="24993"/>
                  </a:moveTo>
                  <a:lnTo>
                    <a:pt x="418325" y="23583"/>
                  </a:lnTo>
                  <a:lnTo>
                    <a:pt x="417880" y="31483"/>
                  </a:lnTo>
                  <a:lnTo>
                    <a:pt x="442861" y="32893"/>
                  </a:lnTo>
                  <a:lnTo>
                    <a:pt x="443318" y="24993"/>
                  </a:lnTo>
                  <a:close/>
                </a:path>
                <a:path w="721995" h="48895">
                  <a:moveTo>
                    <a:pt x="512965" y="28905"/>
                  </a:moveTo>
                  <a:lnTo>
                    <a:pt x="487984" y="27508"/>
                  </a:lnTo>
                  <a:lnTo>
                    <a:pt x="487553" y="35407"/>
                  </a:lnTo>
                  <a:lnTo>
                    <a:pt x="512508" y="36817"/>
                  </a:lnTo>
                  <a:lnTo>
                    <a:pt x="512965" y="28905"/>
                  </a:lnTo>
                  <a:close/>
                </a:path>
                <a:path w="721995" h="48895">
                  <a:moveTo>
                    <a:pt x="582625" y="32854"/>
                  </a:moveTo>
                  <a:lnTo>
                    <a:pt x="557644" y="31445"/>
                  </a:lnTo>
                  <a:lnTo>
                    <a:pt x="557199" y="39344"/>
                  </a:lnTo>
                  <a:lnTo>
                    <a:pt x="582168" y="40754"/>
                  </a:lnTo>
                  <a:lnTo>
                    <a:pt x="582625" y="32854"/>
                  </a:lnTo>
                  <a:close/>
                </a:path>
                <a:path w="721995" h="48895">
                  <a:moveTo>
                    <a:pt x="652246" y="36766"/>
                  </a:moveTo>
                  <a:lnTo>
                    <a:pt x="627278" y="35356"/>
                  </a:lnTo>
                  <a:lnTo>
                    <a:pt x="626833" y="43268"/>
                  </a:lnTo>
                  <a:lnTo>
                    <a:pt x="651802" y="44665"/>
                  </a:lnTo>
                  <a:lnTo>
                    <a:pt x="652246" y="36766"/>
                  </a:lnTo>
                  <a:close/>
                </a:path>
                <a:path w="721995" h="48895">
                  <a:moveTo>
                    <a:pt x="721906" y="40703"/>
                  </a:moveTo>
                  <a:lnTo>
                    <a:pt x="696937" y="39306"/>
                  </a:lnTo>
                  <a:lnTo>
                    <a:pt x="696493" y="47193"/>
                  </a:lnTo>
                  <a:lnTo>
                    <a:pt x="721461" y="48602"/>
                  </a:lnTo>
                  <a:lnTo>
                    <a:pt x="721906" y="4070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34">
              <a:extLst>
                <a:ext uri="{FF2B5EF4-FFF2-40B4-BE49-F238E27FC236}">
                  <a16:creationId xmlns:a16="http://schemas.microsoft.com/office/drawing/2014/main" id="{0DE1BAD3-61D1-45F6-83A8-F6C7674E8109}"/>
                </a:ext>
              </a:extLst>
            </p:cNvPr>
            <p:cNvSpPr/>
            <p:nvPr/>
          </p:nvSpPr>
          <p:spPr>
            <a:xfrm>
              <a:off x="319951" y="9646170"/>
              <a:ext cx="437515" cy="90805"/>
            </a:xfrm>
            <a:custGeom>
              <a:avLst/>
              <a:gdLst/>
              <a:ahLst/>
              <a:cxnLst/>
              <a:rect l="l" t="t" r="r" b="b"/>
              <a:pathLst>
                <a:path w="437515" h="90804">
                  <a:moveTo>
                    <a:pt x="26022" y="4660"/>
                  </a:moveTo>
                  <a:lnTo>
                    <a:pt x="1460" y="0"/>
                  </a:lnTo>
                  <a:lnTo>
                    <a:pt x="0" y="7785"/>
                  </a:lnTo>
                  <a:lnTo>
                    <a:pt x="24549" y="12433"/>
                  </a:lnTo>
                  <a:lnTo>
                    <a:pt x="26022" y="4660"/>
                  </a:lnTo>
                  <a:close/>
                </a:path>
                <a:path w="437515" h="90804">
                  <a:moveTo>
                    <a:pt x="94576" y="17665"/>
                  </a:moveTo>
                  <a:lnTo>
                    <a:pt x="70015" y="13017"/>
                  </a:lnTo>
                  <a:lnTo>
                    <a:pt x="68541" y="20789"/>
                  </a:lnTo>
                  <a:lnTo>
                    <a:pt x="93091" y="25450"/>
                  </a:lnTo>
                  <a:lnTo>
                    <a:pt x="94576" y="17665"/>
                  </a:lnTo>
                  <a:close/>
                </a:path>
                <a:path w="437515" h="90804">
                  <a:moveTo>
                    <a:pt x="163106" y="30683"/>
                  </a:moveTo>
                  <a:lnTo>
                    <a:pt x="138531" y="26022"/>
                  </a:lnTo>
                  <a:lnTo>
                    <a:pt x="137071" y="33807"/>
                  </a:lnTo>
                  <a:lnTo>
                    <a:pt x="161632" y="38455"/>
                  </a:lnTo>
                  <a:lnTo>
                    <a:pt x="163106" y="30683"/>
                  </a:lnTo>
                  <a:close/>
                </a:path>
                <a:path w="437515" h="90804">
                  <a:moveTo>
                    <a:pt x="231635" y="43688"/>
                  </a:moveTo>
                  <a:lnTo>
                    <a:pt x="207086" y="39039"/>
                  </a:lnTo>
                  <a:lnTo>
                    <a:pt x="205600" y="46812"/>
                  </a:lnTo>
                  <a:lnTo>
                    <a:pt x="230162" y="51473"/>
                  </a:lnTo>
                  <a:lnTo>
                    <a:pt x="231635" y="43688"/>
                  </a:lnTo>
                  <a:close/>
                </a:path>
                <a:path w="437515" h="90804">
                  <a:moveTo>
                    <a:pt x="300177" y="56705"/>
                  </a:moveTo>
                  <a:lnTo>
                    <a:pt x="275602" y="52044"/>
                  </a:lnTo>
                  <a:lnTo>
                    <a:pt x="274129" y="59817"/>
                  </a:lnTo>
                  <a:lnTo>
                    <a:pt x="298691" y="64477"/>
                  </a:lnTo>
                  <a:lnTo>
                    <a:pt x="300177" y="56705"/>
                  </a:lnTo>
                  <a:close/>
                </a:path>
                <a:path w="437515" h="90804">
                  <a:moveTo>
                    <a:pt x="368706" y="69723"/>
                  </a:moveTo>
                  <a:lnTo>
                    <a:pt x="344144" y="65049"/>
                  </a:lnTo>
                  <a:lnTo>
                    <a:pt x="342671" y="72834"/>
                  </a:lnTo>
                  <a:lnTo>
                    <a:pt x="367233" y="77482"/>
                  </a:lnTo>
                  <a:lnTo>
                    <a:pt x="368706" y="69723"/>
                  </a:lnTo>
                  <a:close/>
                </a:path>
                <a:path w="437515" h="90804">
                  <a:moveTo>
                    <a:pt x="437248" y="82715"/>
                  </a:moveTo>
                  <a:lnTo>
                    <a:pt x="412699" y="78066"/>
                  </a:lnTo>
                  <a:lnTo>
                    <a:pt x="411213" y="85839"/>
                  </a:lnTo>
                  <a:lnTo>
                    <a:pt x="435762" y="90500"/>
                  </a:lnTo>
                  <a:lnTo>
                    <a:pt x="437248" y="8271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35">
              <a:extLst>
                <a:ext uri="{FF2B5EF4-FFF2-40B4-BE49-F238E27FC236}">
                  <a16:creationId xmlns:a16="http://schemas.microsoft.com/office/drawing/2014/main" id="{9024E388-DFC5-4B74-A663-DA37771F9672}"/>
                </a:ext>
              </a:extLst>
            </p:cNvPr>
            <p:cNvSpPr/>
            <p:nvPr/>
          </p:nvSpPr>
          <p:spPr>
            <a:xfrm>
              <a:off x="5997308" y="3850551"/>
              <a:ext cx="1562735" cy="2162175"/>
            </a:xfrm>
            <a:custGeom>
              <a:avLst/>
              <a:gdLst/>
              <a:ahLst/>
              <a:cxnLst/>
              <a:rect l="l" t="t" r="r" b="b"/>
              <a:pathLst>
                <a:path w="1562734" h="2162175">
                  <a:moveTo>
                    <a:pt x="21082" y="20256"/>
                  </a:moveTo>
                  <a:lnTo>
                    <a:pt x="6413" y="0"/>
                  </a:lnTo>
                  <a:lnTo>
                    <a:pt x="0" y="4648"/>
                  </a:lnTo>
                  <a:lnTo>
                    <a:pt x="14668" y="24904"/>
                  </a:lnTo>
                  <a:lnTo>
                    <a:pt x="21082" y="20256"/>
                  </a:lnTo>
                  <a:close/>
                </a:path>
                <a:path w="1562734" h="2162175">
                  <a:moveTo>
                    <a:pt x="62001" y="76746"/>
                  </a:moveTo>
                  <a:lnTo>
                    <a:pt x="47332" y="56489"/>
                  </a:lnTo>
                  <a:lnTo>
                    <a:pt x="40919" y="61137"/>
                  </a:lnTo>
                  <a:lnTo>
                    <a:pt x="55587" y="81381"/>
                  </a:lnTo>
                  <a:lnTo>
                    <a:pt x="62001" y="76746"/>
                  </a:lnTo>
                  <a:close/>
                </a:path>
                <a:path w="1562734" h="2162175">
                  <a:moveTo>
                    <a:pt x="102933" y="133235"/>
                  </a:moveTo>
                  <a:lnTo>
                    <a:pt x="88252" y="112991"/>
                  </a:lnTo>
                  <a:lnTo>
                    <a:pt x="81851" y="117627"/>
                  </a:lnTo>
                  <a:lnTo>
                    <a:pt x="96520" y="137883"/>
                  </a:lnTo>
                  <a:lnTo>
                    <a:pt x="102933" y="133235"/>
                  </a:lnTo>
                  <a:close/>
                </a:path>
                <a:path w="1562734" h="2162175">
                  <a:moveTo>
                    <a:pt x="143852" y="189725"/>
                  </a:moveTo>
                  <a:lnTo>
                    <a:pt x="129184" y="169468"/>
                  </a:lnTo>
                  <a:lnTo>
                    <a:pt x="122770" y="174117"/>
                  </a:lnTo>
                  <a:lnTo>
                    <a:pt x="137439" y="194360"/>
                  </a:lnTo>
                  <a:lnTo>
                    <a:pt x="143852" y="189725"/>
                  </a:lnTo>
                  <a:close/>
                </a:path>
                <a:path w="1562734" h="2162175">
                  <a:moveTo>
                    <a:pt x="184785" y="246214"/>
                  </a:moveTo>
                  <a:lnTo>
                    <a:pt x="170116" y="225958"/>
                  </a:lnTo>
                  <a:lnTo>
                    <a:pt x="163703" y="230606"/>
                  </a:lnTo>
                  <a:lnTo>
                    <a:pt x="178371" y="250863"/>
                  </a:lnTo>
                  <a:lnTo>
                    <a:pt x="184785" y="246214"/>
                  </a:lnTo>
                  <a:close/>
                </a:path>
                <a:path w="1562734" h="2162175">
                  <a:moveTo>
                    <a:pt x="225704" y="302717"/>
                  </a:moveTo>
                  <a:lnTo>
                    <a:pt x="211023" y="282460"/>
                  </a:lnTo>
                  <a:lnTo>
                    <a:pt x="204622" y="287108"/>
                  </a:lnTo>
                  <a:lnTo>
                    <a:pt x="219290" y="307365"/>
                  </a:lnTo>
                  <a:lnTo>
                    <a:pt x="225704" y="302717"/>
                  </a:lnTo>
                  <a:close/>
                </a:path>
                <a:path w="1562734" h="2162175">
                  <a:moveTo>
                    <a:pt x="266636" y="359206"/>
                  </a:moveTo>
                  <a:lnTo>
                    <a:pt x="251968" y="338950"/>
                  </a:lnTo>
                  <a:lnTo>
                    <a:pt x="245554" y="343598"/>
                  </a:lnTo>
                  <a:lnTo>
                    <a:pt x="260223" y="363842"/>
                  </a:lnTo>
                  <a:lnTo>
                    <a:pt x="266636" y="359206"/>
                  </a:lnTo>
                  <a:close/>
                </a:path>
                <a:path w="1562734" h="2162175">
                  <a:moveTo>
                    <a:pt x="307555" y="415696"/>
                  </a:moveTo>
                  <a:lnTo>
                    <a:pt x="292887" y="395439"/>
                  </a:lnTo>
                  <a:lnTo>
                    <a:pt x="286473" y="400088"/>
                  </a:lnTo>
                  <a:lnTo>
                    <a:pt x="301142" y="420344"/>
                  </a:lnTo>
                  <a:lnTo>
                    <a:pt x="307555" y="415696"/>
                  </a:lnTo>
                  <a:close/>
                </a:path>
                <a:path w="1562734" h="2162175">
                  <a:moveTo>
                    <a:pt x="348488" y="472186"/>
                  </a:moveTo>
                  <a:lnTo>
                    <a:pt x="333819" y="451942"/>
                  </a:lnTo>
                  <a:lnTo>
                    <a:pt x="327406" y="456577"/>
                  </a:lnTo>
                  <a:lnTo>
                    <a:pt x="342074" y="476834"/>
                  </a:lnTo>
                  <a:lnTo>
                    <a:pt x="348488" y="472186"/>
                  </a:lnTo>
                  <a:close/>
                </a:path>
                <a:path w="1562734" h="2162175">
                  <a:moveTo>
                    <a:pt x="389407" y="528675"/>
                  </a:moveTo>
                  <a:lnTo>
                    <a:pt x="374738" y="508431"/>
                  </a:lnTo>
                  <a:lnTo>
                    <a:pt x="368325" y="513067"/>
                  </a:lnTo>
                  <a:lnTo>
                    <a:pt x="382993" y="533323"/>
                  </a:lnTo>
                  <a:lnTo>
                    <a:pt x="389407" y="528675"/>
                  </a:lnTo>
                  <a:close/>
                </a:path>
                <a:path w="1562734" h="2162175">
                  <a:moveTo>
                    <a:pt x="430339" y="585165"/>
                  </a:moveTo>
                  <a:lnTo>
                    <a:pt x="415671" y="564908"/>
                  </a:lnTo>
                  <a:lnTo>
                    <a:pt x="409257" y="569556"/>
                  </a:lnTo>
                  <a:lnTo>
                    <a:pt x="423926" y="589813"/>
                  </a:lnTo>
                  <a:lnTo>
                    <a:pt x="430339" y="585165"/>
                  </a:lnTo>
                  <a:close/>
                </a:path>
                <a:path w="1562734" h="2162175">
                  <a:moveTo>
                    <a:pt x="471258" y="641667"/>
                  </a:moveTo>
                  <a:lnTo>
                    <a:pt x="456590" y="621411"/>
                  </a:lnTo>
                  <a:lnTo>
                    <a:pt x="450189" y="626059"/>
                  </a:lnTo>
                  <a:lnTo>
                    <a:pt x="464858" y="646315"/>
                  </a:lnTo>
                  <a:lnTo>
                    <a:pt x="471258" y="641667"/>
                  </a:lnTo>
                  <a:close/>
                </a:path>
                <a:path w="1562734" h="2162175">
                  <a:moveTo>
                    <a:pt x="512191" y="698157"/>
                  </a:moveTo>
                  <a:lnTo>
                    <a:pt x="497522" y="677900"/>
                  </a:lnTo>
                  <a:lnTo>
                    <a:pt x="491109" y="682548"/>
                  </a:lnTo>
                  <a:lnTo>
                    <a:pt x="505777" y="702805"/>
                  </a:lnTo>
                  <a:lnTo>
                    <a:pt x="512191" y="698157"/>
                  </a:lnTo>
                  <a:close/>
                </a:path>
                <a:path w="1562734" h="2162175">
                  <a:moveTo>
                    <a:pt x="553110" y="754646"/>
                  </a:moveTo>
                  <a:lnTo>
                    <a:pt x="538441" y="734390"/>
                  </a:lnTo>
                  <a:lnTo>
                    <a:pt x="532028" y="739038"/>
                  </a:lnTo>
                  <a:lnTo>
                    <a:pt x="546696" y="759282"/>
                  </a:lnTo>
                  <a:lnTo>
                    <a:pt x="553110" y="754646"/>
                  </a:lnTo>
                  <a:close/>
                </a:path>
                <a:path w="1562734" h="2162175">
                  <a:moveTo>
                    <a:pt x="594042" y="811136"/>
                  </a:moveTo>
                  <a:lnTo>
                    <a:pt x="579374" y="790892"/>
                  </a:lnTo>
                  <a:lnTo>
                    <a:pt x="572960" y="795528"/>
                  </a:lnTo>
                  <a:lnTo>
                    <a:pt x="587629" y="815784"/>
                  </a:lnTo>
                  <a:lnTo>
                    <a:pt x="594042" y="811136"/>
                  </a:lnTo>
                  <a:close/>
                </a:path>
                <a:path w="1562734" h="2162175">
                  <a:moveTo>
                    <a:pt x="634961" y="867638"/>
                  </a:moveTo>
                  <a:lnTo>
                    <a:pt x="620293" y="847382"/>
                  </a:lnTo>
                  <a:lnTo>
                    <a:pt x="613879" y="852030"/>
                  </a:lnTo>
                  <a:lnTo>
                    <a:pt x="628548" y="872286"/>
                  </a:lnTo>
                  <a:lnTo>
                    <a:pt x="634961" y="867638"/>
                  </a:lnTo>
                  <a:close/>
                </a:path>
                <a:path w="1562734" h="2162175">
                  <a:moveTo>
                    <a:pt x="675894" y="924128"/>
                  </a:moveTo>
                  <a:lnTo>
                    <a:pt x="661225" y="903871"/>
                  </a:lnTo>
                  <a:lnTo>
                    <a:pt x="654812" y="908519"/>
                  </a:lnTo>
                  <a:lnTo>
                    <a:pt x="669480" y="928776"/>
                  </a:lnTo>
                  <a:lnTo>
                    <a:pt x="675894" y="924128"/>
                  </a:lnTo>
                  <a:close/>
                </a:path>
                <a:path w="1562734" h="2162175">
                  <a:moveTo>
                    <a:pt x="716826" y="980617"/>
                  </a:moveTo>
                  <a:lnTo>
                    <a:pt x="702157" y="960361"/>
                  </a:lnTo>
                  <a:lnTo>
                    <a:pt x="695744" y="965009"/>
                  </a:lnTo>
                  <a:lnTo>
                    <a:pt x="710412" y="985266"/>
                  </a:lnTo>
                  <a:lnTo>
                    <a:pt x="716826" y="980617"/>
                  </a:lnTo>
                  <a:close/>
                </a:path>
                <a:path w="1562734" h="2162175">
                  <a:moveTo>
                    <a:pt x="757745" y="1037107"/>
                  </a:moveTo>
                  <a:lnTo>
                    <a:pt x="743077" y="1016850"/>
                  </a:lnTo>
                  <a:lnTo>
                    <a:pt x="736663" y="1021499"/>
                  </a:lnTo>
                  <a:lnTo>
                    <a:pt x="751332" y="1041755"/>
                  </a:lnTo>
                  <a:lnTo>
                    <a:pt x="757745" y="1037107"/>
                  </a:lnTo>
                  <a:close/>
                </a:path>
                <a:path w="1562734" h="2162175">
                  <a:moveTo>
                    <a:pt x="798677" y="1093597"/>
                  </a:moveTo>
                  <a:lnTo>
                    <a:pt x="784009" y="1073340"/>
                  </a:lnTo>
                  <a:lnTo>
                    <a:pt x="777595" y="1077988"/>
                  </a:lnTo>
                  <a:lnTo>
                    <a:pt x="792264" y="1098245"/>
                  </a:lnTo>
                  <a:lnTo>
                    <a:pt x="798677" y="1093597"/>
                  </a:lnTo>
                  <a:close/>
                </a:path>
                <a:path w="1562734" h="2162175">
                  <a:moveTo>
                    <a:pt x="839597" y="1150086"/>
                  </a:moveTo>
                  <a:lnTo>
                    <a:pt x="824928" y="1129842"/>
                  </a:lnTo>
                  <a:lnTo>
                    <a:pt x="818515" y="1134478"/>
                  </a:lnTo>
                  <a:lnTo>
                    <a:pt x="833183" y="1154734"/>
                  </a:lnTo>
                  <a:lnTo>
                    <a:pt x="839597" y="1150086"/>
                  </a:lnTo>
                  <a:close/>
                </a:path>
                <a:path w="1562734" h="2162175">
                  <a:moveTo>
                    <a:pt x="880516" y="1206588"/>
                  </a:moveTo>
                  <a:lnTo>
                    <a:pt x="865847" y="1186332"/>
                  </a:lnTo>
                  <a:lnTo>
                    <a:pt x="859434" y="1190980"/>
                  </a:lnTo>
                  <a:lnTo>
                    <a:pt x="874102" y="1211224"/>
                  </a:lnTo>
                  <a:lnTo>
                    <a:pt x="880516" y="1206588"/>
                  </a:lnTo>
                  <a:close/>
                </a:path>
                <a:path w="1562734" h="2162175">
                  <a:moveTo>
                    <a:pt x="921448" y="1263078"/>
                  </a:moveTo>
                  <a:lnTo>
                    <a:pt x="906780" y="1242834"/>
                  </a:lnTo>
                  <a:lnTo>
                    <a:pt x="900366" y="1247470"/>
                  </a:lnTo>
                  <a:lnTo>
                    <a:pt x="915035" y="1267726"/>
                  </a:lnTo>
                  <a:lnTo>
                    <a:pt x="921448" y="1263078"/>
                  </a:lnTo>
                  <a:close/>
                </a:path>
                <a:path w="1562734" h="2162175">
                  <a:moveTo>
                    <a:pt x="962367" y="1319568"/>
                  </a:moveTo>
                  <a:lnTo>
                    <a:pt x="947699" y="1299324"/>
                  </a:lnTo>
                  <a:lnTo>
                    <a:pt x="941285" y="1303959"/>
                  </a:lnTo>
                  <a:lnTo>
                    <a:pt x="955954" y="1324216"/>
                  </a:lnTo>
                  <a:lnTo>
                    <a:pt x="962367" y="1319568"/>
                  </a:lnTo>
                  <a:close/>
                </a:path>
                <a:path w="1562734" h="2162175">
                  <a:moveTo>
                    <a:pt x="1003300" y="1376057"/>
                  </a:moveTo>
                  <a:lnTo>
                    <a:pt x="988618" y="1355801"/>
                  </a:lnTo>
                  <a:lnTo>
                    <a:pt x="982218" y="1360449"/>
                  </a:lnTo>
                  <a:lnTo>
                    <a:pt x="996886" y="1380705"/>
                  </a:lnTo>
                  <a:lnTo>
                    <a:pt x="1003300" y="1376057"/>
                  </a:lnTo>
                  <a:close/>
                </a:path>
                <a:path w="1562734" h="2162175">
                  <a:moveTo>
                    <a:pt x="1044219" y="1432547"/>
                  </a:moveTo>
                  <a:lnTo>
                    <a:pt x="1029550" y="1412290"/>
                  </a:lnTo>
                  <a:lnTo>
                    <a:pt x="1023150" y="1416939"/>
                  </a:lnTo>
                  <a:lnTo>
                    <a:pt x="1037805" y="1437195"/>
                  </a:lnTo>
                  <a:lnTo>
                    <a:pt x="1044219" y="1432547"/>
                  </a:lnTo>
                  <a:close/>
                </a:path>
                <a:path w="1562734" h="2162175">
                  <a:moveTo>
                    <a:pt x="1085151" y="1489049"/>
                  </a:moveTo>
                  <a:lnTo>
                    <a:pt x="1070483" y="1468805"/>
                  </a:lnTo>
                  <a:lnTo>
                    <a:pt x="1064069" y="1473441"/>
                  </a:lnTo>
                  <a:lnTo>
                    <a:pt x="1078738" y="1493685"/>
                  </a:lnTo>
                  <a:lnTo>
                    <a:pt x="1085151" y="1489049"/>
                  </a:lnTo>
                  <a:close/>
                </a:path>
                <a:path w="1562734" h="2162175">
                  <a:moveTo>
                    <a:pt x="1126083" y="1545551"/>
                  </a:moveTo>
                  <a:lnTo>
                    <a:pt x="1111415" y="1525295"/>
                  </a:lnTo>
                  <a:lnTo>
                    <a:pt x="1105001" y="1529943"/>
                  </a:lnTo>
                  <a:lnTo>
                    <a:pt x="1119670" y="1550187"/>
                  </a:lnTo>
                  <a:lnTo>
                    <a:pt x="1126083" y="1545551"/>
                  </a:lnTo>
                  <a:close/>
                </a:path>
                <a:path w="1562734" h="2162175">
                  <a:moveTo>
                    <a:pt x="1167003" y="1602028"/>
                  </a:moveTo>
                  <a:lnTo>
                    <a:pt x="1152334" y="1581772"/>
                  </a:lnTo>
                  <a:lnTo>
                    <a:pt x="1145921" y="1586420"/>
                  </a:lnTo>
                  <a:lnTo>
                    <a:pt x="1160589" y="1606664"/>
                  </a:lnTo>
                  <a:lnTo>
                    <a:pt x="1167003" y="1602028"/>
                  </a:lnTo>
                  <a:close/>
                </a:path>
                <a:path w="1562734" h="2162175">
                  <a:moveTo>
                    <a:pt x="1207922" y="1658518"/>
                  </a:moveTo>
                  <a:lnTo>
                    <a:pt x="1193253" y="1638261"/>
                  </a:lnTo>
                  <a:lnTo>
                    <a:pt x="1186840" y="1642910"/>
                  </a:lnTo>
                  <a:lnTo>
                    <a:pt x="1201508" y="1663166"/>
                  </a:lnTo>
                  <a:lnTo>
                    <a:pt x="1207922" y="1658518"/>
                  </a:lnTo>
                  <a:close/>
                </a:path>
                <a:path w="1562734" h="2162175">
                  <a:moveTo>
                    <a:pt x="1248854" y="1715020"/>
                  </a:moveTo>
                  <a:lnTo>
                    <a:pt x="1234186" y="1694764"/>
                  </a:lnTo>
                  <a:lnTo>
                    <a:pt x="1227772" y="1699412"/>
                  </a:lnTo>
                  <a:lnTo>
                    <a:pt x="1242441" y="1719668"/>
                  </a:lnTo>
                  <a:lnTo>
                    <a:pt x="1248854" y="1715020"/>
                  </a:lnTo>
                  <a:close/>
                </a:path>
                <a:path w="1562734" h="2162175">
                  <a:moveTo>
                    <a:pt x="1289786" y="1771510"/>
                  </a:moveTo>
                  <a:lnTo>
                    <a:pt x="1275118" y="1751253"/>
                  </a:lnTo>
                  <a:lnTo>
                    <a:pt x="1268704" y="1755902"/>
                  </a:lnTo>
                  <a:lnTo>
                    <a:pt x="1283373" y="1776158"/>
                  </a:lnTo>
                  <a:lnTo>
                    <a:pt x="1289786" y="1771510"/>
                  </a:lnTo>
                  <a:close/>
                </a:path>
                <a:path w="1562734" h="2162175">
                  <a:moveTo>
                    <a:pt x="1330706" y="1827999"/>
                  </a:moveTo>
                  <a:lnTo>
                    <a:pt x="1316037" y="1807743"/>
                  </a:lnTo>
                  <a:lnTo>
                    <a:pt x="1309624" y="1812391"/>
                  </a:lnTo>
                  <a:lnTo>
                    <a:pt x="1324292" y="1832648"/>
                  </a:lnTo>
                  <a:lnTo>
                    <a:pt x="1330706" y="1827999"/>
                  </a:lnTo>
                  <a:close/>
                </a:path>
                <a:path w="1562734" h="2162175">
                  <a:moveTo>
                    <a:pt x="1371638" y="1884489"/>
                  </a:moveTo>
                  <a:lnTo>
                    <a:pt x="1356969" y="1864245"/>
                  </a:lnTo>
                  <a:lnTo>
                    <a:pt x="1350556" y="1868881"/>
                  </a:lnTo>
                  <a:lnTo>
                    <a:pt x="1365224" y="1889137"/>
                  </a:lnTo>
                  <a:lnTo>
                    <a:pt x="1371638" y="1884489"/>
                  </a:lnTo>
                  <a:close/>
                </a:path>
                <a:path w="1562734" h="2162175">
                  <a:moveTo>
                    <a:pt x="1412557" y="1940979"/>
                  </a:moveTo>
                  <a:lnTo>
                    <a:pt x="1397889" y="1920722"/>
                  </a:lnTo>
                  <a:lnTo>
                    <a:pt x="1391475" y="1925370"/>
                  </a:lnTo>
                  <a:lnTo>
                    <a:pt x="1406144" y="1945627"/>
                  </a:lnTo>
                  <a:lnTo>
                    <a:pt x="1412557" y="1940979"/>
                  </a:lnTo>
                  <a:close/>
                </a:path>
                <a:path w="1562734" h="2162175">
                  <a:moveTo>
                    <a:pt x="1453489" y="1997481"/>
                  </a:moveTo>
                  <a:lnTo>
                    <a:pt x="1438808" y="1977224"/>
                  </a:lnTo>
                  <a:lnTo>
                    <a:pt x="1432407" y="1981873"/>
                  </a:lnTo>
                  <a:lnTo>
                    <a:pt x="1447076" y="2002129"/>
                  </a:lnTo>
                  <a:lnTo>
                    <a:pt x="1453489" y="1997481"/>
                  </a:lnTo>
                  <a:close/>
                </a:path>
                <a:path w="1562734" h="2162175">
                  <a:moveTo>
                    <a:pt x="1494409" y="2053971"/>
                  </a:moveTo>
                  <a:lnTo>
                    <a:pt x="1479740" y="2033714"/>
                  </a:lnTo>
                  <a:lnTo>
                    <a:pt x="1473327" y="2038362"/>
                  </a:lnTo>
                  <a:lnTo>
                    <a:pt x="1487995" y="2058606"/>
                  </a:lnTo>
                  <a:lnTo>
                    <a:pt x="1494409" y="2053971"/>
                  </a:lnTo>
                  <a:close/>
                </a:path>
                <a:path w="1562734" h="2162175">
                  <a:moveTo>
                    <a:pt x="1535341" y="2110460"/>
                  </a:moveTo>
                  <a:lnTo>
                    <a:pt x="1520672" y="2090204"/>
                  </a:lnTo>
                  <a:lnTo>
                    <a:pt x="1514259" y="2094852"/>
                  </a:lnTo>
                  <a:lnTo>
                    <a:pt x="1528927" y="2115108"/>
                  </a:lnTo>
                  <a:lnTo>
                    <a:pt x="1535341" y="2110460"/>
                  </a:lnTo>
                  <a:close/>
                </a:path>
                <a:path w="1562734" h="2162175">
                  <a:moveTo>
                    <a:pt x="1562671" y="2148205"/>
                  </a:moveTo>
                  <a:lnTo>
                    <a:pt x="1561592" y="2146706"/>
                  </a:lnTo>
                  <a:lnTo>
                    <a:pt x="1555178" y="2151342"/>
                  </a:lnTo>
                  <a:lnTo>
                    <a:pt x="1562671" y="2161692"/>
                  </a:lnTo>
                  <a:lnTo>
                    <a:pt x="1562671" y="214820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36">
              <a:extLst>
                <a:ext uri="{FF2B5EF4-FFF2-40B4-BE49-F238E27FC236}">
                  <a16:creationId xmlns:a16="http://schemas.microsoft.com/office/drawing/2014/main" id="{7D5917A2-D2E0-420B-824C-72FE084416F3}"/>
                </a:ext>
              </a:extLst>
            </p:cNvPr>
            <p:cNvSpPr/>
            <p:nvPr/>
          </p:nvSpPr>
          <p:spPr>
            <a:xfrm>
              <a:off x="5057661" y="6101867"/>
              <a:ext cx="2500630" cy="1951355"/>
            </a:xfrm>
            <a:custGeom>
              <a:avLst/>
              <a:gdLst/>
              <a:ahLst/>
              <a:cxnLst/>
              <a:rect l="l" t="t" r="r" b="b"/>
              <a:pathLst>
                <a:path w="2500629" h="1951354">
                  <a:moveTo>
                    <a:pt x="24587" y="15367"/>
                  </a:moveTo>
                  <a:lnTo>
                    <a:pt x="4851" y="0"/>
                  </a:lnTo>
                  <a:lnTo>
                    <a:pt x="0" y="6235"/>
                  </a:lnTo>
                  <a:lnTo>
                    <a:pt x="19723" y="21615"/>
                  </a:lnTo>
                  <a:lnTo>
                    <a:pt x="24587" y="15367"/>
                  </a:lnTo>
                  <a:close/>
                </a:path>
                <a:path w="2500629" h="1951354">
                  <a:moveTo>
                    <a:pt x="79603" y="58254"/>
                  </a:moveTo>
                  <a:lnTo>
                    <a:pt x="59880" y="42887"/>
                  </a:lnTo>
                  <a:lnTo>
                    <a:pt x="55016" y="49123"/>
                  </a:lnTo>
                  <a:lnTo>
                    <a:pt x="74739" y="64490"/>
                  </a:lnTo>
                  <a:lnTo>
                    <a:pt x="79603" y="58254"/>
                  </a:lnTo>
                  <a:close/>
                </a:path>
                <a:path w="2500629" h="1951354">
                  <a:moveTo>
                    <a:pt x="134632" y="101130"/>
                  </a:moveTo>
                  <a:lnTo>
                    <a:pt x="114909" y="85763"/>
                  </a:lnTo>
                  <a:lnTo>
                    <a:pt x="110045" y="91998"/>
                  </a:lnTo>
                  <a:lnTo>
                    <a:pt x="129768" y="107365"/>
                  </a:lnTo>
                  <a:lnTo>
                    <a:pt x="134632" y="101130"/>
                  </a:lnTo>
                  <a:close/>
                </a:path>
                <a:path w="2500629" h="1951354">
                  <a:moveTo>
                    <a:pt x="189649" y="144018"/>
                  </a:moveTo>
                  <a:lnTo>
                    <a:pt x="169926" y="128651"/>
                  </a:lnTo>
                  <a:lnTo>
                    <a:pt x="165074" y="134886"/>
                  </a:lnTo>
                  <a:lnTo>
                    <a:pt x="184785" y="150253"/>
                  </a:lnTo>
                  <a:lnTo>
                    <a:pt x="189649" y="144018"/>
                  </a:lnTo>
                  <a:close/>
                </a:path>
                <a:path w="2500629" h="1951354">
                  <a:moveTo>
                    <a:pt x="244665" y="186905"/>
                  </a:moveTo>
                  <a:lnTo>
                    <a:pt x="224955" y="171526"/>
                  </a:lnTo>
                  <a:lnTo>
                    <a:pt x="220091" y="177774"/>
                  </a:lnTo>
                  <a:lnTo>
                    <a:pt x="239801" y="193141"/>
                  </a:lnTo>
                  <a:lnTo>
                    <a:pt x="244665" y="186905"/>
                  </a:lnTo>
                  <a:close/>
                </a:path>
                <a:path w="2500629" h="1951354">
                  <a:moveTo>
                    <a:pt x="299694" y="229781"/>
                  </a:moveTo>
                  <a:lnTo>
                    <a:pt x="279971" y="214414"/>
                  </a:lnTo>
                  <a:lnTo>
                    <a:pt x="275107" y="220649"/>
                  </a:lnTo>
                  <a:lnTo>
                    <a:pt x="294830" y="236016"/>
                  </a:lnTo>
                  <a:lnTo>
                    <a:pt x="299694" y="229781"/>
                  </a:lnTo>
                  <a:close/>
                </a:path>
                <a:path w="2500629" h="1951354">
                  <a:moveTo>
                    <a:pt x="354711" y="272656"/>
                  </a:moveTo>
                  <a:lnTo>
                    <a:pt x="334975" y="257289"/>
                  </a:lnTo>
                  <a:lnTo>
                    <a:pt x="330123" y="263525"/>
                  </a:lnTo>
                  <a:lnTo>
                    <a:pt x="349859" y="278892"/>
                  </a:lnTo>
                  <a:lnTo>
                    <a:pt x="354711" y="272656"/>
                  </a:lnTo>
                  <a:close/>
                </a:path>
                <a:path w="2500629" h="1951354">
                  <a:moveTo>
                    <a:pt x="409740" y="315544"/>
                  </a:moveTo>
                  <a:lnTo>
                    <a:pt x="390017" y="300164"/>
                  </a:lnTo>
                  <a:lnTo>
                    <a:pt x="385152" y="306412"/>
                  </a:lnTo>
                  <a:lnTo>
                    <a:pt x="404876" y="321779"/>
                  </a:lnTo>
                  <a:lnTo>
                    <a:pt x="409740" y="315544"/>
                  </a:lnTo>
                  <a:close/>
                </a:path>
                <a:path w="2500629" h="1951354">
                  <a:moveTo>
                    <a:pt x="464769" y="358419"/>
                  </a:moveTo>
                  <a:lnTo>
                    <a:pt x="445046" y="343052"/>
                  </a:lnTo>
                  <a:lnTo>
                    <a:pt x="440182" y="349288"/>
                  </a:lnTo>
                  <a:lnTo>
                    <a:pt x="459905" y="364655"/>
                  </a:lnTo>
                  <a:lnTo>
                    <a:pt x="464769" y="358419"/>
                  </a:lnTo>
                  <a:close/>
                </a:path>
                <a:path w="2500629" h="1951354">
                  <a:moveTo>
                    <a:pt x="519785" y="401307"/>
                  </a:moveTo>
                  <a:lnTo>
                    <a:pt x="500062" y="385940"/>
                  </a:lnTo>
                  <a:lnTo>
                    <a:pt x="495198" y="392176"/>
                  </a:lnTo>
                  <a:lnTo>
                    <a:pt x="514921" y="407555"/>
                  </a:lnTo>
                  <a:lnTo>
                    <a:pt x="519785" y="401307"/>
                  </a:lnTo>
                  <a:close/>
                </a:path>
                <a:path w="2500629" h="1951354">
                  <a:moveTo>
                    <a:pt x="574802" y="444182"/>
                  </a:moveTo>
                  <a:lnTo>
                    <a:pt x="555078" y="428815"/>
                  </a:lnTo>
                  <a:lnTo>
                    <a:pt x="550214" y="435051"/>
                  </a:lnTo>
                  <a:lnTo>
                    <a:pt x="569937" y="450418"/>
                  </a:lnTo>
                  <a:lnTo>
                    <a:pt x="574802" y="444182"/>
                  </a:lnTo>
                  <a:close/>
                </a:path>
                <a:path w="2500629" h="1951354">
                  <a:moveTo>
                    <a:pt x="629831" y="487057"/>
                  </a:moveTo>
                  <a:lnTo>
                    <a:pt x="610108" y="471690"/>
                  </a:lnTo>
                  <a:lnTo>
                    <a:pt x="605243" y="477926"/>
                  </a:lnTo>
                  <a:lnTo>
                    <a:pt x="624967" y="493306"/>
                  </a:lnTo>
                  <a:lnTo>
                    <a:pt x="629831" y="487057"/>
                  </a:lnTo>
                  <a:close/>
                </a:path>
                <a:path w="2500629" h="1951354">
                  <a:moveTo>
                    <a:pt x="684847" y="529945"/>
                  </a:moveTo>
                  <a:lnTo>
                    <a:pt x="665124" y="514578"/>
                  </a:lnTo>
                  <a:lnTo>
                    <a:pt x="660273" y="520814"/>
                  </a:lnTo>
                  <a:lnTo>
                    <a:pt x="679996" y="536181"/>
                  </a:lnTo>
                  <a:lnTo>
                    <a:pt x="684847" y="529945"/>
                  </a:lnTo>
                  <a:close/>
                </a:path>
                <a:path w="2500629" h="1951354">
                  <a:moveTo>
                    <a:pt x="739889" y="572833"/>
                  </a:moveTo>
                  <a:lnTo>
                    <a:pt x="720153" y="557453"/>
                  </a:lnTo>
                  <a:lnTo>
                    <a:pt x="715302" y="563702"/>
                  </a:lnTo>
                  <a:lnTo>
                    <a:pt x="735025" y="579069"/>
                  </a:lnTo>
                  <a:lnTo>
                    <a:pt x="739889" y="572833"/>
                  </a:lnTo>
                  <a:close/>
                </a:path>
                <a:path w="2500629" h="1951354">
                  <a:moveTo>
                    <a:pt x="794905" y="615721"/>
                  </a:moveTo>
                  <a:lnTo>
                    <a:pt x="775182" y="600341"/>
                  </a:lnTo>
                  <a:lnTo>
                    <a:pt x="770318" y="606590"/>
                  </a:lnTo>
                  <a:lnTo>
                    <a:pt x="790041" y="621957"/>
                  </a:lnTo>
                  <a:lnTo>
                    <a:pt x="794905" y="615721"/>
                  </a:lnTo>
                  <a:close/>
                </a:path>
                <a:path w="2500629" h="1951354">
                  <a:moveTo>
                    <a:pt x="849922" y="658596"/>
                  </a:moveTo>
                  <a:lnTo>
                    <a:pt x="830199" y="643216"/>
                  </a:lnTo>
                  <a:lnTo>
                    <a:pt x="825334" y="649465"/>
                  </a:lnTo>
                  <a:lnTo>
                    <a:pt x="845058" y="664832"/>
                  </a:lnTo>
                  <a:lnTo>
                    <a:pt x="849922" y="658596"/>
                  </a:lnTo>
                  <a:close/>
                </a:path>
                <a:path w="2500629" h="1951354">
                  <a:moveTo>
                    <a:pt x="904938" y="701471"/>
                  </a:moveTo>
                  <a:lnTo>
                    <a:pt x="885215" y="686104"/>
                  </a:lnTo>
                  <a:lnTo>
                    <a:pt x="880351" y="692340"/>
                  </a:lnTo>
                  <a:lnTo>
                    <a:pt x="900074" y="707707"/>
                  </a:lnTo>
                  <a:lnTo>
                    <a:pt x="904938" y="701471"/>
                  </a:lnTo>
                  <a:close/>
                </a:path>
                <a:path w="2500629" h="1951354">
                  <a:moveTo>
                    <a:pt x="959967" y="744359"/>
                  </a:moveTo>
                  <a:lnTo>
                    <a:pt x="940244" y="728992"/>
                  </a:lnTo>
                  <a:lnTo>
                    <a:pt x="935380" y="735228"/>
                  </a:lnTo>
                  <a:lnTo>
                    <a:pt x="955103" y="750595"/>
                  </a:lnTo>
                  <a:lnTo>
                    <a:pt x="959967" y="744359"/>
                  </a:lnTo>
                  <a:close/>
                </a:path>
                <a:path w="2500629" h="1951354">
                  <a:moveTo>
                    <a:pt x="1014996" y="787247"/>
                  </a:moveTo>
                  <a:lnTo>
                    <a:pt x="995273" y="771867"/>
                  </a:lnTo>
                  <a:lnTo>
                    <a:pt x="990409" y="778116"/>
                  </a:lnTo>
                  <a:lnTo>
                    <a:pt x="1010132" y="793483"/>
                  </a:lnTo>
                  <a:lnTo>
                    <a:pt x="1014996" y="787247"/>
                  </a:lnTo>
                  <a:close/>
                </a:path>
                <a:path w="2500629" h="1951354">
                  <a:moveTo>
                    <a:pt x="1070013" y="830122"/>
                  </a:moveTo>
                  <a:lnTo>
                    <a:pt x="1050290" y="814755"/>
                  </a:lnTo>
                  <a:lnTo>
                    <a:pt x="1045425" y="820991"/>
                  </a:lnTo>
                  <a:lnTo>
                    <a:pt x="1065149" y="836358"/>
                  </a:lnTo>
                  <a:lnTo>
                    <a:pt x="1070013" y="830122"/>
                  </a:lnTo>
                  <a:close/>
                </a:path>
                <a:path w="2500629" h="1951354">
                  <a:moveTo>
                    <a:pt x="1125042" y="872998"/>
                  </a:moveTo>
                  <a:lnTo>
                    <a:pt x="1105319" y="857631"/>
                  </a:lnTo>
                  <a:lnTo>
                    <a:pt x="1100455" y="863879"/>
                  </a:lnTo>
                  <a:lnTo>
                    <a:pt x="1120165" y="879233"/>
                  </a:lnTo>
                  <a:lnTo>
                    <a:pt x="1125042" y="872998"/>
                  </a:lnTo>
                  <a:close/>
                </a:path>
                <a:path w="2500629" h="1951354">
                  <a:moveTo>
                    <a:pt x="1180058" y="915885"/>
                  </a:moveTo>
                  <a:lnTo>
                    <a:pt x="1160335" y="900518"/>
                  </a:lnTo>
                  <a:lnTo>
                    <a:pt x="1155471" y="906754"/>
                  </a:lnTo>
                  <a:lnTo>
                    <a:pt x="1175181" y="922121"/>
                  </a:lnTo>
                  <a:lnTo>
                    <a:pt x="1180058" y="915885"/>
                  </a:lnTo>
                  <a:close/>
                </a:path>
                <a:path w="2500629" h="1951354">
                  <a:moveTo>
                    <a:pt x="1235087" y="958761"/>
                  </a:moveTo>
                  <a:lnTo>
                    <a:pt x="1215364" y="943381"/>
                  </a:lnTo>
                  <a:lnTo>
                    <a:pt x="1210500" y="949629"/>
                  </a:lnTo>
                  <a:lnTo>
                    <a:pt x="1230223" y="964996"/>
                  </a:lnTo>
                  <a:lnTo>
                    <a:pt x="1235087" y="958761"/>
                  </a:lnTo>
                  <a:close/>
                </a:path>
                <a:path w="2500629" h="1951354">
                  <a:moveTo>
                    <a:pt x="1290104" y="1001649"/>
                  </a:moveTo>
                  <a:lnTo>
                    <a:pt x="1270381" y="986269"/>
                  </a:lnTo>
                  <a:lnTo>
                    <a:pt x="1265529" y="992517"/>
                  </a:lnTo>
                  <a:lnTo>
                    <a:pt x="1285240" y="1007872"/>
                  </a:lnTo>
                  <a:lnTo>
                    <a:pt x="1290104" y="1001649"/>
                  </a:lnTo>
                  <a:close/>
                </a:path>
                <a:path w="2500629" h="1951354">
                  <a:moveTo>
                    <a:pt x="1345120" y="1044524"/>
                  </a:moveTo>
                  <a:lnTo>
                    <a:pt x="1325397" y="1029144"/>
                  </a:lnTo>
                  <a:lnTo>
                    <a:pt x="1320533" y="1035405"/>
                  </a:lnTo>
                  <a:lnTo>
                    <a:pt x="1340256" y="1050759"/>
                  </a:lnTo>
                  <a:lnTo>
                    <a:pt x="1345120" y="1044524"/>
                  </a:lnTo>
                  <a:close/>
                </a:path>
                <a:path w="2500629" h="1951354">
                  <a:moveTo>
                    <a:pt x="1400149" y="1087399"/>
                  </a:moveTo>
                  <a:lnTo>
                    <a:pt x="1380426" y="1072032"/>
                  </a:lnTo>
                  <a:lnTo>
                    <a:pt x="1375562" y="1078280"/>
                  </a:lnTo>
                  <a:lnTo>
                    <a:pt x="1395272" y="1093647"/>
                  </a:lnTo>
                  <a:lnTo>
                    <a:pt x="1400149" y="1087399"/>
                  </a:lnTo>
                  <a:close/>
                </a:path>
                <a:path w="2500629" h="1951354">
                  <a:moveTo>
                    <a:pt x="1455178" y="1130300"/>
                  </a:moveTo>
                  <a:lnTo>
                    <a:pt x="1435455" y="1114920"/>
                  </a:lnTo>
                  <a:lnTo>
                    <a:pt x="1430591" y="1121168"/>
                  </a:lnTo>
                  <a:lnTo>
                    <a:pt x="1450314" y="1136535"/>
                  </a:lnTo>
                  <a:lnTo>
                    <a:pt x="1455178" y="1130300"/>
                  </a:lnTo>
                  <a:close/>
                </a:path>
                <a:path w="2500629" h="1951354">
                  <a:moveTo>
                    <a:pt x="1510195" y="1173175"/>
                  </a:moveTo>
                  <a:lnTo>
                    <a:pt x="1490472" y="1157795"/>
                  </a:lnTo>
                  <a:lnTo>
                    <a:pt x="1485607" y="1164043"/>
                  </a:lnTo>
                  <a:lnTo>
                    <a:pt x="1505331" y="1179410"/>
                  </a:lnTo>
                  <a:lnTo>
                    <a:pt x="1510195" y="1173175"/>
                  </a:lnTo>
                  <a:close/>
                </a:path>
                <a:path w="2500629" h="1951354">
                  <a:moveTo>
                    <a:pt x="1565211" y="1216050"/>
                  </a:moveTo>
                  <a:lnTo>
                    <a:pt x="1545488" y="1200670"/>
                  </a:lnTo>
                  <a:lnTo>
                    <a:pt x="1540624" y="1206919"/>
                  </a:lnTo>
                  <a:lnTo>
                    <a:pt x="1560360" y="1222286"/>
                  </a:lnTo>
                  <a:lnTo>
                    <a:pt x="1565211" y="1216050"/>
                  </a:lnTo>
                  <a:close/>
                </a:path>
                <a:path w="2500629" h="1951354">
                  <a:moveTo>
                    <a:pt x="1620240" y="1258925"/>
                  </a:moveTo>
                  <a:lnTo>
                    <a:pt x="1600517" y="1243558"/>
                  </a:lnTo>
                  <a:lnTo>
                    <a:pt x="1595653" y="1249807"/>
                  </a:lnTo>
                  <a:lnTo>
                    <a:pt x="1615376" y="1265174"/>
                  </a:lnTo>
                  <a:lnTo>
                    <a:pt x="1620240" y="1258925"/>
                  </a:lnTo>
                  <a:close/>
                </a:path>
                <a:path w="2500629" h="1951354">
                  <a:moveTo>
                    <a:pt x="1675257" y="1301813"/>
                  </a:moveTo>
                  <a:lnTo>
                    <a:pt x="1655533" y="1286446"/>
                  </a:lnTo>
                  <a:lnTo>
                    <a:pt x="1650669" y="1292694"/>
                  </a:lnTo>
                  <a:lnTo>
                    <a:pt x="1670392" y="1308049"/>
                  </a:lnTo>
                  <a:lnTo>
                    <a:pt x="1675257" y="1301813"/>
                  </a:lnTo>
                  <a:close/>
                </a:path>
                <a:path w="2500629" h="1951354">
                  <a:moveTo>
                    <a:pt x="1730286" y="1344701"/>
                  </a:moveTo>
                  <a:lnTo>
                    <a:pt x="1710563" y="1329334"/>
                  </a:lnTo>
                  <a:lnTo>
                    <a:pt x="1705698" y="1335582"/>
                  </a:lnTo>
                  <a:lnTo>
                    <a:pt x="1725422" y="1350937"/>
                  </a:lnTo>
                  <a:lnTo>
                    <a:pt x="1730286" y="1344701"/>
                  </a:lnTo>
                  <a:close/>
                </a:path>
                <a:path w="2500629" h="1951354">
                  <a:moveTo>
                    <a:pt x="1785302" y="1387589"/>
                  </a:moveTo>
                  <a:lnTo>
                    <a:pt x="1765579" y="1372209"/>
                  </a:lnTo>
                  <a:lnTo>
                    <a:pt x="1760715" y="1378458"/>
                  </a:lnTo>
                  <a:lnTo>
                    <a:pt x="1780438" y="1393825"/>
                  </a:lnTo>
                  <a:lnTo>
                    <a:pt x="1785302" y="1387589"/>
                  </a:lnTo>
                  <a:close/>
                </a:path>
                <a:path w="2500629" h="1951354">
                  <a:moveTo>
                    <a:pt x="1840331" y="1430451"/>
                  </a:moveTo>
                  <a:lnTo>
                    <a:pt x="1820595" y="1415084"/>
                  </a:lnTo>
                  <a:lnTo>
                    <a:pt x="1815731" y="1421333"/>
                  </a:lnTo>
                  <a:lnTo>
                    <a:pt x="1835454" y="1436687"/>
                  </a:lnTo>
                  <a:lnTo>
                    <a:pt x="1840331" y="1430451"/>
                  </a:lnTo>
                  <a:close/>
                </a:path>
                <a:path w="2500629" h="1951354">
                  <a:moveTo>
                    <a:pt x="1895348" y="1473339"/>
                  </a:moveTo>
                  <a:lnTo>
                    <a:pt x="1875612" y="1457972"/>
                  </a:lnTo>
                  <a:lnTo>
                    <a:pt x="1870760" y="1464208"/>
                  </a:lnTo>
                  <a:lnTo>
                    <a:pt x="1890483" y="1479575"/>
                  </a:lnTo>
                  <a:lnTo>
                    <a:pt x="1895348" y="1473339"/>
                  </a:lnTo>
                  <a:close/>
                </a:path>
                <a:path w="2500629" h="1951354">
                  <a:moveTo>
                    <a:pt x="1950377" y="1516227"/>
                  </a:moveTo>
                  <a:lnTo>
                    <a:pt x="1930654" y="1500847"/>
                  </a:lnTo>
                  <a:lnTo>
                    <a:pt x="1925777" y="1507096"/>
                  </a:lnTo>
                  <a:lnTo>
                    <a:pt x="1945513" y="1522463"/>
                  </a:lnTo>
                  <a:lnTo>
                    <a:pt x="1950377" y="1516227"/>
                  </a:lnTo>
                  <a:close/>
                </a:path>
                <a:path w="2500629" h="1951354">
                  <a:moveTo>
                    <a:pt x="2005393" y="1559115"/>
                  </a:moveTo>
                  <a:lnTo>
                    <a:pt x="1985670" y="1543735"/>
                  </a:lnTo>
                  <a:lnTo>
                    <a:pt x="1980806" y="1549984"/>
                  </a:lnTo>
                  <a:lnTo>
                    <a:pt x="2000529" y="1565351"/>
                  </a:lnTo>
                  <a:lnTo>
                    <a:pt x="2005393" y="1559115"/>
                  </a:lnTo>
                  <a:close/>
                </a:path>
                <a:path w="2500629" h="1951354">
                  <a:moveTo>
                    <a:pt x="2060422" y="1601978"/>
                  </a:moveTo>
                  <a:lnTo>
                    <a:pt x="2040699" y="1586598"/>
                  </a:lnTo>
                  <a:lnTo>
                    <a:pt x="2035848" y="1592846"/>
                  </a:lnTo>
                  <a:lnTo>
                    <a:pt x="2055558" y="1608213"/>
                  </a:lnTo>
                  <a:lnTo>
                    <a:pt x="2060422" y="1601978"/>
                  </a:lnTo>
                  <a:close/>
                </a:path>
                <a:path w="2500629" h="1951354">
                  <a:moveTo>
                    <a:pt x="2115439" y="1644865"/>
                  </a:moveTo>
                  <a:lnTo>
                    <a:pt x="2095728" y="1629486"/>
                  </a:lnTo>
                  <a:lnTo>
                    <a:pt x="2090864" y="1635734"/>
                  </a:lnTo>
                  <a:lnTo>
                    <a:pt x="2110575" y="1651101"/>
                  </a:lnTo>
                  <a:lnTo>
                    <a:pt x="2115439" y="1644865"/>
                  </a:lnTo>
                  <a:close/>
                </a:path>
                <a:path w="2500629" h="1951354">
                  <a:moveTo>
                    <a:pt x="2170455" y="1687741"/>
                  </a:moveTo>
                  <a:lnTo>
                    <a:pt x="2150732" y="1672361"/>
                  </a:lnTo>
                  <a:lnTo>
                    <a:pt x="2145868" y="1678622"/>
                  </a:lnTo>
                  <a:lnTo>
                    <a:pt x="2165591" y="1693976"/>
                  </a:lnTo>
                  <a:lnTo>
                    <a:pt x="2170455" y="1687741"/>
                  </a:lnTo>
                  <a:close/>
                </a:path>
                <a:path w="2500629" h="1951354">
                  <a:moveTo>
                    <a:pt x="2225484" y="1730629"/>
                  </a:moveTo>
                  <a:lnTo>
                    <a:pt x="2205761" y="1715262"/>
                  </a:lnTo>
                  <a:lnTo>
                    <a:pt x="2200897" y="1721497"/>
                  </a:lnTo>
                  <a:lnTo>
                    <a:pt x="2220620" y="1736864"/>
                  </a:lnTo>
                  <a:lnTo>
                    <a:pt x="2225484" y="1730629"/>
                  </a:lnTo>
                  <a:close/>
                </a:path>
                <a:path w="2500629" h="1951354">
                  <a:moveTo>
                    <a:pt x="2280513" y="1773516"/>
                  </a:moveTo>
                  <a:lnTo>
                    <a:pt x="2260777" y="1758149"/>
                  </a:lnTo>
                  <a:lnTo>
                    <a:pt x="2255926" y="1764385"/>
                  </a:lnTo>
                  <a:lnTo>
                    <a:pt x="2275636" y="1779752"/>
                  </a:lnTo>
                  <a:lnTo>
                    <a:pt x="2280513" y="1773516"/>
                  </a:lnTo>
                  <a:close/>
                </a:path>
                <a:path w="2500629" h="1951354">
                  <a:moveTo>
                    <a:pt x="2335542" y="1816404"/>
                  </a:moveTo>
                  <a:lnTo>
                    <a:pt x="2315807" y="1801025"/>
                  </a:lnTo>
                  <a:lnTo>
                    <a:pt x="2310955" y="1807273"/>
                  </a:lnTo>
                  <a:lnTo>
                    <a:pt x="2330678" y="1822640"/>
                  </a:lnTo>
                  <a:lnTo>
                    <a:pt x="2335542" y="1816404"/>
                  </a:lnTo>
                  <a:close/>
                </a:path>
                <a:path w="2500629" h="1951354">
                  <a:moveTo>
                    <a:pt x="2390559" y="1859267"/>
                  </a:moveTo>
                  <a:lnTo>
                    <a:pt x="2370836" y="1843900"/>
                  </a:lnTo>
                  <a:lnTo>
                    <a:pt x="2365972" y="1850136"/>
                  </a:lnTo>
                  <a:lnTo>
                    <a:pt x="2385695" y="1865503"/>
                  </a:lnTo>
                  <a:lnTo>
                    <a:pt x="2390559" y="1859267"/>
                  </a:lnTo>
                  <a:close/>
                </a:path>
                <a:path w="2500629" h="1951354">
                  <a:moveTo>
                    <a:pt x="2445575" y="1902155"/>
                  </a:moveTo>
                  <a:lnTo>
                    <a:pt x="2425852" y="1886775"/>
                  </a:lnTo>
                  <a:lnTo>
                    <a:pt x="2420988" y="1893023"/>
                  </a:lnTo>
                  <a:lnTo>
                    <a:pt x="2440724" y="1908390"/>
                  </a:lnTo>
                  <a:lnTo>
                    <a:pt x="2445575" y="1902155"/>
                  </a:lnTo>
                  <a:close/>
                </a:path>
                <a:path w="2500629" h="1951354">
                  <a:moveTo>
                    <a:pt x="2500604" y="1945043"/>
                  </a:moveTo>
                  <a:lnTo>
                    <a:pt x="2480868" y="1929676"/>
                  </a:lnTo>
                  <a:lnTo>
                    <a:pt x="2476004" y="1935911"/>
                  </a:lnTo>
                  <a:lnTo>
                    <a:pt x="2495727" y="1951278"/>
                  </a:lnTo>
                  <a:lnTo>
                    <a:pt x="2500604" y="194504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37">
              <a:extLst>
                <a:ext uri="{FF2B5EF4-FFF2-40B4-BE49-F238E27FC236}">
                  <a16:creationId xmlns:a16="http://schemas.microsoft.com/office/drawing/2014/main" id="{FC1CABFB-2080-49AF-87B9-F86CF778967E}"/>
                </a:ext>
              </a:extLst>
            </p:cNvPr>
            <p:cNvSpPr/>
            <p:nvPr/>
          </p:nvSpPr>
          <p:spPr>
            <a:xfrm>
              <a:off x="5083022" y="8077327"/>
              <a:ext cx="2446655" cy="1099185"/>
            </a:xfrm>
            <a:custGeom>
              <a:avLst/>
              <a:gdLst/>
              <a:ahLst/>
              <a:cxnLst/>
              <a:rect l="l" t="t" r="r" b="b"/>
              <a:pathLst>
                <a:path w="2446654" h="1099184">
                  <a:moveTo>
                    <a:pt x="26060" y="10198"/>
                  </a:moveTo>
                  <a:lnTo>
                    <a:pt x="3225" y="0"/>
                  </a:lnTo>
                  <a:lnTo>
                    <a:pt x="0" y="7226"/>
                  </a:lnTo>
                  <a:lnTo>
                    <a:pt x="22834" y="17424"/>
                  </a:lnTo>
                  <a:lnTo>
                    <a:pt x="26060" y="10198"/>
                  </a:lnTo>
                  <a:close/>
                </a:path>
                <a:path w="2446654" h="1099184">
                  <a:moveTo>
                    <a:pt x="89738" y="38646"/>
                  </a:moveTo>
                  <a:lnTo>
                    <a:pt x="66903" y="28448"/>
                  </a:lnTo>
                  <a:lnTo>
                    <a:pt x="63677" y="35674"/>
                  </a:lnTo>
                  <a:lnTo>
                    <a:pt x="86512" y="45872"/>
                  </a:lnTo>
                  <a:lnTo>
                    <a:pt x="89738" y="38646"/>
                  </a:lnTo>
                  <a:close/>
                </a:path>
                <a:path w="2446654" h="1099184">
                  <a:moveTo>
                    <a:pt x="153441" y="67094"/>
                  </a:moveTo>
                  <a:lnTo>
                    <a:pt x="130606" y="56896"/>
                  </a:lnTo>
                  <a:lnTo>
                    <a:pt x="127368" y="64122"/>
                  </a:lnTo>
                  <a:lnTo>
                    <a:pt x="150215" y="74320"/>
                  </a:lnTo>
                  <a:lnTo>
                    <a:pt x="153441" y="67094"/>
                  </a:lnTo>
                  <a:close/>
                </a:path>
                <a:path w="2446654" h="1099184">
                  <a:moveTo>
                    <a:pt x="217144" y="95554"/>
                  </a:moveTo>
                  <a:lnTo>
                    <a:pt x="194310" y="85344"/>
                  </a:lnTo>
                  <a:lnTo>
                    <a:pt x="191084" y="92583"/>
                  </a:lnTo>
                  <a:lnTo>
                    <a:pt x="213918" y="102781"/>
                  </a:lnTo>
                  <a:lnTo>
                    <a:pt x="217144" y="95554"/>
                  </a:lnTo>
                  <a:close/>
                </a:path>
                <a:path w="2446654" h="1099184">
                  <a:moveTo>
                    <a:pt x="280822" y="123990"/>
                  </a:moveTo>
                  <a:lnTo>
                    <a:pt x="257987" y="113792"/>
                  </a:lnTo>
                  <a:lnTo>
                    <a:pt x="254762" y="121018"/>
                  </a:lnTo>
                  <a:lnTo>
                    <a:pt x="277596" y="131229"/>
                  </a:lnTo>
                  <a:lnTo>
                    <a:pt x="280822" y="123990"/>
                  </a:lnTo>
                  <a:close/>
                </a:path>
                <a:path w="2446654" h="1099184">
                  <a:moveTo>
                    <a:pt x="344525" y="152450"/>
                  </a:moveTo>
                  <a:lnTo>
                    <a:pt x="321691" y="142252"/>
                  </a:lnTo>
                  <a:lnTo>
                    <a:pt x="318452" y="149479"/>
                  </a:lnTo>
                  <a:lnTo>
                    <a:pt x="341299" y="159677"/>
                  </a:lnTo>
                  <a:lnTo>
                    <a:pt x="344525" y="152450"/>
                  </a:lnTo>
                  <a:close/>
                </a:path>
                <a:path w="2446654" h="1099184">
                  <a:moveTo>
                    <a:pt x="408216" y="180911"/>
                  </a:moveTo>
                  <a:lnTo>
                    <a:pt x="385381" y="170713"/>
                  </a:lnTo>
                  <a:lnTo>
                    <a:pt x="382155" y="177939"/>
                  </a:lnTo>
                  <a:lnTo>
                    <a:pt x="404990" y="188137"/>
                  </a:lnTo>
                  <a:lnTo>
                    <a:pt x="408216" y="180911"/>
                  </a:lnTo>
                  <a:close/>
                </a:path>
                <a:path w="2446654" h="1099184">
                  <a:moveTo>
                    <a:pt x="471906" y="209359"/>
                  </a:moveTo>
                  <a:lnTo>
                    <a:pt x="449072" y="199161"/>
                  </a:lnTo>
                  <a:lnTo>
                    <a:pt x="445846" y="206387"/>
                  </a:lnTo>
                  <a:lnTo>
                    <a:pt x="468680" y="216585"/>
                  </a:lnTo>
                  <a:lnTo>
                    <a:pt x="471906" y="209359"/>
                  </a:lnTo>
                  <a:close/>
                </a:path>
                <a:path w="2446654" h="1099184">
                  <a:moveTo>
                    <a:pt x="535597" y="237807"/>
                  </a:moveTo>
                  <a:lnTo>
                    <a:pt x="512762" y="227609"/>
                  </a:lnTo>
                  <a:lnTo>
                    <a:pt x="509536" y="234835"/>
                  </a:lnTo>
                  <a:lnTo>
                    <a:pt x="532371" y="245033"/>
                  </a:lnTo>
                  <a:lnTo>
                    <a:pt x="535597" y="237807"/>
                  </a:lnTo>
                  <a:close/>
                </a:path>
                <a:path w="2446654" h="1099184">
                  <a:moveTo>
                    <a:pt x="599287" y="266255"/>
                  </a:moveTo>
                  <a:lnTo>
                    <a:pt x="576453" y="256057"/>
                  </a:lnTo>
                  <a:lnTo>
                    <a:pt x="573227" y="263296"/>
                  </a:lnTo>
                  <a:lnTo>
                    <a:pt x="596061" y="273494"/>
                  </a:lnTo>
                  <a:lnTo>
                    <a:pt x="599287" y="266255"/>
                  </a:lnTo>
                  <a:close/>
                </a:path>
                <a:path w="2446654" h="1099184">
                  <a:moveTo>
                    <a:pt x="662990" y="294716"/>
                  </a:moveTo>
                  <a:lnTo>
                    <a:pt x="640156" y="284518"/>
                  </a:lnTo>
                  <a:lnTo>
                    <a:pt x="636930" y="291744"/>
                  </a:lnTo>
                  <a:lnTo>
                    <a:pt x="659765" y="301955"/>
                  </a:lnTo>
                  <a:lnTo>
                    <a:pt x="662990" y="294716"/>
                  </a:lnTo>
                  <a:close/>
                </a:path>
                <a:path w="2446654" h="1099184">
                  <a:moveTo>
                    <a:pt x="726681" y="323164"/>
                  </a:moveTo>
                  <a:lnTo>
                    <a:pt x="703846" y="312966"/>
                  </a:lnTo>
                  <a:lnTo>
                    <a:pt x="700620" y="320192"/>
                  </a:lnTo>
                  <a:lnTo>
                    <a:pt x="723455" y="330390"/>
                  </a:lnTo>
                  <a:lnTo>
                    <a:pt x="726681" y="323164"/>
                  </a:lnTo>
                  <a:close/>
                </a:path>
                <a:path w="2446654" h="1099184">
                  <a:moveTo>
                    <a:pt x="790371" y="351612"/>
                  </a:moveTo>
                  <a:lnTo>
                    <a:pt x="767537" y="341414"/>
                  </a:lnTo>
                  <a:lnTo>
                    <a:pt x="764298" y="348640"/>
                  </a:lnTo>
                  <a:lnTo>
                    <a:pt x="787146" y="358838"/>
                  </a:lnTo>
                  <a:lnTo>
                    <a:pt x="790371" y="351612"/>
                  </a:lnTo>
                  <a:close/>
                </a:path>
                <a:path w="2446654" h="1099184">
                  <a:moveTo>
                    <a:pt x="854062" y="380072"/>
                  </a:moveTo>
                  <a:lnTo>
                    <a:pt x="831227" y="369862"/>
                  </a:lnTo>
                  <a:lnTo>
                    <a:pt x="828001" y="377101"/>
                  </a:lnTo>
                  <a:lnTo>
                    <a:pt x="850836" y="387299"/>
                  </a:lnTo>
                  <a:lnTo>
                    <a:pt x="854062" y="380072"/>
                  </a:lnTo>
                  <a:close/>
                </a:path>
                <a:path w="2446654" h="1099184">
                  <a:moveTo>
                    <a:pt x="917752" y="408508"/>
                  </a:moveTo>
                  <a:lnTo>
                    <a:pt x="894930" y="398310"/>
                  </a:lnTo>
                  <a:lnTo>
                    <a:pt x="891692" y="405536"/>
                  </a:lnTo>
                  <a:lnTo>
                    <a:pt x="914527" y="415747"/>
                  </a:lnTo>
                  <a:lnTo>
                    <a:pt x="917752" y="408508"/>
                  </a:lnTo>
                  <a:close/>
                </a:path>
                <a:path w="2446654" h="1099184">
                  <a:moveTo>
                    <a:pt x="981456" y="436968"/>
                  </a:moveTo>
                  <a:lnTo>
                    <a:pt x="958621" y="426770"/>
                  </a:lnTo>
                  <a:lnTo>
                    <a:pt x="955395" y="433997"/>
                  </a:lnTo>
                  <a:lnTo>
                    <a:pt x="978230" y="444195"/>
                  </a:lnTo>
                  <a:lnTo>
                    <a:pt x="981456" y="436968"/>
                  </a:lnTo>
                  <a:close/>
                </a:path>
                <a:path w="2446654" h="1099184">
                  <a:moveTo>
                    <a:pt x="1045146" y="465416"/>
                  </a:moveTo>
                  <a:lnTo>
                    <a:pt x="1022311" y="455218"/>
                  </a:lnTo>
                  <a:lnTo>
                    <a:pt x="1019086" y="462445"/>
                  </a:lnTo>
                  <a:lnTo>
                    <a:pt x="1041920" y="472643"/>
                  </a:lnTo>
                  <a:lnTo>
                    <a:pt x="1045146" y="465416"/>
                  </a:lnTo>
                  <a:close/>
                </a:path>
                <a:path w="2446654" h="1099184">
                  <a:moveTo>
                    <a:pt x="1108837" y="493877"/>
                  </a:moveTo>
                  <a:lnTo>
                    <a:pt x="1086015" y="483666"/>
                  </a:lnTo>
                  <a:lnTo>
                    <a:pt x="1082776" y="490905"/>
                  </a:lnTo>
                  <a:lnTo>
                    <a:pt x="1105611" y="501103"/>
                  </a:lnTo>
                  <a:lnTo>
                    <a:pt x="1108837" y="493877"/>
                  </a:lnTo>
                  <a:close/>
                </a:path>
                <a:path w="2446654" h="1099184">
                  <a:moveTo>
                    <a:pt x="1172527" y="522312"/>
                  </a:moveTo>
                  <a:lnTo>
                    <a:pt x="1149692" y="512114"/>
                  </a:lnTo>
                  <a:lnTo>
                    <a:pt x="1146467" y="519341"/>
                  </a:lnTo>
                  <a:lnTo>
                    <a:pt x="1169289" y="529551"/>
                  </a:lnTo>
                  <a:lnTo>
                    <a:pt x="1172527" y="522312"/>
                  </a:lnTo>
                  <a:close/>
                </a:path>
                <a:path w="2446654" h="1099184">
                  <a:moveTo>
                    <a:pt x="1236218" y="550773"/>
                  </a:moveTo>
                  <a:lnTo>
                    <a:pt x="1213396" y="540575"/>
                  </a:lnTo>
                  <a:lnTo>
                    <a:pt x="1210157" y="547801"/>
                  </a:lnTo>
                  <a:lnTo>
                    <a:pt x="1233004" y="558012"/>
                  </a:lnTo>
                  <a:lnTo>
                    <a:pt x="1236218" y="550773"/>
                  </a:lnTo>
                  <a:close/>
                </a:path>
                <a:path w="2446654" h="1099184">
                  <a:moveTo>
                    <a:pt x="1299908" y="579221"/>
                  </a:moveTo>
                  <a:lnTo>
                    <a:pt x="1277073" y="569023"/>
                  </a:lnTo>
                  <a:lnTo>
                    <a:pt x="1273848" y="576249"/>
                  </a:lnTo>
                  <a:lnTo>
                    <a:pt x="1296682" y="586447"/>
                  </a:lnTo>
                  <a:lnTo>
                    <a:pt x="1299908" y="579221"/>
                  </a:lnTo>
                  <a:close/>
                </a:path>
                <a:path w="2446654" h="1099184">
                  <a:moveTo>
                    <a:pt x="1363611" y="607682"/>
                  </a:moveTo>
                  <a:lnTo>
                    <a:pt x="1340777" y="597484"/>
                  </a:lnTo>
                  <a:lnTo>
                    <a:pt x="1337538" y="604710"/>
                  </a:lnTo>
                  <a:lnTo>
                    <a:pt x="1360385" y="614921"/>
                  </a:lnTo>
                  <a:lnTo>
                    <a:pt x="1363611" y="607682"/>
                  </a:lnTo>
                  <a:close/>
                </a:path>
                <a:path w="2446654" h="1099184">
                  <a:moveTo>
                    <a:pt x="1427302" y="636130"/>
                  </a:moveTo>
                  <a:lnTo>
                    <a:pt x="1404467" y="625919"/>
                  </a:lnTo>
                  <a:lnTo>
                    <a:pt x="1401241" y="633145"/>
                  </a:lnTo>
                  <a:lnTo>
                    <a:pt x="1424063" y="643356"/>
                  </a:lnTo>
                  <a:lnTo>
                    <a:pt x="1427302" y="636130"/>
                  </a:lnTo>
                  <a:close/>
                </a:path>
                <a:path w="2446654" h="1099184">
                  <a:moveTo>
                    <a:pt x="1490992" y="664578"/>
                  </a:moveTo>
                  <a:lnTo>
                    <a:pt x="1468158" y="654380"/>
                  </a:lnTo>
                  <a:lnTo>
                    <a:pt x="1464932" y="661619"/>
                  </a:lnTo>
                  <a:lnTo>
                    <a:pt x="1487754" y="671817"/>
                  </a:lnTo>
                  <a:lnTo>
                    <a:pt x="1490992" y="664578"/>
                  </a:lnTo>
                  <a:close/>
                </a:path>
                <a:path w="2446654" h="1099184">
                  <a:moveTo>
                    <a:pt x="1554683" y="693026"/>
                  </a:moveTo>
                  <a:lnTo>
                    <a:pt x="1531848" y="682828"/>
                  </a:lnTo>
                  <a:lnTo>
                    <a:pt x="1528622" y="690054"/>
                  </a:lnTo>
                  <a:lnTo>
                    <a:pt x="1551444" y="700252"/>
                  </a:lnTo>
                  <a:lnTo>
                    <a:pt x="1554683" y="693026"/>
                  </a:lnTo>
                  <a:close/>
                </a:path>
                <a:path w="2446654" h="1099184">
                  <a:moveTo>
                    <a:pt x="1618386" y="721487"/>
                  </a:moveTo>
                  <a:lnTo>
                    <a:pt x="1595551" y="711288"/>
                  </a:lnTo>
                  <a:lnTo>
                    <a:pt x="1592326" y="718515"/>
                  </a:lnTo>
                  <a:lnTo>
                    <a:pt x="1615147" y="728713"/>
                  </a:lnTo>
                  <a:lnTo>
                    <a:pt x="1618386" y="721487"/>
                  </a:lnTo>
                  <a:close/>
                </a:path>
                <a:path w="2446654" h="1099184">
                  <a:moveTo>
                    <a:pt x="1682076" y="749935"/>
                  </a:moveTo>
                  <a:lnTo>
                    <a:pt x="1659242" y="739736"/>
                  </a:lnTo>
                  <a:lnTo>
                    <a:pt x="1656016" y="746963"/>
                  </a:lnTo>
                  <a:lnTo>
                    <a:pt x="1678851" y="757161"/>
                  </a:lnTo>
                  <a:lnTo>
                    <a:pt x="1682076" y="749935"/>
                  </a:lnTo>
                  <a:close/>
                </a:path>
                <a:path w="2446654" h="1099184">
                  <a:moveTo>
                    <a:pt x="1745767" y="778383"/>
                  </a:moveTo>
                  <a:lnTo>
                    <a:pt x="1722932" y="768184"/>
                  </a:lnTo>
                  <a:lnTo>
                    <a:pt x="1719707" y="775423"/>
                  </a:lnTo>
                  <a:lnTo>
                    <a:pt x="1742528" y="785622"/>
                  </a:lnTo>
                  <a:lnTo>
                    <a:pt x="1745767" y="778383"/>
                  </a:lnTo>
                  <a:close/>
                </a:path>
                <a:path w="2446654" h="1099184">
                  <a:moveTo>
                    <a:pt x="1809470" y="806831"/>
                  </a:moveTo>
                  <a:lnTo>
                    <a:pt x="1786636" y="796632"/>
                  </a:lnTo>
                  <a:lnTo>
                    <a:pt x="1783397" y="803859"/>
                  </a:lnTo>
                  <a:lnTo>
                    <a:pt x="1806244" y="814070"/>
                  </a:lnTo>
                  <a:lnTo>
                    <a:pt x="1809470" y="806831"/>
                  </a:lnTo>
                  <a:close/>
                </a:path>
                <a:path w="2446654" h="1099184">
                  <a:moveTo>
                    <a:pt x="1873148" y="835291"/>
                  </a:moveTo>
                  <a:lnTo>
                    <a:pt x="1850313" y="825093"/>
                  </a:lnTo>
                  <a:lnTo>
                    <a:pt x="1847088" y="832319"/>
                  </a:lnTo>
                  <a:lnTo>
                    <a:pt x="1869922" y="842518"/>
                  </a:lnTo>
                  <a:lnTo>
                    <a:pt x="1873148" y="835291"/>
                  </a:lnTo>
                  <a:close/>
                </a:path>
                <a:path w="2446654" h="1099184">
                  <a:moveTo>
                    <a:pt x="1936851" y="863739"/>
                  </a:moveTo>
                  <a:lnTo>
                    <a:pt x="1914017" y="853541"/>
                  </a:lnTo>
                  <a:lnTo>
                    <a:pt x="1910791" y="860767"/>
                  </a:lnTo>
                  <a:lnTo>
                    <a:pt x="1933625" y="870966"/>
                  </a:lnTo>
                  <a:lnTo>
                    <a:pt x="1936851" y="863739"/>
                  </a:lnTo>
                  <a:close/>
                </a:path>
                <a:path w="2446654" h="1099184">
                  <a:moveTo>
                    <a:pt x="2000554" y="892187"/>
                  </a:moveTo>
                  <a:lnTo>
                    <a:pt x="1977720" y="881976"/>
                  </a:lnTo>
                  <a:lnTo>
                    <a:pt x="1974481" y="889215"/>
                  </a:lnTo>
                  <a:lnTo>
                    <a:pt x="1997329" y="899414"/>
                  </a:lnTo>
                  <a:lnTo>
                    <a:pt x="2000554" y="892187"/>
                  </a:lnTo>
                  <a:close/>
                </a:path>
                <a:path w="2446654" h="1099184">
                  <a:moveTo>
                    <a:pt x="2064232" y="920635"/>
                  </a:moveTo>
                  <a:lnTo>
                    <a:pt x="2041398" y="910437"/>
                  </a:lnTo>
                  <a:lnTo>
                    <a:pt x="2038172" y="917663"/>
                  </a:lnTo>
                  <a:lnTo>
                    <a:pt x="2060994" y="927862"/>
                  </a:lnTo>
                  <a:lnTo>
                    <a:pt x="2064232" y="920635"/>
                  </a:lnTo>
                  <a:close/>
                </a:path>
                <a:path w="2446654" h="1099184">
                  <a:moveTo>
                    <a:pt x="2127923" y="949096"/>
                  </a:moveTo>
                  <a:lnTo>
                    <a:pt x="2105101" y="938898"/>
                  </a:lnTo>
                  <a:lnTo>
                    <a:pt x="2101862" y="946124"/>
                  </a:lnTo>
                  <a:lnTo>
                    <a:pt x="2124697" y="956322"/>
                  </a:lnTo>
                  <a:lnTo>
                    <a:pt x="2127923" y="949096"/>
                  </a:lnTo>
                  <a:close/>
                </a:path>
                <a:path w="2446654" h="1099184">
                  <a:moveTo>
                    <a:pt x="2191613" y="977544"/>
                  </a:moveTo>
                  <a:lnTo>
                    <a:pt x="2168791" y="967333"/>
                  </a:lnTo>
                  <a:lnTo>
                    <a:pt x="2165553" y="974572"/>
                  </a:lnTo>
                  <a:lnTo>
                    <a:pt x="2188387" y="984770"/>
                  </a:lnTo>
                  <a:lnTo>
                    <a:pt x="2191613" y="977544"/>
                  </a:lnTo>
                  <a:close/>
                </a:path>
                <a:path w="2446654" h="1099184">
                  <a:moveTo>
                    <a:pt x="2255316" y="1005992"/>
                  </a:moveTo>
                  <a:lnTo>
                    <a:pt x="2232482" y="995794"/>
                  </a:lnTo>
                  <a:lnTo>
                    <a:pt x="2229256" y="1003020"/>
                  </a:lnTo>
                  <a:lnTo>
                    <a:pt x="2252091" y="1013231"/>
                  </a:lnTo>
                  <a:lnTo>
                    <a:pt x="2255316" y="1005992"/>
                  </a:lnTo>
                  <a:close/>
                </a:path>
                <a:path w="2446654" h="1099184">
                  <a:moveTo>
                    <a:pt x="2319007" y="1034453"/>
                  </a:moveTo>
                  <a:lnTo>
                    <a:pt x="2296172" y="1024242"/>
                  </a:lnTo>
                  <a:lnTo>
                    <a:pt x="2292934" y="1031481"/>
                  </a:lnTo>
                  <a:lnTo>
                    <a:pt x="2315781" y="1041679"/>
                  </a:lnTo>
                  <a:lnTo>
                    <a:pt x="2319007" y="1034453"/>
                  </a:lnTo>
                  <a:close/>
                </a:path>
                <a:path w="2446654" h="1099184">
                  <a:moveTo>
                    <a:pt x="2382697" y="1062888"/>
                  </a:moveTo>
                  <a:lnTo>
                    <a:pt x="2359876" y="1052690"/>
                  </a:lnTo>
                  <a:lnTo>
                    <a:pt x="2356637" y="1059916"/>
                  </a:lnTo>
                  <a:lnTo>
                    <a:pt x="2379472" y="1070127"/>
                  </a:lnTo>
                  <a:lnTo>
                    <a:pt x="2382697" y="1062888"/>
                  </a:lnTo>
                  <a:close/>
                </a:path>
                <a:path w="2446654" h="1099184">
                  <a:moveTo>
                    <a:pt x="2446401" y="1091349"/>
                  </a:moveTo>
                  <a:lnTo>
                    <a:pt x="2423566" y="1081151"/>
                  </a:lnTo>
                  <a:lnTo>
                    <a:pt x="2420340" y="1088377"/>
                  </a:lnTo>
                  <a:lnTo>
                    <a:pt x="2443175" y="1098588"/>
                  </a:lnTo>
                  <a:lnTo>
                    <a:pt x="2446401" y="109134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41">
              <a:extLst>
                <a:ext uri="{FF2B5EF4-FFF2-40B4-BE49-F238E27FC236}">
                  <a16:creationId xmlns:a16="http://schemas.microsoft.com/office/drawing/2014/main" id="{338DC9EA-FC2C-4FD7-A4BC-1013847E634E}"/>
                </a:ext>
              </a:extLst>
            </p:cNvPr>
            <p:cNvSpPr/>
            <p:nvPr/>
          </p:nvSpPr>
          <p:spPr>
            <a:xfrm>
              <a:off x="4494174" y="3088081"/>
              <a:ext cx="970915" cy="1141095"/>
            </a:xfrm>
            <a:custGeom>
              <a:avLst/>
              <a:gdLst/>
              <a:ahLst/>
              <a:cxnLst/>
              <a:rect l="l" t="t" r="r" b="b"/>
              <a:pathLst>
                <a:path w="970914" h="1141095">
                  <a:moveTo>
                    <a:pt x="22225" y="19050"/>
                  </a:moveTo>
                  <a:lnTo>
                    <a:pt x="6045" y="0"/>
                  </a:lnTo>
                  <a:lnTo>
                    <a:pt x="0" y="5118"/>
                  </a:lnTo>
                  <a:lnTo>
                    <a:pt x="16192" y="24168"/>
                  </a:lnTo>
                  <a:lnTo>
                    <a:pt x="22225" y="19050"/>
                  </a:lnTo>
                  <a:close/>
                </a:path>
                <a:path w="970914" h="1141095">
                  <a:moveTo>
                    <a:pt x="67386" y="72212"/>
                  </a:moveTo>
                  <a:lnTo>
                    <a:pt x="51193" y="53149"/>
                  </a:lnTo>
                  <a:lnTo>
                    <a:pt x="45161" y="58280"/>
                  </a:lnTo>
                  <a:lnTo>
                    <a:pt x="61353" y="77330"/>
                  </a:lnTo>
                  <a:lnTo>
                    <a:pt x="67386" y="72212"/>
                  </a:lnTo>
                  <a:close/>
                </a:path>
                <a:path w="970914" h="1141095">
                  <a:moveTo>
                    <a:pt x="112547" y="125387"/>
                  </a:moveTo>
                  <a:lnTo>
                    <a:pt x="96354" y="106324"/>
                  </a:lnTo>
                  <a:lnTo>
                    <a:pt x="90322" y="111442"/>
                  </a:lnTo>
                  <a:lnTo>
                    <a:pt x="106514" y="130505"/>
                  </a:lnTo>
                  <a:lnTo>
                    <a:pt x="112547" y="125387"/>
                  </a:lnTo>
                  <a:close/>
                </a:path>
                <a:path w="970914" h="1141095">
                  <a:moveTo>
                    <a:pt x="157695" y="178562"/>
                  </a:moveTo>
                  <a:lnTo>
                    <a:pt x="141516" y="159499"/>
                  </a:lnTo>
                  <a:lnTo>
                    <a:pt x="135483" y="164617"/>
                  </a:lnTo>
                  <a:lnTo>
                    <a:pt x="151663" y="183680"/>
                  </a:lnTo>
                  <a:lnTo>
                    <a:pt x="157695" y="178562"/>
                  </a:lnTo>
                  <a:close/>
                </a:path>
                <a:path w="970914" h="1141095">
                  <a:moveTo>
                    <a:pt x="202857" y="231736"/>
                  </a:moveTo>
                  <a:lnTo>
                    <a:pt x="186677" y="212674"/>
                  </a:lnTo>
                  <a:lnTo>
                    <a:pt x="180644" y="217805"/>
                  </a:lnTo>
                  <a:lnTo>
                    <a:pt x="196824" y="236855"/>
                  </a:lnTo>
                  <a:lnTo>
                    <a:pt x="202857" y="231736"/>
                  </a:lnTo>
                  <a:close/>
                </a:path>
                <a:path w="970914" h="1141095">
                  <a:moveTo>
                    <a:pt x="248005" y="284899"/>
                  </a:moveTo>
                  <a:lnTo>
                    <a:pt x="231825" y="265849"/>
                  </a:lnTo>
                  <a:lnTo>
                    <a:pt x="225780" y="270967"/>
                  </a:lnTo>
                  <a:lnTo>
                    <a:pt x="241973" y="290029"/>
                  </a:lnTo>
                  <a:lnTo>
                    <a:pt x="248005" y="284899"/>
                  </a:lnTo>
                  <a:close/>
                </a:path>
                <a:path w="970914" h="1141095">
                  <a:moveTo>
                    <a:pt x="293166" y="338074"/>
                  </a:moveTo>
                  <a:lnTo>
                    <a:pt x="276987" y="319011"/>
                  </a:lnTo>
                  <a:lnTo>
                    <a:pt x="270954" y="324129"/>
                  </a:lnTo>
                  <a:lnTo>
                    <a:pt x="287134" y="343192"/>
                  </a:lnTo>
                  <a:lnTo>
                    <a:pt x="293166" y="338074"/>
                  </a:lnTo>
                  <a:close/>
                </a:path>
                <a:path w="970914" h="1141095">
                  <a:moveTo>
                    <a:pt x="338328" y="391248"/>
                  </a:moveTo>
                  <a:lnTo>
                    <a:pt x="322148" y="372186"/>
                  </a:lnTo>
                  <a:lnTo>
                    <a:pt x="316103" y="377317"/>
                  </a:lnTo>
                  <a:lnTo>
                    <a:pt x="332295" y="396367"/>
                  </a:lnTo>
                  <a:lnTo>
                    <a:pt x="338328" y="391248"/>
                  </a:lnTo>
                  <a:close/>
                </a:path>
                <a:path w="970914" h="1141095">
                  <a:moveTo>
                    <a:pt x="383476" y="444423"/>
                  </a:moveTo>
                  <a:lnTo>
                    <a:pt x="367296" y="425361"/>
                  </a:lnTo>
                  <a:lnTo>
                    <a:pt x="361251" y="430491"/>
                  </a:lnTo>
                  <a:lnTo>
                    <a:pt x="377444" y="449541"/>
                  </a:lnTo>
                  <a:lnTo>
                    <a:pt x="383476" y="444423"/>
                  </a:lnTo>
                  <a:close/>
                </a:path>
                <a:path w="970914" h="1141095">
                  <a:moveTo>
                    <a:pt x="428637" y="497586"/>
                  </a:moveTo>
                  <a:lnTo>
                    <a:pt x="412457" y="478523"/>
                  </a:lnTo>
                  <a:lnTo>
                    <a:pt x="406412" y="483641"/>
                  </a:lnTo>
                  <a:lnTo>
                    <a:pt x="422605" y="502704"/>
                  </a:lnTo>
                  <a:lnTo>
                    <a:pt x="428637" y="497586"/>
                  </a:lnTo>
                  <a:close/>
                </a:path>
                <a:path w="970914" h="1141095">
                  <a:moveTo>
                    <a:pt x="473798" y="550760"/>
                  </a:moveTo>
                  <a:lnTo>
                    <a:pt x="457606" y="531698"/>
                  </a:lnTo>
                  <a:lnTo>
                    <a:pt x="451573" y="536829"/>
                  </a:lnTo>
                  <a:lnTo>
                    <a:pt x="467753" y="555891"/>
                  </a:lnTo>
                  <a:lnTo>
                    <a:pt x="473798" y="550760"/>
                  </a:lnTo>
                  <a:close/>
                </a:path>
                <a:path w="970914" h="1141095">
                  <a:moveTo>
                    <a:pt x="518947" y="603935"/>
                  </a:moveTo>
                  <a:lnTo>
                    <a:pt x="502754" y="584873"/>
                  </a:lnTo>
                  <a:lnTo>
                    <a:pt x="496722" y="589991"/>
                  </a:lnTo>
                  <a:lnTo>
                    <a:pt x="512914" y="609053"/>
                  </a:lnTo>
                  <a:lnTo>
                    <a:pt x="518947" y="603935"/>
                  </a:lnTo>
                  <a:close/>
                </a:path>
                <a:path w="970914" h="1141095">
                  <a:moveTo>
                    <a:pt x="564108" y="657110"/>
                  </a:moveTo>
                  <a:lnTo>
                    <a:pt x="547916" y="638048"/>
                  </a:lnTo>
                  <a:lnTo>
                    <a:pt x="541883" y="643178"/>
                  </a:lnTo>
                  <a:lnTo>
                    <a:pt x="558076" y="662228"/>
                  </a:lnTo>
                  <a:lnTo>
                    <a:pt x="564108" y="657110"/>
                  </a:lnTo>
                  <a:close/>
                </a:path>
                <a:path w="970914" h="1141095">
                  <a:moveTo>
                    <a:pt x="609269" y="710272"/>
                  </a:moveTo>
                  <a:lnTo>
                    <a:pt x="593090" y="691210"/>
                  </a:lnTo>
                  <a:lnTo>
                    <a:pt x="587044" y="696341"/>
                  </a:lnTo>
                  <a:lnTo>
                    <a:pt x="603237" y="715403"/>
                  </a:lnTo>
                  <a:lnTo>
                    <a:pt x="609269" y="710272"/>
                  </a:lnTo>
                  <a:close/>
                </a:path>
                <a:path w="970914" h="1141095">
                  <a:moveTo>
                    <a:pt x="654405" y="763447"/>
                  </a:moveTo>
                  <a:lnTo>
                    <a:pt x="638225" y="744397"/>
                  </a:lnTo>
                  <a:lnTo>
                    <a:pt x="632193" y="749515"/>
                  </a:lnTo>
                  <a:lnTo>
                    <a:pt x="648385" y="768565"/>
                  </a:lnTo>
                  <a:lnTo>
                    <a:pt x="654405" y="763447"/>
                  </a:lnTo>
                  <a:close/>
                </a:path>
                <a:path w="970914" h="1141095">
                  <a:moveTo>
                    <a:pt x="699566" y="816622"/>
                  </a:moveTo>
                  <a:lnTo>
                    <a:pt x="683387" y="797560"/>
                  </a:lnTo>
                  <a:lnTo>
                    <a:pt x="677354" y="802678"/>
                  </a:lnTo>
                  <a:lnTo>
                    <a:pt x="693534" y="821740"/>
                  </a:lnTo>
                  <a:lnTo>
                    <a:pt x="699566" y="816622"/>
                  </a:lnTo>
                  <a:close/>
                </a:path>
                <a:path w="970914" h="1141095">
                  <a:moveTo>
                    <a:pt x="744728" y="869784"/>
                  </a:moveTo>
                  <a:lnTo>
                    <a:pt x="728548" y="850734"/>
                  </a:lnTo>
                  <a:lnTo>
                    <a:pt x="722503" y="855840"/>
                  </a:lnTo>
                  <a:lnTo>
                    <a:pt x="738695" y="874915"/>
                  </a:lnTo>
                  <a:lnTo>
                    <a:pt x="744728" y="869784"/>
                  </a:lnTo>
                  <a:close/>
                </a:path>
                <a:path w="970914" h="1141095">
                  <a:moveTo>
                    <a:pt x="789889" y="922959"/>
                  </a:moveTo>
                  <a:lnTo>
                    <a:pt x="773709" y="903897"/>
                  </a:lnTo>
                  <a:lnTo>
                    <a:pt x="767664" y="909015"/>
                  </a:lnTo>
                  <a:lnTo>
                    <a:pt x="783856" y="928077"/>
                  </a:lnTo>
                  <a:lnTo>
                    <a:pt x="789889" y="922959"/>
                  </a:lnTo>
                  <a:close/>
                </a:path>
                <a:path w="970914" h="1141095">
                  <a:moveTo>
                    <a:pt x="835037" y="976134"/>
                  </a:moveTo>
                  <a:lnTo>
                    <a:pt x="818857" y="957072"/>
                  </a:lnTo>
                  <a:lnTo>
                    <a:pt x="812812" y="962190"/>
                  </a:lnTo>
                  <a:lnTo>
                    <a:pt x="829005" y="981252"/>
                  </a:lnTo>
                  <a:lnTo>
                    <a:pt x="835037" y="976134"/>
                  </a:lnTo>
                  <a:close/>
                </a:path>
                <a:path w="970914" h="1141095">
                  <a:moveTo>
                    <a:pt x="880198" y="1029296"/>
                  </a:moveTo>
                  <a:lnTo>
                    <a:pt x="864006" y="1010234"/>
                  </a:lnTo>
                  <a:lnTo>
                    <a:pt x="857973" y="1015365"/>
                  </a:lnTo>
                  <a:lnTo>
                    <a:pt x="874153" y="1034415"/>
                  </a:lnTo>
                  <a:lnTo>
                    <a:pt x="880198" y="1029296"/>
                  </a:lnTo>
                  <a:close/>
                </a:path>
                <a:path w="970914" h="1141095">
                  <a:moveTo>
                    <a:pt x="925360" y="1082471"/>
                  </a:moveTo>
                  <a:lnTo>
                    <a:pt x="909167" y="1063409"/>
                  </a:lnTo>
                  <a:lnTo>
                    <a:pt x="903135" y="1068539"/>
                  </a:lnTo>
                  <a:lnTo>
                    <a:pt x="919314" y="1087602"/>
                  </a:lnTo>
                  <a:lnTo>
                    <a:pt x="925360" y="1082471"/>
                  </a:lnTo>
                  <a:close/>
                </a:path>
                <a:path w="970914" h="1141095">
                  <a:moveTo>
                    <a:pt x="970508" y="1135646"/>
                  </a:moveTo>
                  <a:lnTo>
                    <a:pt x="954328" y="1116584"/>
                  </a:lnTo>
                  <a:lnTo>
                    <a:pt x="948283" y="1121702"/>
                  </a:lnTo>
                  <a:lnTo>
                    <a:pt x="964476" y="1140764"/>
                  </a:lnTo>
                  <a:lnTo>
                    <a:pt x="970508" y="113564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42">
              <a:extLst>
                <a:ext uri="{FF2B5EF4-FFF2-40B4-BE49-F238E27FC236}">
                  <a16:creationId xmlns:a16="http://schemas.microsoft.com/office/drawing/2014/main" id="{FCA49356-FD46-4F65-B9B6-A5CA9F194FB2}"/>
                </a:ext>
              </a:extLst>
            </p:cNvPr>
            <p:cNvSpPr/>
            <p:nvPr/>
          </p:nvSpPr>
          <p:spPr>
            <a:xfrm>
              <a:off x="6881139" y="2697568"/>
              <a:ext cx="679450" cy="1331595"/>
            </a:xfrm>
            <a:custGeom>
              <a:avLst/>
              <a:gdLst/>
              <a:ahLst/>
              <a:cxnLst/>
              <a:rect l="l" t="t" r="r" b="b"/>
              <a:pathLst>
                <a:path w="679450" h="1331595">
                  <a:moveTo>
                    <a:pt x="18415" y="22288"/>
                  </a:moveTo>
                  <a:lnTo>
                    <a:pt x="7061" y="0"/>
                  </a:lnTo>
                  <a:lnTo>
                    <a:pt x="0" y="3606"/>
                  </a:lnTo>
                  <a:lnTo>
                    <a:pt x="11366" y="25882"/>
                  </a:lnTo>
                  <a:lnTo>
                    <a:pt x="18415" y="22288"/>
                  </a:lnTo>
                  <a:close/>
                </a:path>
                <a:path w="679450" h="1331595">
                  <a:moveTo>
                    <a:pt x="50088" y="84429"/>
                  </a:moveTo>
                  <a:lnTo>
                    <a:pt x="38735" y="62141"/>
                  </a:lnTo>
                  <a:lnTo>
                    <a:pt x="31673" y="65747"/>
                  </a:lnTo>
                  <a:lnTo>
                    <a:pt x="43040" y="88023"/>
                  </a:lnTo>
                  <a:lnTo>
                    <a:pt x="50088" y="84429"/>
                  </a:lnTo>
                  <a:close/>
                </a:path>
                <a:path w="679450" h="1331595">
                  <a:moveTo>
                    <a:pt x="81775" y="146583"/>
                  </a:moveTo>
                  <a:lnTo>
                    <a:pt x="70408" y="124294"/>
                  </a:lnTo>
                  <a:lnTo>
                    <a:pt x="63360" y="127901"/>
                  </a:lnTo>
                  <a:lnTo>
                    <a:pt x="74714" y="150177"/>
                  </a:lnTo>
                  <a:lnTo>
                    <a:pt x="81775" y="146583"/>
                  </a:lnTo>
                  <a:close/>
                </a:path>
                <a:path w="679450" h="1331595">
                  <a:moveTo>
                    <a:pt x="113461" y="208724"/>
                  </a:moveTo>
                  <a:lnTo>
                    <a:pt x="102108" y="186448"/>
                  </a:lnTo>
                  <a:lnTo>
                    <a:pt x="95046" y="190042"/>
                  </a:lnTo>
                  <a:lnTo>
                    <a:pt x="106413" y="212318"/>
                  </a:lnTo>
                  <a:lnTo>
                    <a:pt x="113461" y="208724"/>
                  </a:lnTo>
                  <a:close/>
                </a:path>
                <a:path w="679450" h="1331595">
                  <a:moveTo>
                    <a:pt x="145135" y="270878"/>
                  </a:moveTo>
                  <a:lnTo>
                    <a:pt x="133781" y="248602"/>
                  </a:lnTo>
                  <a:lnTo>
                    <a:pt x="126720" y="252196"/>
                  </a:lnTo>
                  <a:lnTo>
                    <a:pt x="138087" y="274472"/>
                  </a:lnTo>
                  <a:lnTo>
                    <a:pt x="145135" y="270878"/>
                  </a:lnTo>
                  <a:close/>
                </a:path>
                <a:path w="679450" h="1331595">
                  <a:moveTo>
                    <a:pt x="176822" y="333032"/>
                  </a:moveTo>
                  <a:lnTo>
                    <a:pt x="165468" y="310756"/>
                  </a:lnTo>
                  <a:lnTo>
                    <a:pt x="158407" y="314350"/>
                  </a:lnTo>
                  <a:lnTo>
                    <a:pt x="169773" y="336626"/>
                  </a:lnTo>
                  <a:lnTo>
                    <a:pt x="176822" y="333032"/>
                  </a:lnTo>
                  <a:close/>
                </a:path>
                <a:path w="679450" h="1331595">
                  <a:moveTo>
                    <a:pt x="208508" y="395173"/>
                  </a:moveTo>
                  <a:lnTo>
                    <a:pt x="197154" y="372897"/>
                  </a:lnTo>
                  <a:lnTo>
                    <a:pt x="190093" y="376491"/>
                  </a:lnTo>
                  <a:lnTo>
                    <a:pt x="201447" y="398767"/>
                  </a:lnTo>
                  <a:lnTo>
                    <a:pt x="208508" y="395173"/>
                  </a:lnTo>
                  <a:close/>
                </a:path>
                <a:path w="679450" h="1331595">
                  <a:moveTo>
                    <a:pt x="240182" y="457327"/>
                  </a:moveTo>
                  <a:lnTo>
                    <a:pt x="228828" y="435038"/>
                  </a:lnTo>
                  <a:lnTo>
                    <a:pt x="221780" y="438645"/>
                  </a:lnTo>
                  <a:lnTo>
                    <a:pt x="233133" y="460921"/>
                  </a:lnTo>
                  <a:lnTo>
                    <a:pt x="240182" y="457327"/>
                  </a:lnTo>
                  <a:close/>
                </a:path>
                <a:path w="679450" h="1331595">
                  <a:moveTo>
                    <a:pt x="271868" y="519480"/>
                  </a:moveTo>
                  <a:lnTo>
                    <a:pt x="260515" y="497205"/>
                  </a:lnTo>
                  <a:lnTo>
                    <a:pt x="253453" y="500799"/>
                  </a:lnTo>
                  <a:lnTo>
                    <a:pt x="264820" y="523074"/>
                  </a:lnTo>
                  <a:lnTo>
                    <a:pt x="271868" y="519480"/>
                  </a:lnTo>
                  <a:close/>
                </a:path>
                <a:path w="679450" h="1331595">
                  <a:moveTo>
                    <a:pt x="303555" y="581621"/>
                  </a:moveTo>
                  <a:lnTo>
                    <a:pt x="292188" y="559346"/>
                  </a:lnTo>
                  <a:lnTo>
                    <a:pt x="285140" y="562940"/>
                  </a:lnTo>
                  <a:lnTo>
                    <a:pt x="296494" y="585216"/>
                  </a:lnTo>
                  <a:lnTo>
                    <a:pt x="303555" y="581621"/>
                  </a:lnTo>
                  <a:close/>
                </a:path>
                <a:path w="679450" h="1331595">
                  <a:moveTo>
                    <a:pt x="335241" y="643775"/>
                  </a:moveTo>
                  <a:lnTo>
                    <a:pt x="323888" y="621499"/>
                  </a:lnTo>
                  <a:lnTo>
                    <a:pt x="316826" y="625094"/>
                  </a:lnTo>
                  <a:lnTo>
                    <a:pt x="328193" y="647369"/>
                  </a:lnTo>
                  <a:lnTo>
                    <a:pt x="335241" y="643775"/>
                  </a:lnTo>
                  <a:close/>
                </a:path>
                <a:path w="679450" h="1331595">
                  <a:moveTo>
                    <a:pt x="366928" y="705929"/>
                  </a:moveTo>
                  <a:lnTo>
                    <a:pt x="355574" y="683641"/>
                  </a:lnTo>
                  <a:lnTo>
                    <a:pt x="348513" y="687247"/>
                  </a:lnTo>
                  <a:lnTo>
                    <a:pt x="359879" y="709523"/>
                  </a:lnTo>
                  <a:lnTo>
                    <a:pt x="366928" y="705929"/>
                  </a:lnTo>
                  <a:close/>
                </a:path>
                <a:path w="679450" h="1331595">
                  <a:moveTo>
                    <a:pt x="398602" y="768070"/>
                  </a:moveTo>
                  <a:lnTo>
                    <a:pt x="387248" y="745794"/>
                  </a:lnTo>
                  <a:lnTo>
                    <a:pt x="380199" y="749388"/>
                  </a:lnTo>
                  <a:lnTo>
                    <a:pt x="391553" y="771652"/>
                  </a:lnTo>
                  <a:lnTo>
                    <a:pt x="398602" y="768070"/>
                  </a:lnTo>
                  <a:close/>
                </a:path>
                <a:path w="679450" h="1331595">
                  <a:moveTo>
                    <a:pt x="430288" y="830211"/>
                  </a:moveTo>
                  <a:lnTo>
                    <a:pt x="418922" y="807935"/>
                  </a:lnTo>
                  <a:lnTo>
                    <a:pt x="411873" y="811530"/>
                  </a:lnTo>
                  <a:lnTo>
                    <a:pt x="423240" y="833818"/>
                  </a:lnTo>
                  <a:lnTo>
                    <a:pt x="430288" y="830211"/>
                  </a:lnTo>
                  <a:close/>
                </a:path>
                <a:path w="679450" h="1331595">
                  <a:moveTo>
                    <a:pt x="461975" y="892365"/>
                  </a:moveTo>
                  <a:lnTo>
                    <a:pt x="450608" y="870089"/>
                  </a:lnTo>
                  <a:lnTo>
                    <a:pt x="443560" y="873683"/>
                  </a:lnTo>
                  <a:lnTo>
                    <a:pt x="454926" y="895959"/>
                  </a:lnTo>
                  <a:lnTo>
                    <a:pt x="461975" y="892365"/>
                  </a:lnTo>
                  <a:close/>
                </a:path>
                <a:path w="679450" h="1331595">
                  <a:moveTo>
                    <a:pt x="493649" y="954519"/>
                  </a:moveTo>
                  <a:lnTo>
                    <a:pt x="482295" y="932243"/>
                  </a:lnTo>
                  <a:lnTo>
                    <a:pt x="475246" y="935837"/>
                  </a:lnTo>
                  <a:lnTo>
                    <a:pt x="486600" y="958113"/>
                  </a:lnTo>
                  <a:lnTo>
                    <a:pt x="493649" y="954519"/>
                  </a:lnTo>
                  <a:close/>
                </a:path>
                <a:path w="679450" h="1331595">
                  <a:moveTo>
                    <a:pt x="525335" y="1016673"/>
                  </a:moveTo>
                  <a:lnTo>
                    <a:pt x="513981" y="994397"/>
                  </a:lnTo>
                  <a:lnTo>
                    <a:pt x="506933" y="997991"/>
                  </a:lnTo>
                  <a:lnTo>
                    <a:pt x="518287" y="1020267"/>
                  </a:lnTo>
                  <a:lnTo>
                    <a:pt x="525335" y="1016673"/>
                  </a:lnTo>
                  <a:close/>
                </a:path>
                <a:path w="679450" h="1331595">
                  <a:moveTo>
                    <a:pt x="557022" y="1078814"/>
                  </a:moveTo>
                  <a:lnTo>
                    <a:pt x="545655" y="1056538"/>
                  </a:lnTo>
                  <a:lnTo>
                    <a:pt x="538607" y="1060132"/>
                  </a:lnTo>
                  <a:lnTo>
                    <a:pt x="549973" y="1082408"/>
                  </a:lnTo>
                  <a:lnTo>
                    <a:pt x="557022" y="1078814"/>
                  </a:lnTo>
                  <a:close/>
                </a:path>
                <a:path w="679450" h="1331595">
                  <a:moveTo>
                    <a:pt x="588695" y="1140968"/>
                  </a:moveTo>
                  <a:lnTo>
                    <a:pt x="577342" y="1118692"/>
                  </a:lnTo>
                  <a:lnTo>
                    <a:pt x="570280" y="1122286"/>
                  </a:lnTo>
                  <a:lnTo>
                    <a:pt x="581647" y="1144562"/>
                  </a:lnTo>
                  <a:lnTo>
                    <a:pt x="588695" y="1140968"/>
                  </a:lnTo>
                  <a:close/>
                </a:path>
                <a:path w="679450" h="1331595">
                  <a:moveTo>
                    <a:pt x="620382" y="1203109"/>
                  </a:moveTo>
                  <a:lnTo>
                    <a:pt x="609028" y="1180833"/>
                  </a:lnTo>
                  <a:lnTo>
                    <a:pt x="601980" y="1184427"/>
                  </a:lnTo>
                  <a:lnTo>
                    <a:pt x="613333" y="1206703"/>
                  </a:lnTo>
                  <a:lnTo>
                    <a:pt x="620382" y="1203109"/>
                  </a:lnTo>
                  <a:close/>
                </a:path>
                <a:path w="679450" h="1331595">
                  <a:moveTo>
                    <a:pt x="652068" y="1265262"/>
                  </a:moveTo>
                  <a:lnTo>
                    <a:pt x="640702" y="1242987"/>
                  </a:lnTo>
                  <a:lnTo>
                    <a:pt x="633653" y="1246581"/>
                  </a:lnTo>
                  <a:lnTo>
                    <a:pt x="645020" y="1268857"/>
                  </a:lnTo>
                  <a:lnTo>
                    <a:pt x="652068" y="1265262"/>
                  </a:lnTo>
                  <a:close/>
                </a:path>
                <a:path w="679450" h="1331595">
                  <a:moveTo>
                    <a:pt x="678853" y="1317828"/>
                  </a:moveTo>
                  <a:lnTo>
                    <a:pt x="672376" y="1305140"/>
                  </a:lnTo>
                  <a:lnTo>
                    <a:pt x="665340" y="1308735"/>
                  </a:lnTo>
                  <a:lnTo>
                    <a:pt x="676694" y="1331010"/>
                  </a:lnTo>
                  <a:lnTo>
                    <a:pt x="678853" y="1329918"/>
                  </a:lnTo>
                  <a:lnTo>
                    <a:pt x="678853" y="131782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32" name="object 243">
              <a:extLst>
                <a:ext uri="{FF2B5EF4-FFF2-40B4-BE49-F238E27FC236}">
                  <a16:creationId xmlns:a16="http://schemas.microsoft.com/office/drawing/2014/main" id="{2238644A-3EEC-4567-B3B5-C025A21FA5A5}"/>
                </a:ext>
              </a:extLst>
            </p:cNvPr>
            <p:cNvGrpSpPr/>
            <p:nvPr/>
          </p:nvGrpSpPr>
          <p:grpSpPr>
            <a:xfrm>
              <a:off x="29293" y="9024163"/>
              <a:ext cx="6658609" cy="1356360"/>
              <a:chOff x="29293" y="9024163"/>
              <a:chExt cx="6658609" cy="1356360"/>
            </a:xfrm>
          </p:grpSpPr>
          <p:sp>
            <p:nvSpPr>
              <p:cNvPr id="233" name="object 244">
                <a:extLst>
                  <a:ext uri="{FF2B5EF4-FFF2-40B4-BE49-F238E27FC236}">
                    <a16:creationId xmlns:a16="http://schemas.microsoft.com/office/drawing/2014/main" id="{49CEE9A6-4569-487A-90AC-A713691ECF8B}"/>
                  </a:ext>
                </a:extLst>
              </p:cNvPr>
              <p:cNvSpPr/>
              <p:nvPr/>
            </p:nvSpPr>
            <p:spPr>
              <a:xfrm>
                <a:off x="29286" y="9398075"/>
                <a:ext cx="4812030" cy="982344"/>
              </a:xfrm>
              <a:custGeom>
                <a:avLst/>
                <a:gdLst/>
                <a:ahLst/>
                <a:cxnLst/>
                <a:rect l="l" t="t" r="r" b="b"/>
                <a:pathLst>
                  <a:path w="4812030" h="982345">
                    <a:moveTo>
                      <a:pt x="26073" y="977150"/>
                    </a:moveTo>
                    <a:lnTo>
                      <a:pt x="24511" y="969391"/>
                    </a:lnTo>
                    <a:lnTo>
                      <a:pt x="0" y="974356"/>
                    </a:lnTo>
                    <a:lnTo>
                      <a:pt x="1574" y="982103"/>
                    </a:lnTo>
                    <a:lnTo>
                      <a:pt x="26073" y="977150"/>
                    </a:lnTo>
                    <a:close/>
                  </a:path>
                  <a:path w="4812030" h="982345">
                    <a:moveTo>
                      <a:pt x="94449" y="963282"/>
                    </a:moveTo>
                    <a:lnTo>
                      <a:pt x="92875" y="955535"/>
                    </a:lnTo>
                    <a:lnTo>
                      <a:pt x="68376" y="960488"/>
                    </a:lnTo>
                    <a:lnTo>
                      <a:pt x="69938" y="968248"/>
                    </a:lnTo>
                    <a:lnTo>
                      <a:pt x="94449" y="963282"/>
                    </a:lnTo>
                    <a:close/>
                  </a:path>
                  <a:path w="4812030" h="982345">
                    <a:moveTo>
                      <a:pt x="162826" y="949452"/>
                    </a:moveTo>
                    <a:lnTo>
                      <a:pt x="161251" y="941692"/>
                    </a:lnTo>
                    <a:lnTo>
                      <a:pt x="136740" y="946658"/>
                    </a:lnTo>
                    <a:lnTo>
                      <a:pt x="138315" y="954405"/>
                    </a:lnTo>
                    <a:lnTo>
                      <a:pt x="162826" y="949452"/>
                    </a:lnTo>
                    <a:close/>
                  </a:path>
                  <a:path w="4812030" h="982345">
                    <a:moveTo>
                      <a:pt x="231190" y="935596"/>
                    </a:moveTo>
                    <a:lnTo>
                      <a:pt x="229628" y="927849"/>
                    </a:lnTo>
                    <a:lnTo>
                      <a:pt x="205117" y="932802"/>
                    </a:lnTo>
                    <a:lnTo>
                      <a:pt x="206679" y="940562"/>
                    </a:lnTo>
                    <a:lnTo>
                      <a:pt x="231190" y="935596"/>
                    </a:lnTo>
                    <a:close/>
                  </a:path>
                  <a:path w="4812030" h="982345">
                    <a:moveTo>
                      <a:pt x="299567" y="921753"/>
                    </a:moveTo>
                    <a:lnTo>
                      <a:pt x="297992" y="913993"/>
                    </a:lnTo>
                    <a:lnTo>
                      <a:pt x="273481" y="918946"/>
                    </a:lnTo>
                    <a:lnTo>
                      <a:pt x="275056" y="926706"/>
                    </a:lnTo>
                    <a:lnTo>
                      <a:pt x="299567" y="921753"/>
                    </a:lnTo>
                    <a:close/>
                  </a:path>
                  <a:path w="4812030" h="982345">
                    <a:moveTo>
                      <a:pt x="367931" y="907910"/>
                    </a:moveTo>
                    <a:lnTo>
                      <a:pt x="366356" y="900150"/>
                    </a:lnTo>
                    <a:lnTo>
                      <a:pt x="341858" y="905103"/>
                    </a:lnTo>
                    <a:lnTo>
                      <a:pt x="343420" y="912863"/>
                    </a:lnTo>
                    <a:lnTo>
                      <a:pt x="367931" y="907910"/>
                    </a:lnTo>
                    <a:close/>
                  </a:path>
                  <a:path w="4812030" h="982345">
                    <a:moveTo>
                      <a:pt x="436308" y="894054"/>
                    </a:moveTo>
                    <a:lnTo>
                      <a:pt x="434733" y="886294"/>
                    </a:lnTo>
                    <a:lnTo>
                      <a:pt x="410222" y="891247"/>
                    </a:lnTo>
                    <a:lnTo>
                      <a:pt x="411797" y="899007"/>
                    </a:lnTo>
                    <a:lnTo>
                      <a:pt x="436308" y="894054"/>
                    </a:lnTo>
                    <a:close/>
                  </a:path>
                  <a:path w="4812030" h="982345">
                    <a:moveTo>
                      <a:pt x="504672" y="880211"/>
                    </a:moveTo>
                    <a:lnTo>
                      <a:pt x="503110" y="872451"/>
                    </a:lnTo>
                    <a:lnTo>
                      <a:pt x="478599" y="877404"/>
                    </a:lnTo>
                    <a:lnTo>
                      <a:pt x="480174" y="885164"/>
                    </a:lnTo>
                    <a:lnTo>
                      <a:pt x="504672" y="880211"/>
                    </a:lnTo>
                    <a:close/>
                  </a:path>
                  <a:path w="4812030" h="982345">
                    <a:moveTo>
                      <a:pt x="573049" y="866343"/>
                    </a:moveTo>
                    <a:lnTo>
                      <a:pt x="571474" y="858596"/>
                    </a:lnTo>
                    <a:lnTo>
                      <a:pt x="546976" y="863561"/>
                    </a:lnTo>
                    <a:lnTo>
                      <a:pt x="548538" y="871321"/>
                    </a:lnTo>
                    <a:lnTo>
                      <a:pt x="573049" y="866343"/>
                    </a:lnTo>
                    <a:close/>
                  </a:path>
                  <a:path w="4812030" h="982345">
                    <a:moveTo>
                      <a:pt x="641413" y="852500"/>
                    </a:moveTo>
                    <a:lnTo>
                      <a:pt x="639838" y="844740"/>
                    </a:lnTo>
                    <a:lnTo>
                      <a:pt x="615327" y="849706"/>
                    </a:lnTo>
                    <a:lnTo>
                      <a:pt x="616902" y="857465"/>
                    </a:lnTo>
                    <a:lnTo>
                      <a:pt x="641413" y="852500"/>
                    </a:lnTo>
                    <a:close/>
                  </a:path>
                  <a:path w="4812030" h="982345">
                    <a:moveTo>
                      <a:pt x="709790" y="838657"/>
                    </a:moveTo>
                    <a:lnTo>
                      <a:pt x="708215" y="830910"/>
                    </a:lnTo>
                    <a:lnTo>
                      <a:pt x="683704" y="835863"/>
                    </a:lnTo>
                    <a:lnTo>
                      <a:pt x="685279" y="843622"/>
                    </a:lnTo>
                    <a:lnTo>
                      <a:pt x="709790" y="838657"/>
                    </a:lnTo>
                    <a:close/>
                  </a:path>
                  <a:path w="4812030" h="982345">
                    <a:moveTo>
                      <a:pt x="778141" y="824814"/>
                    </a:moveTo>
                    <a:lnTo>
                      <a:pt x="776579" y="817054"/>
                    </a:lnTo>
                    <a:lnTo>
                      <a:pt x="752068" y="822020"/>
                    </a:lnTo>
                    <a:lnTo>
                      <a:pt x="753643" y="829779"/>
                    </a:lnTo>
                    <a:lnTo>
                      <a:pt x="778141" y="824814"/>
                    </a:lnTo>
                    <a:close/>
                  </a:path>
                  <a:path w="4812030" h="982345">
                    <a:moveTo>
                      <a:pt x="846531" y="810958"/>
                    </a:moveTo>
                    <a:lnTo>
                      <a:pt x="844956" y="803211"/>
                    </a:lnTo>
                    <a:lnTo>
                      <a:pt x="820445" y="808164"/>
                    </a:lnTo>
                    <a:lnTo>
                      <a:pt x="822020" y="815924"/>
                    </a:lnTo>
                    <a:lnTo>
                      <a:pt x="846531" y="810958"/>
                    </a:lnTo>
                    <a:close/>
                  </a:path>
                  <a:path w="4812030" h="982345">
                    <a:moveTo>
                      <a:pt x="914895" y="797115"/>
                    </a:moveTo>
                    <a:lnTo>
                      <a:pt x="913320" y="789355"/>
                    </a:lnTo>
                    <a:lnTo>
                      <a:pt x="888809" y="794321"/>
                    </a:lnTo>
                    <a:lnTo>
                      <a:pt x="890384" y="802081"/>
                    </a:lnTo>
                    <a:lnTo>
                      <a:pt x="914895" y="797115"/>
                    </a:lnTo>
                    <a:close/>
                  </a:path>
                  <a:path w="4812030" h="982345">
                    <a:moveTo>
                      <a:pt x="983259" y="783259"/>
                    </a:moveTo>
                    <a:lnTo>
                      <a:pt x="981697" y="775512"/>
                    </a:lnTo>
                    <a:lnTo>
                      <a:pt x="957186" y="780478"/>
                    </a:lnTo>
                    <a:lnTo>
                      <a:pt x="958748" y="788238"/>
                    </a:lnTo>
                    <a:lnTo>
                      <a:pt x="983259" y="783259"/>
                    </a:lnTo>
                    <a:close/>
                  </a:path>
                  <a:path w="4812030" h="982345">
                    <a:moveTo>
                      <a:pt x="1051636" y="769416"/>
                    </a:moveTo>
                    <a:lnTo>
                      <a:pt x="1050061" y="761657"/>
                    </a:lnTo>
                    <a:lnTo>
                      <a:pt x="1025550" y="766622"/>
                    </a:lnTo>
                    <a:lnTo>
                      <a:pt x="1027125" y="774382"/>
                    </a:lnTo>
                    <a:lnTo>
                      <a:pt x="1051636" y="769416"/>
                    </a:lnTo>
                    <a:close/>
                  </a:path>
                  <a:path w="4812030" h="982345">
                    <a:moveTo>
                      <a:pt x="1120000" y="755561"/>
                    </a:moveTo>
                    <a:lnTo>
                      <a:pt x="1118438" y="747814"/>
                    </a:lnTo>
                    <a:lnTo>
                      <a:pt x="1093927" y="752779"/>
                    </a:lnTo>
                    <a:lnTo>
                      <a:pt x="1095489" y="760539"/>
                    </a:lnTo>
                    <a:lnTo>
                      <a:pt x="1120000" y="755561"/>
                    </a:lnTo>
                    <a:close/>
                  </a:path>
                  <a:path w="4812030" h="982345">
                    <a:moveTo>
                      <a:pt x="1188377" y="741718"/>
                    </a:moveTo>
                    <a:lnTo>
                      <a:pt x="1186802" y="733958"/>
                    </a:lnTo>
                    <a:lnTo>
                      <a:pt x="1162291" y="738924"/>
                    </a:lnTo>
                    <a:lnTo>
                      <a:pt x="1163866" y="746683"/>
                    </a:lnTo>
                    <a:lnTo>
                      <a:pt x="1188377" y="741718"/>
                    </a:lnTo>
                    <a:close/>
                  </a:path>
                  <a:path w="4812030" h="982345">
                    <a:moveTo>
                      <a:pt x="1256741" y="727862"/>
                    </a:moveTo>
                    <a:lnTo>
                      <a:pt x="1255179" y="720115"/>
                    </a:lnTo>
                    <a:lnTo>
                      <a:pt x="1230668" y="725081"/>
                    </a:lnTo>
                    <a:lnTo>
                      <a:pt x="1232242" y="732828"/>
                    </a:lnTo>
                    <a:lnTo>
                      <a:pt x="1256741" y="727862"/>
                    </a:lnTo>
                    <a:close/>
                  </a:path>
                  <a:path w="4812030" h="982345">
                    <a:moveTo>
                      <a:pt x="1325118" y="714032"/>
                    </a:moveTo>
                    <a:lnTo>
                      <a:pt x="1323543" y="706272"/>
                    </a:lnTo>
                    <a:lnTo>
                      <a:pt x="1299044" y="711238"/>
                    </a:lnTo>
                    <a:lnTo>
                      <a:pt x="1300607" y="718997"/>
                    </a:lnTo>
                    <a:lnTo>
                      <a:pt x="1325118" y="714032"/>
                    </a:lnTo>
                    <a:close/>
                  </a:path>
                  <a:path w="4812030" h="982345">
                    <a:moveTo>
                      <a:pt x="1393482" y="700176"/>
                    </a:moveTo>
                    <a:lnTo>
                      <a:pt x="1391920" y="692416"/>
                    </a:lnTo>
                    <a:lnTo>
                      <a:pt x="1367409" y="697382"/>
                    </a:lnTo>
                    <a:lnTo>
                      <a:pt x="1368971" y="705142"/>
                    </a:lnTo>
                    <a:lnTo>
                      <a:pt x="1393482" y="700176"/>
                    </a:lnTo>
                    <a:close/>
                  </a:path>
                  <a:path w="4812030" h="982345">
                    <a:moveTo>
                      <a:pt x="1461858" y="686333"/>
                    </a:moveTo>
                    <a:lnTo>
                      <a:pt x="1460284" y="678573"/>
                    </a:lnTo>
                    <a:lnTo>
                      <a:pt x="1435773" y="683526"/>
                    </a:lnTo>
                    <a:lnTo>
                      <a:pt x="1437347" y="691286"/>
                    </a:lnTo>
                    <a:lnTo>
                      <a:pt x="1461858" y="686333"/>
                    </a:lnTo>
                    <a:close/>
                  </a:path>
                  <a:path w="4812030" h="982345">
                    <a:moveTo>
                      <a:pt x="1530235" y="672490"/>
                    </a:moveTo>
                    <a:lnTo>
                      <a:pt x="1528660" y="664730"/>
                    </a:lnTo>
                    <a:lnTo>
                      <a:pt x="1504149" y="669683"/>
                    </a:lnTo>
                    <a:lnTo>
                      <a:pt x="1505724" y="677443"/>
                    </a:lnTo>
                    <a:lnTo>
                      <a:pt x="1530235" y="672490"/>
                    </a:lnTo>
                    <a:close/>
                  </a:path>
                  <a:path w="4812030" h="982345">
                    <a:moveTo>
                      <a:pt x="1598599" y="658634"/>
                    </a:moveTo>
                    <a:lnTo>
                      <a:pt x="1597025" y="650875"/>
                    </a:lnTo>
                    <a:lnTo>
                      <a:pt x="1572526" y="655828"/>
                    </a:lnTo>
                    <a:lnTo>
                      <a:pt x="1574088" y="663587"/>
                    </a:lnTo>
                    <a:lnTo>
                      <a:pt x="1598599" y="658634"/>
                    </a:lnTo>
                    <a:close/>
                  </a:path>
                  <a:path w="4812030" h="982345">
                    <a:moveTo>
                      <a:pt x="1666976" y="644791"/>
                    </a:moveTo>
                    <a:lnTo>
                      <a:pt x="1665401" y="637032"/>
                    </a:lnTo>
                    <a:lnTo>
                      <a:pt x="1640890" y="641985"/>
                    </a:lnTo>
                    <a:lnTo>
                      <a:pt x="1642465" y="649744"/>
                    </a:lnTo>
                    <a:lnTo>
                      <a:pt x="1666976" y="644791"/>
                    </a:lnTo>
                    <a:close/>
                  </a:path>
                  <a:path w="4812030" h="982345">
                    <a:moveTo>
                      <a:pt x="1735340" y="630936"/>
                    </a:moveTo>
                    <a:lnTo>
                      <a:pt x="1733765" y="623189"/>
                    </a:lnTo>
                    <a:lnTo>
                      <a:pt x="1709267" y="628142"/>
                    </a:lnTo>
                    <a:lnTo>
                      <a:pt x="1710829" y="635901"/>
                    </a:lnTo>
                    <a:lnTo>
                      <a:pt x="1735340" y="630936"/>
                    </a:lnTo>
                    <a:close/>
                  </a:path>
                  <a:path w="4812030" h="982345">
                    <a:moveTo>
                      <a:pt x="1803717" y="617093"/>
                    </a:moveTo>
                    <a:lnTo>
                      <a:pt x="1802142" y="609333"/>
                    </a:lnTo>
                    <a:lnTo>
                      <a:pt x="1777631" y="614286"/>
                    </a:lnTo>
                    <a:lnTo>
                      <a:pt x="1779206" y="622046"/>
                    </a:lnTo>
                    <a:lnTo>
                      <a:pt x="1803717" y="617093"/>
                    </a:lnTo>
                    <a:close/>
                  </a:path>
                  <a:path w="4812030" h="982345">
                    <a:moveTo>
                      <a:pt x="1872081" y="603237"/>
                    </a:moveTo>
                    <a:lnTo>
                      <a:pt x="1870506" y="595490"/>
                    </a:lnTo>
                    <a:lnTo>
                      <a:pt x="1846008" y="600443"/>
                    </a:lnTo>
                    <a:lnTo>
                      <a:pt x="1847570" y="608203"/>
                    </a:lnTo>
                    <a:lnTo>
                      <a:pt x="1872081" y="603237"/>
                    </a:lnTo>
                    <a:close/>
                  </a:path>
                  <a:path w="4812030" h="982345">
                    <a:moveTo>
                      <a:pt x="1940458" y="589394"/>
                    </a:moveTo>
                    <a:lnTo>
                      <a:pt x="1938883" y="581634"/>
                    </a:lnTo>
                    <a:lnTo>
                      <a:pt x="1914372" y="586587"/>
                    </a:lnTo>
                    <a:lnTo>
                      <a:pt x="1915947" y="594347"/>
                    </a:lnTo>
                    <a:lnTo>
                      <a:pt x="1940458" y="589394"/>
                    </a:lnTo>
                    <a:close/>
                  </a:path>
                  <a:path w="4812030" h="982345">
                    <a:moveTo>
                      <a:pt x="2008835" y="575538"/>
                    </a:moveTo>
                    <a:lnTo>
                      <a:pt x="2007260" y="567791"/>
                    </a:lnTo>
                    <a:lnTo>
                      <a:pt x="1982749" y="572744"/>
                    </a:lnTo>
                    <a:lnTo>
                      <a:pt x="1984324" y="580504"/>
                    </a:lnTo>
                    <a:lnTo>
                      <a:pt x="2008835" y="575538"/>
                    </a:lnTo>
                    <a:close/>
                  </a:path>
                  <a:path w="4812030" h="982345">
                    <a:moveTo>
                      <a:pt x="2077199" y="561708"/>
                    </a:moveTo>
                    <a:lnTo>
                      <a:pt x="2075624" y="553948"/>
                    </a:lnTo>
                    <a:lnTo>
                      <a:pt x="2051113" y="558901"/>
                    </a:lnTo>
                    <a:lnTo>
                      <a:pt x="2052688" y="566661"/>
                    </a:lnTo>
                    <a:lnTo>
                      <a:pt x="2077199" y="561708"/>
                    </a:lnTo>
                    <a:close/>
                  </a:path>
                  <a:path w="4812030" h="982345">
                    <a:moveTo>
                      <a:pt x="2145563" y="547827"/>
                    </a:moveTo>
                    <a:lnTo>
                      <a:pt x="2144001" y="540080"/>
                    </a:lnTo>
                    <a:lnTo>
                      <a:pt x="2119490" y="545045"/>
                    </a:lnTo>
                    <a:lnTo>
                      <a:pt x="2121052" y="552805"/>
                    </a:lnTo>
                    <a:lnTo>
                      <a:pt x="2145563" y="547827"/>
                    </a:lnTo>
                    <a:close/>
                  </a:path>
                  <a:path w="4812030" h="982345">
                    <a:moveTo>
                      <a:pt x="2213940" y="533996"/>
                    </a:moveTo>
                    <a:lnTo>
                      <a:pt x="2212365" y="526237"/>
                    </a:lnTo>
                    <a:lnTo>
                      <a:pt x="2187854" y="531202"/>
                    </a:lnTo>
                    <a:lnTo>
                      <a:pt x="2189429" y="538962"/>
                    </a:lnTo>
                    <a:lnTo>
                      <a:pt x="2213940" y="533996"/>
                    </a:lnTo>
                    <a:close/>
                  </a:path>
                  <a:path w="4812030" h="982345">
                    <a:moveTo>
                      <a:pt x="2282317" y="520141"/>
                    </a:moveTo>
                    <a:lnTo>
                      <a:pt x="2280742" y="512394"/>
                    </a:lnTo>
                    <a:lnTo>
                      <a:pt x="2256231" y="517359"/>
                    </a:lnTo>
                    <a:lnTo>
                      <a:pt x="2257806" y="525119"/>
                    </a:lnTo>
                    <a:lnTo>
                      <a:pt x="2282317" y="520141"/>
                    </a:lnTo>
                    <a:close/>
                  </a:path>
                  <a:path w="4812030" h="982345">
                    <a:moveTo>
                      <a:pt x="2350681" y="506298"/>
                    </a:moveTo>
                    <a:lnTo>
                      <a:pt x="2349119" y="498538"/>
                    </a:lnTo>
                    <a:lnTo>
                      <a:pt x="2324608" y="503504"/>
                    </a:lnTo>
                    <a:lnTo>
                      <a:pt x="2326170" y="511263"/>
                    </a:lnTo>
                    <a:lnTo>
                      <a:pt x="2350681" y="506298"/>
                    </a:lnTo>
                    <a:close/>
                  </a:path>
                  <a:path w="4812030" h="982345">
                    <a:moveTo>
                      <a:pt x="2419032" y="492442"/>
                    </a:moveTo>
                    <a:lnTo>
                      <a:pt x="2417470" y="484695"/>
                    </a:lnTo>
                    <a:lnTo>
                      <a:pt x="2392959" y="489661"/>
                    </a:lnTo>
                    <a:lnTo>
                      <a:pt x="2394534" y="497420"/>
                    </a:lnTo>
                    <a:lnTo>
                      <a:pt x="2419032" y="492442"/>
                    </a:lnTo>
                    <a:close/>
                  </a:path>
                  <a:path w="4812030" h="982345">
                    <a:moveTo>
                      <a:pt x="2487422" y="478599"/>
                    </a:moveTo>
                    <a:lnTo>
                      <a:pt x="2485847" y="470839"/>
                    </a:lnTo>
                    <a:lnTo>
                      <a:pt x="2461349" y="475805"/>
                    </a:lnTo>
                    <a:lnTo>
                      <a:pt x="2462911" y="483565"/>
                    </a:lnTo>
                    <a:lnTo>
                      <a:pt x="2487422" y="478599"/>
                    </a:lnTo>
                    <a:close/>
                  </a:path>
                  <a:path w="4812030" h="982345">
                    <a:moveTo>
                      <a:pt x="2555773" y="464756"/>
                    </a:moveTo>
                    <a:lnTo>
                      <a:pt x="2554211" y="456996"/>
                    </a:lnTo>
                    <a:lnTo>
                      <a:pt x="2529700" y="461962"/>
                    </a:lnTo>
                    <a:lnTo>
                      <a:pt x="2531275" y="469722"/>
                    </a:lnTo>
                    <a:lnTo>
                      <a:pt x="2555773" y="464756"/>
                    </a:lnTo>
                    <a:close/>
                  </a:path>
                  <a:path w="4812030" h="982345">
                    <a:moveTo>
                      <a:pt x="2624150" y="450900"/>
                    </a:moveTo>
                    <a:lnTo>
                      <a:pt x="2622575" y="443141"/>
                    </a:lnTo>
                    <a:lnTo>
                      <a:pt x="2598064" y="448106"/>
                    </a:lnTo>
                    <a:lnTo>
                      <a:pt x="2599639" y="455866"/>
                    </a:lnTo>
                    <a:lnTo>
                      <a:pt x="2624150" y="450900"/>
                    </a:lnTo>
                    <a:close/>
                  </a:path>
                  <a:path w="4812030" h="982345">
                    <a:moveTo>
                      <a:pt x="2692527" y="437057"/>
                    </a:moveTo>
                    <a:lnTo>
                      <a:pt x="2690952" y="429298"/>
                    </a:lnTo>
                    <a:lnTo>
                      <a:pt x="2666441" y="434263"/>
                    </a:lnTo>
                    <a:lnTo>
                      <a:pt x="2668016" y="442010"/>
                    </a:lnTo>
                    <a:lnTo>
                      <a:pt x="2692527" y="437057"/>
                    </a:lnTo>
                    <a:close/>
                  </a:path>
                  <a:path w="4812030" h="982345">
                    <a:moveTo>
                      <a:pt x="2760891" y="423214"/>
                    </a:moveTo>
                    <a:lnTo>
                      <a:pt x="2759329" y="415455"/>
                    </a:lnTo>
                    <a:lnTo>
                      <a:pt x="2734818" y="420420"/>
                    </a:lnTo>
                    <a:lnTo>
                      <a:pt x="2736380" y="428180"/>
                    </a:lnTo>
                    <a:lnTo>
                      <a:pt x="2760891" y="423214"/>
                    </a:lnTo>
                    <a:close/>
                  </a:path>
                  <a:path w="4812030" h="982345">
                    <a:moveTo>
                      <a:pt x="2829280" y="409359"/>
                    </a:moveTo>
                    <a:lnTo>
                      <a:pt x="2827693" y="401599"/>
                    </a:lnTo>
                    <a:lnTo>
                      <a:pt x="2803182" y="406552"/>
                    </a:lnTo>
                    <a:lnTo>
                      <a:pt x="2804757" y="414312"/>
                    </a:lnTo>
                    <a:lnTo>
                      <a:pt x="2829280" y="409359"/>
                    </a:lnTo>
                    <a:close/>
                  </a:path>
                  <a:path w="4812030" h="982345">
                    <a:moveTo>
                      <a:pt x="2897632" y="395516"/>
                    </a:moveTo>
                    <a:lnTo>
                      <a:pt x="2896070" y="387756"/>
                    </a:lnTo>
                    <a:lnTo>
                      <a:pt x="2871559" y="392722"/>
                    </a:lnTo>
                    <a:lnTo>
                      <a:pt x="2873121" y="400481"/>
                    </a:lnTo>
                    <a:lnTo>
                      <a:pt x="2897632" y="395516"/>
                    </a:lnTo>
                    <a:close/>
                  </a:path>
                  <a:path w="4812030" h="982345">
                    <a:moveTo>
                      <a:pt x="2966008" y="381673"/>
                    </a:moveTo>
                    <a:lnTo>
                      <a:pt x="2964434" y="373913"/>
                    </a:lnTo>
                    <a:lnTo>
                      <a:pt x="2939935" y="378866"/>
                    </a:lnTo>
                    <a:lnTo>
                      <a:pt x="2941497" y="386626"/>
                    </a:lnTo>
                    <a:lnTo>
                      <a:pt x="2966008" y="381673"/>
                    </a:lnTo>
                    <a:close/>
                  </a:path>
                  <a:path w="4812030" h="982345">
                    <a:moveTo>
                      <a:pt x="3034385" y="367804"/>
                    </a:moveTo>
                    <a:lnTo>
                      <a:pt x="3032810" y="360057"/>
                    </a:lnTo>
                    <a:lnTo>
                      <a:pt x="3008299" y="365010"/>
                    </a:lnTo>
                    <a:lnTo>
                      <a:pt x="3009874" y="372770"/>
                    </a:lnTo>
                    <a:lnTo>
                      <a:pt x="3034385" y="367804"/>
                    </a:lnTo>
                    <a:close/>
                  </a:path>
                  <a:path w="4812030" h="982345">
                    <a:moveTo>
                      <a:pt x="3102749" y="353974"/>
                    </a:moveTo>
                    <a:lnTo>
                      <a:pt x="3101175" y="346214"/>
                    </a:lnTo>
                    <a:lnTo>
                      <a:pt x="3076676" y="351167"/>
                    </a:lnTo>
                    <a:lnTo>
                      <a:pt x="3078238" y="358927"/>
                    </a:lnTo>
                    <a:lnTo>
                      <a:pt x="3102749" y="353974"/>
                    </a:lnTo>
                    <a:close/>
                  </a:path>
                  <a:path w="4812030" h="982345">
                    <a:moveTo>
                      <a:pt x="3171113" y="340118"/>
                    </a:moveTo>
                    <a:lnTo>
                      <a:pt x="3169551" y="332371"/>
                    </a:lnTo>
                    <a:lnTo>
                      <a:pt x="3145040" y="337324"/>
                    </a:lnTo>
                    <a:lnTo>
                      <a:pt x="3146602" y="345084"/>
                    </a:lnTo>
                    <a:lnTo>
                      <a:pt x="3171113" y="340118"/>
                    </a:lnTo>
                    <a:close/>
                  </a:path>
                  <a:path w="4812030" h="982345">
                    <a:moveTo>
                      <a:pt x="3239490" y="326275"/>
                    </a:moveTo>
                    <a:lnTo>
                      <a:pt x="3237915" y="318516"/>
                    </a:lnTo>
                    <a:lnTo>
                      <a:pt x="3213404" y="323469"/>
                    </a:lnTo>
                    <a:lnTo>
                      <a:pt x="3214979" y="331228"/>
                    </a:lnTo>
                    <a:lnTo>
                      <a:pt x="3239490" y="326275"/>
                    </a:lnTo>
                    <a:close/>
                  </a:path>
                  <a:path w="4812030" h="982345">
                    <a:moveTo>
                      <a:pt x="3307867" y="312420"/>
                    </a:moveTo>
                    <a:lnTo>
                      <a:pt x="3306292" y="304673"/>
                    </a:lnTo>
                    <a:lnTo>
                      <a:pt x="3281781" y="309626"/>
                    </a:lnTo>
                    <a:lnTo>
                      <a:pt x="3283356" y="317385"/>
                    </a:lnTo>
                    <a:lnTo>
                      <a:pt x="3307867" y="312420"/>
                    </a:lnTo>
                    <a:close/>
                  </a:path>
                  <a:path w="4812030" h="982345">
                    <a:moveTo>
                      <a:pt x="3376231" y="298577"/>
                    </a:moveTo>
                    <a:lnTo>
                      <a:pt x="3374669" y="290817"/>
                    </a:lnTo>
                    <a:lnTo>
                      <a:pt x="3350158" y="295770"/>
                    </a:lnTo>
                    <a:lnTo>
                      <a:pt x="3351733" y="303530"/>
                    </a:lnTo>
                    <a:lnTo>
                      <a:pt x="3376231" y="298577"/>
                    </a:lnTo>
                    <a:close/>
                  </a:path>
                  <a:path w="4812030" h="982345">
                    <a:moveTo>
                      <a:pt x="3444608" y="284721"/>
                    </a:moveTo>
                    <a:lnTo>
                      <a:pt x="3443033" y="276974"/>
                    </a:lnTo>
                    <a:lnTo>
                      <a:pt x="3418522" y="281927"/>
                    </a:lnTo>
                    <a:lnTo>
                      <a:pt x="3420097" y="289687"/>
                    </a:lnTo>
                    <a:lnTo>
                      <a:pt x="3444608" y="284721"/>
                    </a:lnTo>
                    <a:close/>
                  </a:path>
                  <a:path w="4812030" h="982345">
                    <a:moveTo>
                      <a:pt x="3512972" y="270878"/>
                    </a:moveTo>
                    <a:lnTo>
                      <a:pt x="3511410" y="263131"/>
                    </a:lnTo>
                    <a:lnTo>
                      <a:pt x="3486899" y="268084"/>
                    </a:lnTo>
                    <a:lnTo>
                      <a:pt x="3488461" y="275844"/>
                    </a:lnTo>
                    <a:lnTo>
                      <a:pt x="3512972" y="270878"/>
                    </a:lnTo>
                    <a:close/>
                  </a:path>
                  <a:path w="4812030" h="982345">
                    <a:moveTo>
                      <a:pt x="3581336" y="257022"/>
                    </a:moveTo>
                    <a:lnTo>
                      <a:pt x="3579774" y="249262"/>
                    </a:lnTo>
                    <a:lnTo>
                      <a:pt x="3555263" y="254228"/>
                    </a:lnTo>
                    <a:lnTo>
                      <a:pt x="3556838" y="261988"/>
                    </a:lnTo>
                    <a:lnTo>
                      <a:pt x="3581336" y="257022"/>
                    </a:lnTo>
                    <a:close/>
                  </a:path>
                  <a:path w="4812030" h="982345">
                    <a:moveTo>
                      <a:pt x="3649713" y="243179"/>
                    </a:moveTo>
                    <a:lnTo>
                      <a:pt x="3648138" y="235419"/>
                    </a:lnTo>
                    <a:lnTo>
                      <a:pt x="3623627" y="240385"/>
                    </a:lnTo>
                    <a:lnTo>
                      <a:pt x="3625202" y="248145"/>
                    </a:lnTo>
                    <a:lnTo>
                      <a:pt x="3649713" y="243179"/>
                    </a:lnTo>
                    <a:close/>
                  </a:path>
                  <a:path w="4812030" h="982345">
                    <a:moveTo>
                      <a:pt x="3718090" y="229336"/>
                    </a:moveTo>
                    <a:lnTo>
                      <a:pt x="3716515" y="221576"/>
                    </a:lnTo>
                    <a:lnTo>
                      <a:pt x="3692004" y="226542"/>
                    </a:lnTo>
                    <a:lnTo>
                      <a:pt x="3693579" y="234302"/>
                    </a:lnTo>
                    <a:lnTo>
                      <a:pt x="3718090" y="229336"/>
                    </a:lnTo>
                    <a:close/>
                  </a:path>
                  <a:path w="4812030" h="982345">
                    <a:moveTo>
                      <a:pt x="3786454" y="215480"/>
                    </a:moveTo>
                    <a:lnTo>
                      <a:pt x="3784892" y="207733"/>
                    </a:lnTo>
                    <a:lnTo>
                      <a:pt x="3760368" y="212686"/>
                    </a:lnTo>
                    <a:lnTo>
                      <a:pt x="3761943" y="220446"/>
                    </a:lnTo>
                    <a:lnTo>
                      <a:pt x="3786454" y="215480"/>
                    </a:lnTo>
                    <a:close/>
                  </a:path>
                  <a:path w="4812030" h="982345">
                    <a:moveTo>
                      <a:pt x="3854818" y="201637"/>
                    </a:moveTo>
                    <a:lnTo>
                      <a:pt x="3853243" y="193878"/>
                    </a:lnTo>
                    <a:lnTo>
                      <a:pt x="3828732" y="198843"/>
                    </a:lnTo>
                    <a:lnTo>
                      <a:pt x="3830307" y="206603"/>
                    </a:lnTo>
                    <a:lnTo>
                      <a:pt x="3854818" y="201637"/>
                    </a:lnTo>
                    <a:close/>
                  </a:path>
                  <a:path w="4812030" h="982345">
                    <a:moveTo>
                      <a:pt x="3923195" y="187782"/>
                    </a:moveTo>
                    <a:lnTo>
                      <a:pt x="3921620" y="180022"/>
                    </a:lnTo>
                    <a:lnTo>
                      <a:pt x="3897109" y="184988"/>
                    </a:lnTo>
                    <a:lnTo>
                      <a:pt x="3898684" y="192747"/>
                    </a:lnTo>
                    <a:lnTo>
                      <a:pt x="3923195" y="187782"/>
                    </a:lnTo>
                    <a:close/>
                  </a:path>
                  <a:path w="4812030" h="982345">
                    <a:moveTo>
                      <a:pt x="3991572" y="173939"/>
                    </a:moveTo>
                    <a:lnTo>
                      <a:pt x="3989997" y="166179"/>
                    </a:lnTo>
                    <a:lnTo>
                      <a:pt x="3965486" y="171145"/>
                    </a:lnTo>
                    <a:lnTo>
                      <a:pt x="3967061" y="178904"/>
                    </a:lnTo>
                    <a:lnTo>
                      <a:pt x="3991572" y="173939"/>
                    </a:lnTo>
                    <a:close/>
                  </a:path>
                  <a:path w="4812030" h="982345">
                    <a:moveTo>
                      <a:pt x="4059936" y="160096"/>
                    </a:moveTo>
                    <a:lnTo>
                      <a:pt x="4058361" y="152336"/>
                    </a:lnTo>
                    <a:lnTo>
                      <a:pt x="4033850" y="157302"/>
                    </a:lnTo>
                    <a:lnTo>
                      <a:pt x="4035425" y="165061"/>
                    </a:lnTo>
                    <a:lnTo>
                      <a:pt x="4059936" y="160096"/>
                    </a:lnTo>
                    <a:close/>
                  </a:path>
                  <a:path w="4812030" h="982345">
                    <a:moveTo>
                      <a:pt x="4128312" y="146240"/>
                    </a:moveTo>
                    <a:lnTo>
                      <a:pt x="4126738" y="138480"/>
                    </a:lnTo>
                    <a:lnTo>
                      <a:pt x="4102239" y="143446"/>
                    </a:lnTo>
                    <a:lnTo>
                      <a:pt x="4103801" y="151206"/>
                    </a:lnTo>
                    <a:lnTo>
                      <a:pt x="4128312" y="146240"/>
                    </a:lnTo>
                    <a:close/>
                  </a:path>
                  <a:path w="4812030" h="982345">
                    <a:moveTo>
                      <a:pt x="4196677" y="132397"/>
                    </a:moveTo>
                    <a:lnTo>
                      <a:pt x="4195102" y="124637"/>
                    </a:lnTo>
                    <a:lnTo>
                      <a:pt x="4170591" y="129603"/>
                    </a:lnTo>
                    <a:lnTo>
                      <a:pt x="4172166" y="137363"/>
                    </a:lnTo>
                    <a:lnTo>
                      <a:pt x="4196677" y="132397"/>
                    </a:lnTo>
                    <a:close/>
                  </a:path>
                  <a:path w="4812030" h="982345">
                    <a:moveTo>
                      <a:pt x="4265053" y="118554"/>
                    </a:moveTo>
                    <a:lnTo>
                      <a:pt x="4263479" y="110794"/>
                    </a:lnTo>
                    <a:lnTo>
                      <a:pt x="4238968" y="115760"/>
                    </a:lnTo>
                    <a:lnTo>
                      <a:pt x="4240542" y="123520"/>
                    </a:lnTo>
                    <a:lnTo>
                      <a:pt x="4265053" y="118554"/>
                    </a:lnTo>
                    <a:close/>
                  </a:path>
                  <a:path w="4812030" h="982345">
                    <a:moveTo>
                      <a:pt x="4333418" y="104686"/>
                    </a:moveTo>
                    <a:lnTo>
                      <a:pt x="4331843" y="96939"/>
                    </a:lnTo>
                    <a:lnTo>
                      <a:pt x="4307344" y="101892"/>
                    </a:lnTo>
                    <a:lnTo>
                      <a:pt x="4308907" y="109651"/>
                    </a:lnTo>
                    <a:lnTo>
                      <a:pt x="4333418" y="104686"/>
                    </a:lnTo>
                    <a:close/>
                  </a:path>
                  <a:path w="4812030" h="982345">
                    <a:moveTo>
                      <a:pt x="4401794" y="90855"/>
                    </a:moveTo>
                    <a:lnTo>
                      <a:pt x="4400220" y="83096"/>
                    </a:lnTo>
                    <a:lnTo>
                      <a:pt x="4375709" y="88049"/>
                    </a:lnTo>
                    <a:lnTo>
                      <a:pt x="4377283" y="95808"/>
                    </a:lnTo>
                    <a:lnTo>
                      <a:pt x="4401794" y="90855"/>
                    </a:lnTo>
                    <a:close/>
                  </a:path>
                  <a:path w="4812030" h="982345">
                    <a:moveTo>
                      <a:pt x="4470158" y="77000"/>
                    </a:moveTo>
                    <a:lnTo>
                      <a:pt x="4468596" y="69253"/>
                    </a:lnTo>
                    <a:lnTo>
                      <a:pt x="4444085" y="74218"/>
                    </a:lnTo>
                    <a:lnTo>
                      <a:pt x="4445647" y="81978"/>
                    </a:lnTo>
                    <a:lnTo>
                      <a:pt x="4470158" y="77000"/>
                    </a:lnTo>
                    <a:close/>
                  </a:path>
                  <a:path w="4812030" h="982345">
                    <a:moveTo>
                      <a:pt x="4538523" y="63157"/>
                    </a:moveTo>
                    <a:lnTo>
                      <a:pt x="4536960" y="55397"/>
                    </a:lnTo>
                    <a:lnTo>
                      <a:pt x="4512437" y="60350"/>
                    </a:lnTo>
                    <a:lnTo>
                      <a:pt x="4514012" y="68110"/>
                    </a:lnTo>
                    <a:lnTo>
                      <a:pt x="4538523" y="63157"/>
                    </a:lnTo>
                    <a:close/>
                  </a:path>
                  <a:path w="4812030" h="982345">
                    <a:moveTo>
                      <a:pt x="4606899" y="49301"/>
                    </a:moveTo>
                    <a:lnTo>
                      <a:pt x="4605325" y="41554"/>
                    </a:lnTo>
                    <a:lnTo>
                      <a:pt x="4580814" y="46507"/>
                    </a:lnTo>
                    <a:lnTo>
                      <a:pt x="4582388" y="54267"/>
                    </a:lnTo>
                    <a:lnTo>
                      <a:pt x="4606899" y="49301"/>
                    </a:lnTo>
                    <a:close/>
                  </a:path>
                  <a:path w="4812030" h="982345">
                    <a:moveTo>
                      <a:pt x="4675276" y="35458"/>
                    </a:moveTo>
                    <a:lnTo>
                      <a:pt x="4673701" y="27698"/>
                    </a:lnTo>
                    <a:lnTo>
                      <a:pt x="4649190" y="32651"/>
                    </a:lnTo>
                    <a:lnTo>
                      <a:pt x="4650765" y="40411"/>
                    </a:lnTo>
                    <a:lnTo>
                      <a:pt x="4675276" y="35458"/>
                    </a:lnTo>
                    <a:close/>
                  </a:path>
                  <a:path w="4812030" h="982345">
                    <a:moveTo>
                      <a:pt x="4743640" y="21590"/>
                    </a:moveTo>
                    <a:lnTo>
                      <a:pt x="4742078" y="13855"/>
                    </a:lnTo>
                    <a:lnTo>
                      <a:pt x="4717567" y="18808"/>
                    </a:lnTo>
                    <a:lnTo>
                      <a:pt x="4719129" y="26568"/>
                    </a:lnTo>
                    <a:lnTo>
                      <a:pt x="4743640" y="21590"/>
                    </a:lnTo>
                    <a:close/>
                  </a:path>
                  <a:path w="4812030" h="982345">
                    <a:moveTo>
                      <a:pt x="4812004" y="7759"/>
                    </a:moveTo>
                    <a:lnTo>
                      <a:pt x="4810430" y="0"/>
                    </a:lnTo>
                    <a:lnTo>
                      <a:pt x="4785931" y="4953"/>
                    </a:lnTo>
                    <a:lnTo>
                      <a:pt x="4787493" y="12712"/>
                    </a:lnTo>
                    <a:lnTo>
                      <a:pt x="4812004" y="7759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4" name="object 245">
                <a:extLst>
                  <a:ext uri="{FF2B5EF4-FFF2-40B4-BE49-F238E27FC236}">
                    <a16:creationId xmlns:a16="http://schemas.microsoft.com/office/drawing/2014/main" id="{06CDAAEB-536B-445F-A81A-16FB0D7660FF}"/>
                  </a:ext>
                </a:extLst>
              </p:cNvPr>
              <p:cNvSpPr/>
              <p:nvPr/>
            </p:nvSpPr>
            <p:spPr>
              <a:xfrm>
                <a:off x="1054836" y="9024175"/>
                <a:ext cx="5633085" cy="1148715"/>
              </a:xfrm>
              <a:custGeom>
                <a:avLst/>
                <a:gdLst/>
                <a:ahLst/>
                <a:cxnLst/>
                <a:rect l="l" t="t" r="r" b="b"/>
                <a:pathLst>
                  <a:path w="5633084" h="1148715">
                    <a:moveTo>
                      <a:pt x="26085" y="1143317"/>
                    </a:moveTo>
                    <a:lnTo>
                      <a:pt x="24511" y="1135557"/>
                    </a:lnTo>
                    <a:lnTo>
                      <a:pt x="0" y="1140523"/>
                    </a:lnTo>
                    <a:lnTo>
                      <a:pt x="1574" y="1148283"/>
                    </a:lnTo>
                    <a:lnTo>
                      <a:pt x="26085" y="1143317"/>
                    </a:lnTo>
                    <a:close/>
                  </a:path>
                  <a:path w="5633084" h="1148715">
                    <a:moveTo>
                      <a:pt x="94449" y="1129461"/>
                    </a:moveTo>
                    <a:lnTo>
                      <a:pt x="92887" y="1121714"/>
                    </a:lnTo>
                    <a:lnTo>
                      <a:pt x="68376" y="1126680"/>
                    </a:lnTo>
                    <a:lnTo>
                      <a:pt x="69938" y="1134440"/>
                    </a:lnTo>
                    <a:lnTo>
                      <a:pt x="94449" y="1129461"/>
                    </a:lnTo>
                    <a:close/>
                  </a:path>
                  <a:path w="5633084" h="1148715">
                    <a:moveTo>
                      <a:pt x="162826" y="1115618"/>
                    </a:moveTo>
                    <a:lnTo>
                      <a:pt x="161251" y="1107859"/>
                    </a:lnTo>
                    <a:lnTo>
                      <a:pt x="136740" y="1112824"/>
                    </a:lnTo>
                    <a:lnTo>
                      <a:pt x="138315" y="1120584"/>
                    </a:lnTo>
                    <a:lnTo>
                      <a:pt x="162826" y="1115618"/>
                    </a:lnTo>
                    <a:close/>
                  </a:path>
                  <a:path w="5633084" h="1148715">
                    <a:moveTo>
                      <a:pt x="231190" y="1101763"/>
                    </a:moveTo>
                    <a:lnTo>
                      <a:pt x="229628" y="1094016"/>
                    </a:lnTo>
                    <a:lnTo>
                      <a:pt x="205117" y="1098981"/>
                    </a:lnTo>
                    <a:lnTo>
                      <a:pt x="206692" y="1106728"/>
                    </a:lnTo>
                    <a:lnTo>
                      <a:pt x="231190" y="1101763"/>
                    </a:lnTo>
                    <a:close/>
                  </a:path>
                  <a:path w="5633084" h="1148715">
                    <a:moveTo>
                      <a:pt x="299567" y="1087932"/>
                    </a:moveTo>
                    <a:lnTo>
                      <a:pt x="297992" y="1080173"/>
                    </a:lnTo>
                    <a:lnTo>
                      <a:pt x="273494" y="1085138"/>
                    </a:lnTo>
                    <a:lnTo>
                      <a:pt x="275056" y="1092898"/>
                    </a:lnTo>
                    <a:lnTo>
                      <a:pt x="299567" y="1087932"/>
                    </a:lnTo>
                    <a:close/>
                  </a:path>
                  <a:path w="5633084" h="1148715">
                    <a:moveTo>
                      <a:pt x="367931" y="1074077"/>
                    </a:moveTo>
                    <a:lnTo>
                      <a:pt x="366369" y="1066317"/>
                    </a:lnTo>
                    <a:lnTo>
                      <a:pt x="341858" y="1071283"/>
                    </a:lnTo>
                    <a:lnTo>
                      <a:pt x="343420" y="1079042"/>
                    </a:lnTo>
                    <a:lnTo>
                      <a:pt x="367931" y="1074077"/>
                    </a:lnTo>
                    <a:close/>
                  </a:path>
                  <a:path w="5633084" h="1148715">
                    <a:moveTo>
                      <a:pt x="436308" y="1060234"/>
                    </a:moveTo>
                    <a:lnTo>
                      <a:pt x="434733" y="1052474"/>
                    </a:lnTo>
                    <a:lnTo>
                      <a:pt x="410222" y="1057427"/>
                    </a:lnTo>
                    <a:lnTo>
                      <a:pt x="411797" y="1065187"/>
                    </a:lnTo>
                    <a:lnTo>
                      <a:pt x="436308" y="1060234"/>
                    </a:lnTo>
                    <a:close/>
                  </a:path>
                  <a:path w="5633084" h="1148715">
                    <a:moveTo>
                      <a:pt x="504685" y="1046391"/>
                    </a:moveTo>
                    <a:lnTo>
                      <a:pt x="503110" y="1038631"/>
                    </a:lnTo>
                    <a:lnTo>
                      <a:pt x="478599" y="1043584"/>
                    </a:lnTo>
                    <a:lnTo>
                      <a:pt x="480174" y="1051344"/>
                    </a:lnTo>
                    <a:lnTo>
                      <a:pt x="504685" y="1046391"/>
                    </a:lnTo>
                    <a:close/>
                  </a:path>
                  <a:path w="5633084" h="1148715">
                    <a:moveTo>
                      <a:pt x="573049" y="1032535"/>
                    </a:moveTo>
                    <a:lnTo>
                      <a:pt x="571474" y="1024775"/>
                    </a:lnTo>
                    <a:lnTo>
                      <a:pt x="546976" y="1029728"/>
                    </a:lnTo>
                    <a:lnTo>
                      <a:pt x="548538" y="1037488"/>
                    </a:lnTo>
                    <a:lnTo>
                      <a:pt x="573049" y="1032535"/>
                    </a:lnTo>
                    <a:close/>
                  </a:path>
                  <a:path w="5633084" h="1148715">
                    <a:moveTo>
                      <a:pt x="641426" y="1018692"/>
                    </a:moveTo>
                    <a:lnTo>
                      <a:pt x="639851" y="1010932"/>
                    </a:lnTo>
                    <a:lnTo>
                      <a:pt x="615340" y="1015885"/>
                    </a:lnTo>
                    <a:lnTo>
                      <a:pt x="616915" y="1023645"/>
                    </a:lnTo>
                    <a:lnTo>
                      <a:pt x="641426" y="1018692"/>
                    </a:lnTo>
                    <a:close/>
                  </a:path>
                  <a:path w="5633084" h="1148715">
                    <a:moveTo>
                      <a:pt x="709790" y="1004836"/>
                    </a:moveTo>
                    <a:lnTo>
                      <a:pt x="708215" y="997089"/>
                    </a:lnTo>
                    <a:lnTo>
                      <a:pt x="683717" y="1002042"/>
                    </a:lnTo>
                    <a:lnTo>
                      <a:pt x="685279" y="1009802"/>
                    </a:lnTo>
                    <a:lnTo>
                      <a:pt x="709790" y="1004836"/>
                    </a:lnTo>
                    <a:close/>
                  </a:path>
                  <a:path w="5633084" h="1148715">
                    <a:moveTo>
                      <a:pt x="778167" y="990993"/>
                    </a:moveTo>
                    <a:lnTo>
                      <a:pt x="776592" y="983234"/>
                    </a:lnTo>
                    <a:lnTo>
                      <a:pt x="752081" y="988187"/>
                    </a:lnTo>
                    <a:lnTo>
                      <a:pt x="753656" y="995946"/>
                    </a:lnTo>
                    <a:lnTo>
                      <a:pt x="778167" y="990993"/>
                    </a:lnTo>
                    <a:close/>
                  </a:path>
                  <a:path w="5633084" h="1148715">
                    <a:moveTo>
                      <a:pt x="846531" y="977138"/>
                    </a:moveTo>
                    <a:lnTo>
                      <a:pt x="844956" y="969391"/>
                    </a:lnTo>
                    <a:lnTo>
                      <a:pt x="820458" y="974344"/>
                    </a:lnTo>
                    <a:lnTo>
                      <a:pt x="822020" y="982103"/>
                    </a:lnTo>
                    <a:lnTo>
                      <a:pt x="846531" y="977138"/>
                    </a:lnTo>
                    <a:close/>
                  </a:path>
                  <a:path w="5633084" h="1148715">
                    <a:moveTo>
                      <a:pt x="914908" y="963295"/>
                    </a:moveTo>
                    <a:lnTo>
                      <a:pt x="913333" y="955535"/>
                    </a:lnTo>
                    <a:lnTo>
                      <a:pt x="888822" y="960488"/>
                    </a:lnTo>
                    <a:lnTo>
                      <a:pt x="890397" y="968248"/>
                    </a:lnTo>
                    <a:lnTo>
                      <a:pt x="914908" y="963295"/>
                    </a:lnTo>
                    <a:close/>
                  </a:path>
                  <a:path w="5633084" h="1148715">
                    <a:moveTo>
                      <a:pt x="983284" y="949439"/>
                    </a:moveTo>
                    <a:lnTo>
                      <a:pt x="981710" y="941692"/>
                    </a:lnTo>
                    <a:lnTo>
                      <a:pt x="957199" y="946645"/>
                    </a:lnTo>
                    <a:lnTo>
                      <a:pt x="958773" y="954405"/>
                    </a:lnTo>
                    <a:lnTo>
                      <a:pt x="983284" y="949439"/>
                    </a:lnTo>
                    <a:close/>
                  </a:path>
                  <a:path w="5633084" h="1148715">
                    <a:moveTo>
                      <a:pt x="1051648" y="935609"/>
                    </a:moveTo>
                    <a:lnTo>
                      <a:pt x="1050074" y="927849"/>
                    </a:lnTo>
                    <a:lnTo>
                      <a:pt x="1025563" y="932802"/>
                    </a:lnTo>
                    <a:lnTo>
                      <a:pt x="1027137" y="940562"/>
                    </a:lnTo>
                    <a:lnTo>
                      <a:pt x="1051648" y="935609"/>
                    </a:lnTo>
                    <a:close/>
                  </a:path>
                  <a:path w="5633084" h="1148715">
                    <a:moveTo>
                      <a:pt x="1120013" y="921727"/>
                    </a:moveTo>
                    <a:lnTo>
                      <a:pt x="1118450" y="913980"/>
                    </a:lnTo>
                    <a:lnTo>
                      <a:pt x="1093939" y="918946"/>
                    </a:lnTo>
                    <a:lnTo>
                      <a:pt x="1095502" y="926706"/>
                    </a:lnTo>
                    <a:lnTo>
                      <a:pt x="1120013" y="921727"/>
                    </a:lnTo>
                    <a:close/>
                  </a:path>
                  <a:path w="5633084" h="1148715">
                    <a:moveTo>
                      <a:pt x="1188389" y="907897"/>
                    </a:moveTo>
                    <a:lnTo>
                      <a:pt x="1186815" y="900137"/>
                    </a:lnTo>
                    <a:lnTo>
                      <a:pt x="1162304" y="905103"/>
                    </a:lnTo>
                    <a:lnTo>
                      <a:pt x="1163878" y="912863"/>
                    </a:lnTo>
                    <a:lnTo>
                      <a:pt x="1188389" y="907897"/>
                    </a:lnTo>
                    <a:close/>
                  </a:path>
                  <a:path w="5633084" h="1148715">
                    <a:moveTo>
                      <a:pt x="1256766" y="894041"/>
                    </a:moveTo>
                    <a:lnTo>
                      <a:pt x="1255191" y="886294"/>
                    </a:lnTo>
                    <a:lnTo>
                      <a:pt x="1230680" y="891260"/>
                    </a:lnTo>
                    <a:lnTo>
                      <a:pt x="1232255" y="899020"/>
                    </a:lnTo>
                    <a:lnTo>
                      <a:pt x="1256766" y="894041"/>
                    </a:lnTo>
                    <a:close/>
                  </a:path>
                  <a:path w="5633084" h="1148715">
                    <a:moveTo>
                      <a:pt x="1325130" y="880198"/>
                    </a:moveTo>
                    <a:lnTo>
                      <a:pt x="1323568" y="872439"/>
                    </a:lnTo>
                    <a:lnTo>
                      <a:pt x="1299057" y="877404"/>
                    </a:lnTo>
                    <a:lnTo>
                      <a:pt x="1300619" y="885164"/>
                    </a:lnTo>
                    <a:lnTo>
                      <a:pt x="1325130" y="880198"/>
                    </a:lnTo>
                    <a:close/>
                  </a:path>
                  <a:path w="5633084" h="1148715">
                    <a:moveTo>
                      <a:pt x="1393482" y="866343"/>
                    </a:moveTo>
                    <a:lnTo>
                      <a:pt x="1391920" y="858596"/>
                    </a:lnTo>
                    <a:lnTo>
                      <a:pt x="1367409" y="863561"/>
                    </a:lnTo>
                    <a:lnTo>
                      <a:pt x="1368983" y="871321"/>
                    </a:lnTo>
                    <a:lnTo>
                      <a:pt x="1393482" y="866343"/>
                    </a:lnTo>
                    <a:close/>
                  </a:path>
                  <a:path w="5633084" h="1148715">
                    <a:moveTo>
                      <a:pt x="1461871" y="852500"/>
                    </a:moveTo>
                    <a:lnTo>
                      <a:pt x="1460296" y="844740"/>
                    </a:lnTo>
                    <a:lnTo>
                      <a:pt x="1435798" y="849706"/>
                    </a:lnTo>
                    <a:lnTo>
                      <a:pt x="1437360" y="857465"/>
                    </a:lnTo>
                    <a:lnTo>
                      <a:pt x="1461871" y="852500"/>
                    </a:lnTo>
                    <a:close/>
                  </a:path>
                  <a:path w="5633084" h="1148715">
                    <a:moveTo>
                      <a:pt x="1530223" y="838657"/>
                    </a:moveTo>
                    <a:lnTo>
                      <a:pt x="1528660" y="830897"/>
                    </a:lnTo>
                    <a:lnTo>
                      <a:pt x="1504149" y="835863"/>
                    </a:lnTo>
                    <a:lnTo>
                      <a:pt x="1505724" y="843622"/>
                    </a:lnTo>
                    <a:lnTo>
                      <a:pt x="1530223" y="838657"/>
                    </a:lnTo>
                    <a:close/>
                  </a:path>
                  <a:path w="5633084" h="1148715">
                    <a:moveTo>
                      <a:pt x="1598599" y="824801"/>
                    </a:moveTo>
                    <a:lnTo>
                      <a:pt x="1597025" y="817041"/>
                    </a:lnTo>
                    <a:lnTo>
                      <a:pt x="1572514" y="822007"/>
                    </a:lnTo>
                    <a:lnTo>
                      <a:pt x="1574088" y="829767"/>
                    </a:lnTo>
                    <a:lnTo>
                      <a:pt x="1598599" y="824801"/>
                    </a:lnTo>
                    <a:close/>
                  </a:path>
                  <a:path w="5633084" h="1148715">
                    <a:moveTo>
                      <a:pt x="1666976" y="810958"/>
                    </a:moveTo>
                    <a:lnTo>
                      <a:pt x="1665401" y="803198"/>
                    </a:lnTo>
                    <a:lnTo>
                      <a:pt x="1640890" y="808164"/>
                    </a:lnTo>
                    <a:lnTo>
                      <a:pt x="1642465" y="815911"/>
                    </a:lnTo>
                    <a:lnTo>
                      <a:pt x="1666976" y="810958"/>
                    </a:lnTo>
                    <a:close/>
                  </a:path>
                  <a:path w="5633084" h="1148715">
                    <a:moveTo>
                      <a:pt x="3786454" y="381660"/>
                    </a:moveTo>
                    <a:lnTo>
                      <a:pt x="3784879" y="373900"/>
                    </a:lnTo>
                    <a:lnTo>
                      <a:pt x="3760381" y="378853"/>
                    </a:lnTo>
                    <a:lnTo>
                      <a:pt x="3761943" y="386613"/>
                    </a:lnTo>
                    <a:lnTo>
                      <a:pt x="3786454" y="381660"/>
                    </a:lnTo>
                    <a:close/>
                  </a:path>
                  <a:path w="5633084" h="1148715">
                    <a:moveTo>
                      <a:pt x="3854831" y="367804"/>
                    </a:moveTo>
                    <a:lnTo>
                      <a:pt x="3853256" y="360057"/>
                    </a:lnTo>
                    <a:lnTo>
                      <a:pt x="3828745" y="365010"/>
                    </a:lnTo>
                    <a:lnTo>
                      <a:pt x="3830320" y="372770"/>
                    </a:lnTo>
                    <a:lnTo>
                      <a:pt x="3854831" y="367804"/>
                    </a:lnTo>
                    <a:close/>
                  </a:path>
                  <a:path w="5633084" h="1148715">
                    <a:moveTo>
                      <a:pt x="3923207" y="353974"/>
                    </a:moveTo>
                    <a:lnTo>
                      <a:pt x="3921645" y="346214"/>
                    </a:lnTo>
                    <a:lnTo>
                      <a:pt x="3897134" y="351167"/>
                    </a:lnTo>
                    <a:lnTo>
                      <a:pt x="3898709" y="358927"/>
                    </a:lnTo>
                    <a:lnTo>
                      <a:pt x="3923207" y="353974"/>
                    </a:lnTo>
                    <a:close/>
                  </a:path>
                  <a:path w="5633084" h="1148715">
                    <a:moveTo>
                      <a:pt x="3991572" y="340106"/>
                    </a:moveTo>
                    <a:lnTo>
                      <a:pt x="3990009" y="332346"/>
                    </a:lnTo>
                    <a:lnTo>
                      <a:pt x="3965498" y="337312"/>
                    </a:lnTo>
                    <a:lnTo>
                      <a:pt x="3967073" y="345071"/>
                    </a:lnTo>
                    <a:lnTo>
                      <a:pt x="3991572" y="340106"/>
                    </a:lnTo>
                    <a:close/>
                  </a:path>
                  <a:path w="5633084" h="1148715">
                    <a:moveTo>
                      <a:pt x="4059948" y="326263"/>
                    </a:moveTo>
                    <a:lnTo>
                      <a:pt x="4058386" y="318503"/>
                    </a:lnTo>
                    <a:lnTo>
                      <a:pt x="4033863" y="323469"/>
                    </a:lnTo>
                    <a:lnTo>
                      <a:pt x="4035437" y="331228"/>
                    </a:lnTo>
                    <a:lnTo>
                      <a:pt x="4059948" y="326263"/>
                    </a:lnTo>
                    <a:close/>
                  </a:path>
                  <a:path w="5633084" h="1148715">
                    <a:moveTo>
                      <a:pt x="4128312" y="312420"/>
                    </a:moveTo>
                    <a:lnTo>
                      <a:pt x="4126738" y="304660"/>
                    </a:lnTo>
                    <a:lnTo>
                      <a:pt x="4102239" y="309626"/>
                    </a:lnTo>
                    <a:lnTo>
                      <a:pt x="4103801" y="317385"/>
                    </a:lnTo>
                    <a:lnTo>
                      <a:pt x="4128312" y="312420"/>
                    </a:lnTo>
                    <a:close/>
                  </a:path>
                  <a:path w="5633084" h="1148715">
                    <a:moveTo>
                      <a:pt x="4196689" y="298564"/>
                    </a:moveTo>
                    <a:lnTo>
                      <a:pt x="4195114" y="290804"/>
                    </a:lnTo>
                    <a:lnTo>
                      <a:pt x="4170603" y="295770"/>
                    </a:lnTo>
                    <a:lnTo>
                      <a:pt x="4172178" y="303530"/>
                    </a:lnTo>
                    <a:lnTo>
                      <a:pt x="4196689" y="298564"/>
                    </a:lnTo>
                    <a:close/>
                  </a:path>
                  <a:path w="5633084" h="1148715">
                    <a:moveTo>
                      <a:pt x="4265066" y="284721"/>
                    </a:moveTo>
                    <a:lnTo>
                      <a:pt x="4263491" y="276961"/>
                    </a:lnTo>
                    <a:lnTo>
                      <a:pt x="4238980" y="281927"/>
                    </a:lnTo>
                    <a:lnTo>
                      <a:pt x="4240555" y="289687"/>
                    </a:lnTo>
                    <a:lnTo>
                      <a:pt x="4265066" y="284721"/>
                    </a:lnTo>
                    <a:close/>
                  </a:path>
                  <a:path w="5633084" h="1148715">
                    <a:moveTo>
                      <a:pt x="4333430" y="270865"/>
                    </a:moveTo>
                    <a:lnTo>
                      <a:pt x="4331855" y="263105"/>
                    </a:lnTo>
                    <a:lnTo>
                      <a:pt x="4307344" y="268071"/>
                    </a:lnTo>
                    <a:lnTo>
                      <a:pt x="4308919" y="275831"/>
                    </a:lnTo>
                    <a:lnTo>
                      <a:pt x="4333430" y="270865"/>
                    </a:lnTo>
                    <a:close/>
                  </a:path>
                  <a:path w="5633084" h="1148715">
                    <a:moveTo>
                      <a:pt x="4401794" y="257022"/>
                    </a:moveTo>
                    <a:lnTo>
                      <a:pt x="4400220" y="249262"/>
                    </a:lnTo>
                    <a:lnTo>
                      <a:pt x="4375709" y="254228"/>
                    </a:lnTo>
                    <a:lnTo>
                      <a:pt x="4377283" y="261988"/>
                    </a:lnTo>
                    <a:lnTo>
                      <a:pt x="4401794" y="257022"/>
                    </a:lnTo>
                    <a:close/>
                  </a:path>
                  <a:path w="5633084" h="1148715">
                    <a:moveTo>
                      <a:pt x="4470158" y="243179"/>
                    </a:moveTo>
                    <a:lnTo>
                      <a:pt x="4468584" y="235419"/>
                    </a:lnTo>
                    <a:lnTo>
                      <a:pt x="4444085" y="240385"/>
                    </a:lnTo>
                    <a:lnTo>
                      <a:pt x="4445647" y="248145"/>
                    </a:lnTo>
                    <a:lnTo>
                      <a:pt x="4470158" y="243179"/>
                    </a:lnTo>
                    <a:close/>
                  </a:path>
                  <a:path w="5633084" h="1148715">
                    <a:moveTo>
                      <a:pt x="4538548" y="229323"/>
                    </a:moveTo>
                    <a:lnTo>
                      <a:pt x="4536973" y="221564"/>
                    </a:lnTo>
                    <a:lnTo>
                      <a:pt x="4512475" y="226517"/>
                    </a:lnTo>
                    <a:lnTo>
                      <a:pt x="4514037" y="234276"/>
                    </a:lnTo>
                    <a:lnTo>
                      <a:pt x="4538548" y="229323"/>
                    </a:lnTo>
                    <a:close/>
                  </a:path>
                  <a:path w="5633084" h="1148715">
                    <a:moveTo>
                      <a:pt x="4606912" y="215468"/>
                    </a:moveTo>
                    <a:lnTo>
                      <a:pt x="4605337" y="207721"/>
                    </a:lnTo>
                    <a:lnTo>
                      <a:pt x="4580826" y="212674"/>
                    </a:lnTo>
                    <a:lnTo>
                      <a:pt x="4582401" y="220446"/>
                    </a:lnTo>
                    <a:lnTo>
                      <a:pt x="4606912" y="215468"/>
                    </a:lnTo>
                    <a:close/>
                  </a:path>
                  <a:path w="5633084" h="1148715">
                    <a:moveTo>
                      <a:pt x="4675276" y="201637"/>
                    </a:moveTo>
                    <a:lnTo>
                      <a:pt x="4673701" y="193878"/>
                    </a:lnTo>
                    <a:lnTo>
                      <a:pt x="4649190" y="198831"/>
                    </a:lnTo>
                    <a:lnTo>
                      <a:pt x="4650765" y="206590"/>
                    </a:lnTo>
                    <a:lnTo>
                      <a:pt x="4675276" y="201637"/>
                    </a:lnTo>
                    <a:close/>
                  </a:path>
                  <a:path w="5633084" h="1148715">
                    <a:moveTo>
                      <a:pt x="4743653" y="187769"/>
                    </a:moveTo>
                    <a:lnTo>
                      <a:pt x="4742078" y="180022"/>
                    </a:lnTo>
                    <a:lnTo>
                      <a:pt x="4717567" y="184975"/>
                    </a:lnTo>
                    <a:lnTo>
                      <a:pt x="4719142" y="192735"/>
                    </a:lnTo>
                    <a:lnTo>
                      <a:pt x="4743653" y="187769"/>
                    </a:lnTo>
                    <a:close/>
                  </a:path>
                  <a:path w="5633084" h="1148715">
                    <a:moveTo>
                      <a:pt x="4812017" y="173939"/>
                    </a:moveTo>
                    <a:lnTo>
                      <a:pt x="4810442" y="166179"/>
                    </a:lnTo>
                    <a:lnTo>
                      <a:pt x="4785931" y="171145"/>
                    </a:lnTo>
                    <a:lnTo>
                      <a:pt x="4787506" y="178892"/>
                    </a:lnTo>
                    <a:lnTo>
                      <a:pt x="4812017" y="173939"/>
                    </a:lnTo>
                    <a:close/>
                  </a:path>
                  <a:path w="5633084" h="1148715">
                    <a:moveTo>
                      <a:pt x="4880394" y="160083"/>
                    </a:moveTo>
                    <a:lnTo>
                      <a:pt x="4878832" y="152336"/>
                    </a:lnTo>
                    <a:lnTo>
                      <a:pt x="4854308" y="157289"/>
                    </a:lnTo>
                    <a:lnTo>
                      <a:pt x="4855883" y="165049"/>
                    </a:lnTo>
                    <a:lnTo>
                      <a:pt x="4880394" y="160083"/>
                    </a:lnTo>
                    <a:close/>
                  </a:path>
                  <a:path w="5633084" h="1148715">
                    <a:moveTo>
                      <a:pt x="4948758" y="146240"/>
                    </a:moveTo>
                    <a:lnTo>
                      <a:pt x="4947196" y="138480"/>
                    </a:lnTo>
                    <a:lnTo>
                      <a:pt x="4922672" y="143433"/>
                    </a:lnTo>
                    <a:lnTo>
                      <a:pt x="4924247" y="151193"/>
                    </a:lnTo>
                    <a:lnTo>
                      <a:pt x="4948758" y="146240"/>
                    </a:lnTo>
                    <a:close/>
                  </a:path>
                  <a:path w="5633084" h="1148715">
                    <a:moveTo>
                      <a:pt x="5017135" y="132384"/>
                    </a:moveTo>
                    <a:lnTo>
                      <a:pt x="5015560" y="124637"/>
                    </a:lnTo>
                    <a:lnTo>
                      <a:pt x="4991062" y="129590"/>
                    </a:lnTo>
                    <a:lnTo>
                      <a:pt x="4992624" y="137350"/>
                    </a:lnTo>
                    <a:lnTo>
                      <a:pt x="5017135" y="132384"/>
                    </a:lnTo>
                    <a:close/>
                  </a:path>
                  <a:path w="5633084" h="1148715">
                    <a:moveTo>
                      <a:pt x="5085499" y="118541"/>
                    </a:moveTo>
                    <a:lnTo>
                      <a:pt x="5083924" y="110782"/>
                    </a:lnTo>
                    <a:lnTo>
                      <a:pt x="5059426" y="115735"/>
                    </a:lnTo>
                    <a:lnTo>
                      <a:pt x="5060988" y="123494"/>
                    </a:lnTo>
                    <a:lnTo>
                      <a:pt x="5085499" y="118541"/>
                    </a:lnTo>
                    <a:close/>
                  </a:path>
                  <a:path w="5633084" h="1148715">
                    <a:moveTo>
                      <a:pt x="5153876" y="104686"/>
                    </a:moveTo>
                    <a:lnTo>
                      <a:pt x="5152301" y="96939"/>
                    </a:lnTo>
                    <a:lnTo>
                      <a:pt x="5127803" y="101892"/>
                    </a:lnTo>
                    <a:lnTo>
                      <a:pt x="5129365" y="109651"/>
                    </a:lnTo>
                    <a:lnTo>
                      <a:pt x="5153876" y="104686"/>
                    </a:lnTo>
                    <a:close/>
                  </a:path>
                  <a:path w="5633084" h="1148715">
                    <a:moveTo>
                      <a:pt x="5222240" y="90843"/>
                    </a:moveTo>
                    <a:lnTo>
                      <a:pt x="5220665" y="83083"/>
                    </a:lnTo>
                    <a:lnTo>
                      <a:pt x="5196167" y="88049"/>
                    </a:lnTo>
                    <a:lnTo>
                      <a:pt x="5197729" y="95808"/>
                    </a:lnTo>
                    <a:lnTo>
                      <a:pt x="5222240" y="90843"/>
                    </a:lnTo>
                    <a:close/>
                  </a:path>
                  <a:path w="5633084" h="1148715">
                    <a:moveTo>
                      <a:pt x="5290617" y="76987"/>
                    </a:moveTo>
                    <a:lnTo>
                      <a:pt x="5289042" y="69227"/>
                    </a:lnTo>
                    <a:lnTo>
                      <a:pt x="5264531" y="74193"/>
                    </a:lnTo>
                    <a:lnTo>
                      <a:pt x="5266106" y="81953"/>
                    </a:lnTo>
                    <a:lnTo>
                      <a:pt x="5290617" y="76987"/>
                    </a:lnTo>
                    <a:close/>
                  </a:path>
                  <a:path w="5633084" h="1148715">
                    <a:moveTo>
                      <a:pt x="5358981" y="63144"/>
                    </a:moveTo>
                    <a:lnTo>
                      <a:pt x="5357406" y="55397"/>
                    </a:lnTo>
                    <a:lnTo>
                      <a:pt x="5332908" y="60350"/>
                    </a:lnTo>
                    <a:lnTo>
                      <a:pt x="5334470" y="68110"/>
                    </a:lnTo>
                    <a:lnTo>
                      <a:pt x="5358981" y="63144"/>
                    </a:lnTo>
                    <a:close/>
                  </a:path>
                  <a:path w="5633084" h="1148715">
                    <a:moveTo>
                      <a:pt x="5427357" y="49301"/>
                    </a:moveTo>
                    <a:lnTo>
                      <a:pt x="5425783" y="41541"/>
                    </a:lnTo>
                    <a:lnTo>
                      <a:pt x="5401284" y="46507"/>
                    </a:lnTo>
                    <a:lnTo>
                      <a:pt x="5402846" y="54267"/>
                    </a:lnTo>
                    <a:lnTo>
                      <a:pt x="5427357" y="49301"/>
                    </a:lnTo>
                    <a:close/>
                  </a:path>
                  <a:path w="5633084" h="1148715">
                    <a:moveTo>
                      <a:pt x="5495722" y="35445"/>
                    </a:moveTo>
                    <a:lnTo>
                      <a:pt x="5494147" y="27698"/>
                    </a:lnTo>
                    <a:lnTo>
                      <a:pt x="5469648" y="32651"/>
                    </a:lnTo>
                    <a:lnTo>
                      <a:pt x="5471211" y="40411"/>
                    </a:lnTo>
                    <a:lnTo>
                      <a:pt x="5495722" y="35445"/>
                    </a:lnTo>
                    <a:close/>
                  </a:path>
                  <a:path w="5633084" h="1148715">
                    <a:moveTo>
                      <a:pt x="5564098" y="21602"/>
                    </a:moveTo>
                    <a:lnTo>
                      <a:pt x="5562524" y="13843"/>
                    </a:lnTo>
                    <a:lnTo>
                      <a:pt x="5538025" y="18808"/>
                    </a:lnTo>
                    <a:lnTo>
                      <a:pt x="5539587" y="26568"/>
                    </a:lnTo>
                    <a:lnTo>
                      <a:pt x="5564098" y="21602"/>
                    </a:lnTo>
                    <a:close/>
                  </a:path>
                  <a:path w="5633084" h="1148715">
                    <a:moveTo>
                      <a:pt x="5632462" y="7747"/>
                    </a:moveTo>
                    <a:lnTo>
                      <a:pt x="5630888" y="0"/>
                    </a:lnTo>
                    <a:lnTo>
                      <a:pt x="5606377" y="4965"/>
                    </a:lnTo>
                    <a:lnTo>
                      <a:pt x="5607951" y="12725"/>
                    </a:lnTo>
                    <a:lnTo>
                      <a:pt x="5632462" y="7747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193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282538"/>
              </p:ext>
            </p:extLst>
          </p:nvPr>
        </p:nvGraphicFramePr>
        <p:xfrm>
          <a:off x="460399" y="1192470"/>
          <a:ext cx="9772601" cy="5357194"/>
        </p:xfrm>
        <a:graphic>
          <a:graphicData uri="http://schemas.openxmlformats.org/drawingml/2006/table">
            <a:tbl>
              <a:tblPr/>
              <a:tblGrid>
                <a:gridCol w="376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0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406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일 자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사 유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2017. 04. 11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최초 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밀폐공간 작업 프로그램 제정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2018.11. 27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가이드 제작 및 자료 업데이트로 인한 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2019.08.27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내용 일부 수정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4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2024.04.22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자료 업데이트 및 내용 일부 수정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2024.10.04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법적 사항 충족을 위한 내용 일부 수정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6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2025.09.16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법적 사항 충족을 위한 내용 일부 수정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7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8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9</a:t>
                      </a: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7383" marR="7383" marT="73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A4F550A-F505-43BA-8DCC-173216A7E9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935"/>
            <a:ext cx="10693400" cy="622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74E2DC-8479-4974-9740-0724FD23CEF2}"/>
              </a:ext>
            </a:extLst>
          </p:cNvPr>
          <p:cNvSpPr txBox="1"/>
          <p:nvPr/>
        </p:nvSpPr>
        <p:spPr>
          <a:xfrm>
            <a:off x="1156616" y="125732"/>
            <a:ext cx="148277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제</a:t>
            </a:r>
            <a:r>
              <a:rPr lang="en-US" altLang="ko-KR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‧</a:t>
            </a:r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개정 이력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932B897-86D2-4C7E-AE3A-F81B73F70EEC}"/>
              </a:ext>
            </a:extLst>
          </p:cNvPr>
          <p:cNvCxnSpPr>
            <a:cxnSpLocks/>
          </p:cNvCxnSpPr>
          <p:nvPr/>
        </p:nvCxnSpPr>
        <p:spPr>
          <a:xfrm>
            <a:off x="-27737" y="559044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래픽 7">
            <a:extLst>
              <a:ext uri="{FF2B5EF4-FFF2-40B4-BE49-F238E27FC236}">
                <a16:creationId xmlns:a16="http://schemas.microsoft.com/office/drawing/2014/main" id="{AA6903FA-091E-4E80-9049-B3FF0A5D5E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6861" y="160286"/>
            <a:ext cx="801906" cy="2500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6DEE8E5-B1E9-40F9-8DA0-3026CF33D92B}"/>
              </a:ext>
            </a:extLst>
          </p:cNvPr>
          <p:cNvSpPr/>
          <p:nvPr/>
        </p:nvSpPr>
        <p:spPr>
          <a:xfrm>
            <a:off x="0" y="0"/>
            <a:ext cx="10693400" cy="7556499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59992" y="0"/>
                </a:moveTo>
                <a:lnTo>
                  <a:pt x="0" y="0"/>
                </a:lnTo>
                <a:lnTo>
                  <a:pt x="0" y="10692003"/>
                </a:lnTo>
                <a:lnTo>
                  <a:pt x="7559992" y="10692003"/>
                </a:lnTo>
                <a:lnTo>
                  <a:pt x="7559992" y="0"/>
                </a:lnTo>
                <a:close/>
              </a:path>
            </a:pathLst>
          </a:custGeom>
          <a:solidFill>
            <a:srgbClr val="EBEBEC"/>
          </a:solidFill>
        </p:spPr>
        <p:txBody>
          <a:bodyPr wrap="square" lIns="0" tIns="0" rIns="0" bIns="0" rtlCol="0"/>
          <a:lstStyle/>
          <a:p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73956A14-9045-41BE-854B-5A40C9D717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3446" y="710790"/>
            <a:ext cx="6705156" cy="683842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51352328-962C-46A6-BDFA-AD9541D5F841}"/>
              </a:ext>
            </a:extLst>
          </p:cNvPr>
          <p:cNvGrpSpPr/>
          <p:nvPr/>
        </p:nvGrpSpPr>
        <p:grpSpPr>
          <a:xfrm>
            <a:off x="1107098" y="1401986"/>
            <a:ext cx="3571064" cy="276999"/>
            <a:chOff x="1154496" y="2822113"/>
            <a:chExt cx="3308111" cy="25660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CADDA6-585A-4F14-92CB-9C5FDE70137A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목적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4ECDFC-C91B-4522-8B1E-FEF9C1C726D0}"/>
                </a:ext>
              </a:extLst>
            </p:cNvPr>
            <p:cNvSpPr txBox="1"/>
            <p:nvPr/>
          </p:nvSpPr>
          <p:spPr>
            <a:xfrm>
              <a:off x="1154496" y="2822113"/>
              <a:ext cx="264443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9" name="그래픽 8">
            <a:extLst>
              <a:ext uri="{FF2B5EF4-FFF2-40B4-BE49-F238E27FC236}">
                <a16:creationId xmlns:a16="http://schemas.microsoft.com/office/drawing/2014/main" id="{24BF61C5-D41A-454D-9025-0970CDD147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729" y="6393896"/>
            <a:ext cx="1195167" cy="372686"/>
          </a:xfrm>
          <a:prstGeom prst="rect">
            <a:avLst/>
          </a:prstGeom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id="{351B6240-8FDE-40ED-884F-FD7A5D097702}"/>
              </a:ext>
            </a:extLst>
          </p:cNvPr>
          <p:cNvSpPr/>
          <p:nvPr/>
        </p:nvSpPr>
        <p:spPr>
          <a:xfrm>
            <a:off x="942095" y="839914"/>
            <a:ext cx="388664" cy="388664"/>
          </a:xfrm>
          <a:custGeom>
            <a:avLst/>
            <a:gdLst/>
            <a:ahLst/>
            <a:cxnLst/>
            <a:rect l="l" t="t" r="r" b="b"/>
            <a:pathLst>
              <a:path w="360044" h="360044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D71149"/>
          </a:solidFill>
        </p:spPr>
        <p:txBody>
          <a:bodyPr wrap="square" lIns="0" tIns="0" rIns="0" bIns="0" rtlCol="0"/>
          <a:lstStyle/>
          <a:p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45000E2C-8125-41E0-A8E0-DF023E8B42FC}"/>
              </a:ext>
            </a:extLst>
          </p:cNvPr>
          <p:cNvSpPr txBox="1"/>
          <p:nvPr/>
        </p:nvSpPr>
        <p:spPr>
          <a:xfrm>
            <a:off x="1083827" y="899797"/>
            <a:ext cx="2419724" cy="263014"/>
          </a:xfrm>
          <a:prstGeom prst="rect">
            <a:avLst/>
          </a:prstGeom>
        </p:spPr>
        <p:txBody>
          <a:bodyPr vert="horz" wrap="square" lIns="0" tIns="13709" rIns="0" bIns="0" rtlCol="0">
            <a:spAutoFit/>
          </a:bodyPr>
          <a:lstStyle/>
          <a:p>
            <a:pPr marL="13710">
              <a:spcBef>
                <a:spcPts val="108"/>
              </a:spcBef>
              <a:tabLst>
                <a:tab pos="387298" algn="l"/>
                <a:tab pos="767055" algn="l"/>
                <a:tab pos="1159836" algn="l"/>
                <a:tab pos="1523828" algn="l"/>
                <a:tab pos="1895359" algn="l"/>
                <a:tab pos="2288141" algn="l"/>
              </a:tabLst>
            </a:pPr>
            <a:r>
              <a:rPr sz="1619" b="1" spc="-54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</a:t>
            </a:r>
            <a:r>
              <a:rPr sz="1619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	</a:t>
            </a:r>
            <a:r>
              <a:rPr sz="1619" b="1" spc="-54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</a:t>
            </a:r>
            <a:r>
              <a:rPr sz="1619" b="1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	</a:t>
            </a:r>
            <a:r>
              <a:rPr sz="1619" b="1" spc="11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</a:t>
            </a:r>
            <a:r>
              <a:rPr sz="1619" b="1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	</a:t>
            </a:r>
            <a:r>
              <a:rPr sz="1619" b="1" spc="-54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</a:t>
            </a:r>
            <a:r>
              <a:rPr sz="1619" b="1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	</a:t>
            </a:r>
            <a:r>
              <a:rPr sz="1619" b="1" spc="16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</a:t>
            </a:r>
            <a:r>
              <a:rPr sz="1619" b="1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	</a:t>
            </a:r>
            <a:r>
              <a:rPr sz="1619" b="1" spc="11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</a:t>
            </a:r>
            <a:r>
              <a:rPr sz="1619" b="1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	</a:t>
            </a:r>
            <a:r>
              <a:rPr sz="1619" b="1" spc="-54" dirty="0">
                <a:solidFill>
                  <a:srgbClr val="80828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</a:t>
            </a:r>
            <a:endParaRPr sz="1619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9D62F59-98B6-461C-8FBA-E029C0897B15}"/>
              </a:ext>
            </a:extLst>
          </p:cNvPr>
          <p:cNvGrpSpPr/>
          <p:nvPr/>
        </p:nvGrpSpPr>
        <p:grpSpPr>
          <a:xfrm>
            <a:off x="1091068" y="1771946"/>
            <a:ext cx="3587094" cy="276999"/>
            <a:chOff x="1139647" y="2822113"/>
            <a:chExt cx="3322960" cy="25660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35FB11-86C1-4C76-B89E-A453003A1027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작업 장소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2414B4-DFDB-42DF-B702-88C6311BEF3B}"/>
                </a:ext>
              </a:extLst>
            </p:cNvPr>
            <p:cNvSpPr txBox="1"/>
            <p:nvPr/>
          </p:nvSpPr>
          <p:spPr>
            <a:xfrm>
              <a:off x="1139647" y="2822113"/>
              <a:ext cx="294142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95DAE8C-3F18-444D-AC49-D7245BBFB0CF}"/>
              </a:ext>
            </a:extLst>
          </p:cNvPr>
          <p:cNvGrpSpPr/>
          <p:nvPr/>
        </p:nvGrpSpPr>
        <p:grpSpPr>
          <a:xfrm>
            <a:off x="1087862" y="2141906"/>
            <a:ext cx="3590300" cy="276999"/>
            <a:chOff x="1136677" y="2822113"/>
            <a:chExt cx="3325930" cy="25660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48AC8E0-7837-46DA-8361-DF2A0B07E302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재해 현황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047046-0E69-4192-9B4E-F9CAED5173D6}"/>
                </a:ext>
              </a:extLst>
            </p:cNvPr>
            <p:cNvSpPr txBox="1"/>
            <p:nvPr/>
          </p:nvSpPr>
          <p:spPr>
            <a:xfrm>
              <a:off x="1136677" y="2822113"/>
              <a:ext cx="300082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03.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B20F70E-2656-478D-AE48-C1BE81AB0C26}"/>
              </a:ext>
            </a:extLst>
          </p:cNvPr>
          <p:cNvGrpSpPr/>
          <p:nvPr/>
        </p:nvGrpSpPr>
        <p:grpSpPr>
          <a:xfrm>
            <a:off x="1085458" y="2511866"/>
            <a:ext cx="3592704" cy="276999"/>
            <a:chOff x="1134450" y="2822113"/>
            <a:chExt cx="3328157" cy="2566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C8F811-B2EE-4C56-9C2C-69531845E2E4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조직 및 운영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A8E905-A70F-4CD0-BF07-EFE0E89DF67C}"/>
                </a:ext>
              </a:extLst>
            </p:cNvPr>
            <p:cNvSpPr txBox="1"/>
            <p:nvPr/>
          </p:nvSpPr>
          <p:spPr>
            <a:xfrm>
              <a:off x="1134450" y="2822113"/>
              <a:ext cx="304537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04.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C177379-EDAB-4E78-B8CC-7D5A463DADD9}"/>
              </a:ext>
            </a:extLst>
          </p:cNvPr>
          <p:cNvGrpSpPr/>
          <p:nvPr/>
        </p:nvGrpSpPr>
        <p:grpSpPr>
          <a:xfrm>
            <a:off x="1089465" y="2881826"/>
            <a:ext cx="3588697" cy="276999"/>
            <a:chOff x="1138162" y="2822113"/>
            <a:chExt cx="3324445" cy="25660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A9E382-5513-417C-B534-8CFE7134D773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밀폐공간 작업허가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A6F77E-7BDF-4FE1-8996-CB7F697D09DB}"/>
                </a:ext>
              </a:extLst>
            </p:cNvPr>
            <p:cNvSpPr txBox="1"/>
            <p:nvPr/>
          </p:nvSpPr>
          <p:spPr>
            <a:xfrm>
              <a:off x="1138162" y="2822113"/>
              <a:ext cx="297113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05.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58E02F2-1CD1-4989-99AC-569AE12A89FC}"/>
              </a:ext>
            </a:extLst>
          </p:cNvPr>
          <p:cNvGrpSpPr/>
          <p:nvPr/>
        </p:nvGrpSpPr>
        <p:grpSpPr>
          <a:xfrm>
            <a:off x="1087061" y="3251786"/>
            <a:ext cx="3591101" cy="276999"/>
            <a:chOff x="1135935" y="2822113"/>
            <a:chExt cx="3326672" cy="25660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6E54D1-11BC-448B-8ED0-A417AE8ACC39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밀폐공간 작업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D39E73-9E41-473C-8887-C5C5201B1274}"/>
                </a:ext>
              </a:extLst>
            </p:cNvPr>
            <p:cNvSpPr txBox="1"/>
            <p:nvPr/>
          </p:nvSpPr>
          <p:spPr>
            <a:xfrm>
              <a:off x="1135935" y="2822113"/>
              <a:ext cx="301567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D22EABE-52FE-4AE6-8F4C-CAFDE10766E4}"/>
              </a:ext>
            </a:extLst>
          </p:cNvPr>
          <p:cNvGrpSpPr/>
          <p:nvPr/>
        </p:nvGrpSpPr>
        <p:grpSpPr>
          <a:xfrm>
            <a:off x="1095077" y="3621746"/>
            <a:ext cx="3583086" cy="276999"/>
            <a:chOff x="1143360" y="2822113"/>
            <a:chExt cx="3319247" cy="25660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1BECB3-97D4-4D31-BDA4-D3511023C868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산소 및 유해가스 농도 측정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6C7D9D-9EA9-4B23-8F26-E801872937A8}"/>
                </a:ext>
              </a:extLst>
            </p:cNvPr>
            <p:cNvSpPr txBox="1"/>
            <p:nvPr/>
          </p:nvSpPr>
          <p:spPr>
            <a:xfrm>
              <a:off x="1143360" y="2822113"/>
              <a:ext cx="286718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07.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4C7C6A1-1053-4FC0-B445-C5EA4AB5F911}"/>
              </a:ext>
            </a:extLst>
          </p:cNvPr>
          <p:cNvGrpSpPr/>
          <p:nvPr/>
        </p:nvGrpSpPr>
        <p:grpSpPr>
          <a:xfrm>
            <a:off x="1087061" y="3991706"/>
            <a:ext cx="3591101" cy="276999"/>
            <a:chOff x="1135935" y="2822113"/>
            <a:chExt cx="3326672" cy="25660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C02979-87B3-4112-B79B-99215751E741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밀폐공간에서의 환기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A50090-09C8-48B7-9128-6180FE035CEC}"/>
                </a:ext>
              </a:extLst>
            </p:cNvPr>
            <p:cNvSpPr txBox="1"/>
            <p:nvPr/>
          </p:nvSpPr>
          <p:spPr>
            <a:xfrm>
              <a:off x="1135935" y="2822113"/>
              <a:ext cx="301567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08.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72CFAE2-BFC8-4224-8E2A-7FEE26CEDBB2}"/>
              </a:ext>
            </a:extLst>
          </p:cNvPr>
          <p:cNvGrpSpPr/>
          <p:nvPr/>
        </p:nvGrpSpPr>
        <p:grpSpPr>
          <a:xfrm>
            <a:off x="1087061" y="4361666"/>
            <a:ext cx="3591101" cy="276999"/>
            <a:chOff x="1135935" y="2822113"/>
            <a:chExt cx="3326672" cy="25660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19FE329-8A75-4D16-A4D2-48F18CCE1F2C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보호구의 사용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77FF339-3842-4A38-AB2A-E487B6576D6B}"/>
                </a:ext>
              </a:extLst>
            </p:cNvPr>
            <p:cNvSpPr txBox="1"/>
            <p:nvPr/>
          </p:nvSpPr>
          <p:spPr>
            <a:xfrm>
              <a:off x="1135935" y="2822113"/>
              <a:ext cx="301567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F0CD0A2-20E9-4F77-8B74-159025074B0B}"/>
              </a:ext>
            </a:extLst>
          </p:cNvPr>
          <p:cNvGrpSpPr/>
          <p:nvPr/>
        </p:nvGrpSpPr>
        <p:grpSpPr>
          <a:xfrm>
            <a:off x="1107099" y="4731626"/>
            <a:ext cx="3571063" cy="276999"/>
            <a:chOff x="1154497" y="2822113"/>
            <a:chExt cx="3308110" cy="25660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7FCD5DE-7EB1-44EB-AFBB-3636D9147AE5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응급처치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0BE8717-0FEA-4068-B2A0-C62478DB680B}"/>
                </a:ext>
              </a:extLst>
            </p:cNvPr>
            <p:cNvSpPr txBox="1"/>
            <p:nvPr/>
          </p:nvSpPr>
          <p:spPr>
            <a:xfrm>
              <a:off x="1154497" y="2822113"/>
              <a:ext cx="264443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7AB92D5-3C19-4CF8-AE1C-9E1D08FBF405}"/>
              </a:ext>
            </a:extLst>
          </p:cNvPr>
          <p:cNvGrpSpPr/>
          <p:nvPr/>
        </p:nvGrpSpPr>
        <p:grpSpPr>
          <a:xfrm>
            <a:off x="1128739" y="5101586"/>
            <a:ext cx="3549423" cy="276999"/>
            <a:chOff x="1174543" y="2822113"/>
            <a:chExt cx="3288064" cy="25660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B7BA115-4C10-4287-A40D-FC16FB2B938D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교육</a:t>
              </a:r>
              <a:r>
                <a:rPr lang="en-US" altLang="ko-KR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훈련의 실시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B5A89AB-994B-4BDF-9529-D0C1C41A4CFA}"/>
                </a:ext>
              </a:extLst>
            </p:cNvPr>
            <p:cNvSpPr txBox="1"/>
            <p:nvPr/>
          </p:nvSpPr>
          <p:spPr>
            <a:xfrm>
              <a:off x="1174543" y="2822113"/>
              <a:ext cx="224349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21A8C8D-08CC-4810-975C-51FDB0050676}"/>
              </a:ext>
            </a:extLst>
          </p:cNvPr>
          <p:cNvGrpSpPr/>
          <p:nvPr/>
        </p:nvGrpSpPr>
        <p:grpSpPr>
          <a:xfrm>
            <a:off x="1112709" y="5471546"/>
            <a:ext cx="3565453" cy="276999"/>
            <a:chOff x="1159694" y="2822113"/>
            <a:chExt cx="3302913" cy="25660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EC83F1C-0CB9-4968-9ABA-3D831741BDEA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기타 안전보건상의 조치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9881170-886E-43EA-A34E-9595E878E228}"/>
                </a:ext>
              </a:extLst>
            </p:cNvPr>
            <p:cNvSpPr txBox="1"/>
            <p:nvPr/>
          </p:nvSpPr>
          <p:spPr>
            <a:xfrm>
              <a:off x="1159694" y="2822113"/>
              <a:ext cx="254048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9DC957F-7F5E-4934-ABCF-86B345505AD9}"/>
              </a:ext>
            </a:extLst>
          </p:cNvPr>
          <p:cNvGrpSpPr/>
          <p:nvPr/>
        </p:nvGrpSpPr>
        <p:grpSpPr>
          <a:xfrm>
            <a:off x="1109503" y="5841511"/>
            <a:ext cx="3568659" cy="276999"/>
            <a:chOff x="1156724" y="2822113"/>
            <a:chExt cx="3305883" cy="25660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95F6B25-2EA5-47DF-A5B8-568BEAE9C72F}"/>
                </a:ext>
              </a:extLst>
            </p:cNvPr>
            <p:cNvSpPr txBox="1"/>
            <p:nvPr/>
          </p:nvSpPr>
          <p:spPr>
            <a:xfrm>
              <a:off x="1631901" y="2822113"/>
              <a:ext cx="2830706" cy="2566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b="1" spc="-108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프로그램의 평가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085701E-6CA9-48A8-9CEC-BCE576798329}"/>
                </a:ext>
              </a:extLst>
            </p:cNvPr>
            <p:cNvSpPr txBox="1"/>
            <p:nvPr/>
          </p:nvSpPr>
          <p:spPr>
            <a:xfrm>
              <a:off x="1156724" y="2822113"/>
              <a:ext cx="259988" cy="256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b="1" spc="-108" dirty="0">
                  <a:gradFill>
                    <a:gsLst>
                      <a:gs pos="0">
                        <a:srgbClr val="C30037"/>
                      </a:gs>
                      <a:gs pos="100000">
                        <a:srgbClr val="C30037"/>
                      </a:gs>
                    </a:gsLst>
                    <a:lin ang="5400000" scaled="1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13.</a:t>
              </a:r>
              <a:endParaRPr lang="ko-KR" altLang="en-US" b="1" spc="-108" dirty="0">
                <a:gradFill>
                  <a:gsLst>
                    <a:gs pos="0">
                      <a:srgbClr val="C30037"/>
                    </a:gs>
                    <a:gs pos="100000">
                      <a:srgbClr val="C30037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85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378148" y="1041948"/>
            <a:ext cx="92890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1.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목 적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 시 산소결핍 또는 유해가스로 인한 질식재해를 예방하고자 함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78148" y="2462362"/>
            <a:ext cx="928903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endParaRPr lang="en-US" altLang="ko-KR" sz="12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3B4B06-8489-4860-AB0C-9ED4DBCB8D00}"/>
              </a:ext>
            </a:extLst>
          </p:cNvPr>
          <p:cNvSpPr/>
          <p:nvPr/>
        </p:nvSpPr>
        <p:spPr>
          <a:xfrm>
            <a:off x="3474492" y="1726022"/>
            <a:ext cx="6768752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spcBef>
                <a:spcPts val="600"/>
              </a:spcBef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                                                                            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법적 근거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산업안전보건 기준에 관한 규칙 제 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619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조</a:t>
            </a:r>
            <a:endParaRPr lang="en-US" altLang="ko-KR" sz="105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algn="r" latinLnBrk="1">
              <a:spcBef>
                <a:spcPts val="600"/>
              </a:spcBef>
            </a:pP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                                                               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근로자 사망의 경우 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7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년 이하의 징역 또는 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억원 이하의 벌금 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_ 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법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167</a:t>
            </a:r>
            <a:r>
              <a:rPr lang="ko-KR" altLang="en-US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조  </a:t>
            </a:r>
            <a:endParaRPr lang="en-US" altLang="ko-KR" sz="105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1C2275-66D7-48E6-9D19-662F34CC4255}"/>
              </a:ext>
            </a:extLst>
          </p:cNvPr>
          <p:cNvSpPr/>
          <p:nvPr/>
        </p:nvSpPr>
        <p:spPr>
          <a:xfrm>
            <a:off x="378148" y="2338090"/>
            <a:ext cx="9865096" cy="46474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 프로그램의 수립 시행 </a:t>
            </a:r>
            <a:endParaRPr lang="en-US" altLang="ko-KR" sz="12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1)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사업주는 밀폐공간에서 근로자에게 작업을 하도록 하는 경우 다음 각 호의 내용이 포함된 밀폐공간 작업 프로그램을 수립하여 시행하여야 한다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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사업장 내 밀폐공간의 위치 파악 및 관리방안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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밀폐공간 내 질식 중독 등을 일으킬 수 있는 유해 위험 요인의 파악 및 관리 방안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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제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2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항에 따라 밀폐공간 작업 시 사전 확인이 필요한 사항에 대한 확인 절차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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안전보건교육 및 훈련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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그 밖에 밀폐공간 작업 근로자의 건강장해 예방에 관한 사항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2)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사업주는 근로자가 밀폐공간에서 작업을 시작하기 전에 다음 각 호의 사항을 확인하여 근로자가 안전한 상태에서 작업하도록 하여야 한다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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작업 일시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기간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장소 및 내용 등 작업 정보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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관리감독자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근로자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감시인 등 작업자 정보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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산소 및 유해가스 농도의 측정결과 및 후속조치 사항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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작업 중 불활성가스 또는 유해가스의 누출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유입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발생 가능성 검토 및 후속조치 사항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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작업 시 착용하여야 할 보호구의 종류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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비상연락체계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3)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사업주는 밀폐공간에서의 작업이 종료될 때까지 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2)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항의 각 호의 내용을 해당 작업장 출입구에 게시하여야 한다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. </a:t>
            </a:r>
            <a:b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</a:b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   =&gt;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밀폐공간 작업허가서 </a:t>
            </a:r>
            <a:endParaRPr lang="en-US" altLang="ko-KR" sz="12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DE9677C-7FE8-4AB6-8A35-5A15F9618D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6F1C6B-5D95-41D4-94EB-259E65F74FF3}"/>
              </a:ext>
            </a:extLst>
          </p:cNvPr>
          <p:cNvSpPr txBox="1"/>
          <p:nvPr/>
        </p:nvSpPr>
        <p:spPr>
          <a:xfrm>
            <a:off x="1141184" y="129424"/>
            <a:ext cx="53219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목적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C7533-6DE9-4199-AAC8-4C4B693F7758}"/>
              </a:ext>
            </a:extLst>
          </p:cNvPr>
          <p:cNvSpPr txBox="1"/>
          <p:nvPr/>
        </p:nvSpPr>
        <p:spPr>
          <a:xfrm>
            <a:off x="321366" y="129424"/>
            <a:ext cx="3478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01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A0B24195-EE66-40A4-96A3-F04D7907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A7FD3E5-1605-47D4-B23D-6BBE51B59872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7903073" y="98984"/>
            <a:ext cx="2741124" cy="430212"/>
          </a:xfrm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121082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2.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작업 장소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6321463"/>
                  </p:ext>
                </p:extLst>
              </p:nvPr>
            </p:nvGraphicFramePr>
            <p:xfrm>
              <a:off x="738188" y="1320247"/>
              <a:ext cx="9287395" cy="1758686"/>
            </p:xfrm>
            <a:graphic>
              <a:graphicData uri="http://schemas.openxmlformats.org/drawingml/2006/table">
                <a:tbl>
                  <a:tblPr/>
                  <a:tblGrid>
                    <a:gridCol w="6842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23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75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076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8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8407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9846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277359"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No.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공정명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작업장소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작업내용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작업주기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(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작업빈도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)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근로자수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비고</a:t>
                          </a:r>
                          <a:endParaRPr lang="en-US" altLang="ko-KR" sz="1000" b="1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349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명칭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특이사항 </a:t>
                          </a:r>
                          <a:endParaRPr lang="en-US" altLang="ko-KR" sz="1000" b="1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(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작업장소 규격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, </a:t>
                          </a:r>
                          <a:r>
                            <a:rPr lang="ko-KR" altLang="en-US" sz="10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 발생 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유해가스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, </a:t>
                          </a:r>
                          <a:r>
                            <a:rPr lang="ko-KR" altLang="en-US" sz="1000" b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잔해물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)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1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시설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물탱크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옥상층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kern="0" spc="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LG스마트체2.0 Regular" panose="020B0600000101010101" pitchFamily="50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0" i="1" kern="0" spc="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LG스마트체2.0 Regular" panose="020B0600000101010101" pitchFamily="50" charset="-127"/>
                                    </a:rPr>
                                    <m:t>200 </m:t>
                                  </m:r>
                                  <m:r>
                                    <a:rPr lang="en-US" altLang="ko-KR" sz="1000" b="0" i="1" kern="0" spc="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LG스마트체2.0 Regular" panose="020B0600000101010101" pitchFamily="50" charset="-127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000" i="1" kern="0" spc="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LG스마트체2.0 Regular" panose="020B0600000101010101" pitchFamily="50" charset="-127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000" b="0" i="1" kern="0" spc="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</a:rPr>
                                <m:t>, </m:t>
                              </m:r>
                            </m:oMath>
                          </a14:m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없음</a:t>
                          </a: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, 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없음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물탱크 청소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1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년에 </a:t>
                          </a: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2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회</a:t>
                          </a:r>
                          <a:r>
                            <a:rPr lang="en-US" altLang="ko-KR" sz="1000" kern="0" spc="0" baseline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 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이상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4</a:t>
                          </a: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Sample</a:t>
                          </a: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2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3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6321463"/>
                  </p:ext>
                </p:extLst>
              </p:nvPr>
            </p:nvGraphicFramePr>
            <p:xfrm>
              <a:off x="738188" y="1320247"/>
              <a:ext cx="9287395" cy="1758686"/>
            </p:xfrm>
            <a:graphic>
              <a:graphicData uri="http://schemas.openxmlformats.org/drawingml/2006/table">
                <a:tbl>
                  <a:tblPr/>
                  <a:tblGrid>
                    <a:gridCol w="6842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23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75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076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8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8407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9846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277359"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No.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공정명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작업장소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작업내용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작업주기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(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작업빈도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)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근로자수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비고</a:t>
                          </a:r>
                          <a:endParaRPr lang="en-US" altLang="ko-KR" sz="1000" b="1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349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명칭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특이사항 </a:t>
                          </a:r>
                          <a:endParaRPr lang="en-US" altLang="ko-KR" sz="1000" b="1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(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작업장소 규격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, </a:t>
                          </a:r>
                          <a:r>
                            <a:rPr lang="ko-KR" altLang="en-US" sz="10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 발생 </a:t>
                          </a:r>
                          <a:r>
                            <a:rPr lang="ko-KR" altLang="en-US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유해가스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, </a:t>
                          </a:r>
                          <a:r>
                            <a:rPr lang="ko-KR" altLang="en-US" sz="1000" b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잔해물</a:t>
                          </a:r>
                          <a:r>
                            <a:rPr lang="en-US" altLang="ko-KR" sz="1000" b="1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)</a:t>
                          </a: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1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시설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물탱크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430" t="-252830" r="-149458" b="-2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물탱크 청소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1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년에 </a:t>
                          </a: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2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회</a:t>
                          </a:r>
                          <a:r>
                            <a:rPr lang="en-US" altLang="ko-KR" sz="1000" kern="0" spc="0" baseline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 </a:t>
                          </a:r>
                          <a:r>
                            <a:rPr lang="ko-KR" altLang="en-US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이상</a:t>
                          </a: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4</a:t>
                          </a: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000" kern="0" spc="0" dirty="0">
                              <a:solidFill>
                                <a:srgbClr val="FF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Sample</a:t>
                          </a: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2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FF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92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kern="0" spc="0" dirty="0">
                              <a:solidFill>
                                <a:srgbClr val="000000"/>
                              </a:solidFill>
                              <a:effectLst/>
                              <a:latin typeface="Pretendard" panose="02000503000000020004" pitchFamily="2" charset="-127"/>
                              <a:ea typeface="Pretendard" panose="02000503000000020004" pitchFamily="2" charset="-127"/>
                            </a:rPr>
                            <a:t>3</a:t>
                          </a:r>
                        </a:p>
                      </a:txBody>
                      <a:tcPr marL="17907" marR="17907" marT="17907" marB="17907" anchor="ctr">
                        <a:lnL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000" kern="0" spc="0" dirty="0">
                            <a:solidFill>
                              <a:srgbClr val="000000"/>
                            </a:solidFill>
                            <a:effectLst/>
                            <a:latin typeface="Pretendard" panose="02000503000000020004" pitchFamily="2" charset="-127"/>
                            <a:ea typeface="Pretendard" panose="02000503000000020004" pitchFamily="2" charset="-127"/>
                          </a:endParaRPr>
                        </a:p>
                      </a:txBody>
                      <a:tcPr marL="17907" marR="17907" marT="17907" marB="17907" anchor="ctr">
                        <a:lnL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556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159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직사각형 10"/>
          <p:cNvSpPr/>
          <p:nvPr/>
        </p:nvSpPr>
        <p:spPr>
          <a:xfrm>
            <a:off x="8119008" y="3141678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※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현장 상황에 맞게 작성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38188" y="3462154"/>
            <a:ext cx="9287396" cy="35564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904" y="3597320"/>
            <a:ext cx="5029199" cy="3286125"/>
          </a:xfrm>
          <a:prstGeom prst="rect">
            <a:avLst/>
          </a:prstGeom>
        </p:spPr>
      </p:pic>
      <p:sp>
        <p:nvSpPr>
          <p:cNvPr id="14" name="순서도: 연결자 13"/>
          <p:cNvSpPr/>
          <p:nvPr/>
        </p:nvSpPr>
        <p:spPr>
          <a:xfrm>
            <a:off x="8010997" y="4066282"/>
            <a:ext cx="432048" cy="360041"/>
          </a:xfrm>
          <a:prstGeom prst="flowChartConnector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순서도: 처리 14"/>
          <p:cNvSpPr/>
          <p:nvPr/>
        </p:nvSpPr>
        <p:spPr>
          <a:xfrm>
            <a:off x="3741316" y="4606344"/>
            <a:ext cx="324036" cy="324900"/>
          </a:xfrm>
          <a:prstGeom prst="flowChartProcess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순서도: 처리 16"/>
          <p:cNvSpPr/>
          <p:nvPr/>
        </p:nvSpPr>
        <p:spPr>
          <a:xfrm>
            <a:off x="8029240" y="4606343"/>
            <a:ext cx="396404" cy="388063"/>
          </a:xfrm>
          <a:prstGeom prst="flowChartProcess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515053" y="4092414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물탱크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515053" y="4623466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정화조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0" name="순서도: 연결자 19"/>
          <p:cNvSpPr/>
          <p:nvPr/>
        </p:nvSpPr>
        <p:spPr>
          <a:xfrm>
            <a:off x="6713216" y="4092414"/>
            <a:ext cx="361677" cy="333909"/>
          </a:xfrm>
          <a:prstGeom prst="flowChartConnector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 rot="20412881" flipH="1">
            <a:off x="3641368" y="2445696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sp>
        <p:nvSpPr>
          <p:cNvPr id="21" name="TextBox 20"/>
          <p:cNvSpPr txBox="1"/>
          <p:nvPr/>
        </p:nvSpPr>
        <p:spPr>
          <a:xfrm rot="20412881" flipH="1">
            <a:off x="3641368" y="5055716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930F337-37B8-4FC8-BA4A-E010603383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BE5C44A-A428-49E8-AA96-8FD51D897346}"/>
              </a:ext>
            </a:extLst>
          </p:cNvPr>
          <p:cNvSpPr txBox="1"/>
          <p:nvPr/>
        </p:nvSpPr>
        <p:spPr>
          <a:xfrm>
            <a:off x="1141184" y="129424"/>
            <a:ext cx="113492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작업 장소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08E08C-41CB-486C-AB02-46908BC468CE}"/>
              </a:ext>
            </a:extLst>
          </p:cNvPr>
          <p:cNvSpPr txBox="1"/>
          <p:nvPr/>
        </p:nvSpPr>
        <p:spPr>
          <a:xfrm>
            <a:off x="299726" y="129424"/>
            <a:ext cx="39113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02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26" name="그래픽 25">
            <a:extLst>
              <a:ext uri="{FF2B5EF4-FFF2-40B4-BE49-F238E27FC236}">
                <a16:creationId xmlns:a16="http://schemas.microsoft.com/office/drawing/2014/main" id="{2000C6BD-50E9-47FA-BE9D-D106CE2E0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04BA9C0-2CDD-4E6C-9908-BD66E89EEA9D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내용 개체 틀 1">
            <a:extLst>
              <a:ext uri="{FF2B5EF4-FFF2-40B4-BE49-F238E27FC236}">
                <a16:creationId xmlns:a16="http://schemas.microsoft.com/office/drawing/2014/main" id="{029D4219-C648-416D-A285-87021ADAB14F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/>
              <a:t>밀폐공간 작업 프로그램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19799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3.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사고 현황 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인적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78148" y="126014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산업재해 및 산소결핍 등의 질식재해 통계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185047"/>
              </p:ext>
            </p:extLst>
          </p:nvPr>
        </p:nvGraphicFramePr>
        <p:xfrm>
          <a:off x="407864" y="2053273"/>
          <a:ext cx="9871384" cy="2481065"/>
        </p:xfrm>
        <a:graphic>
          <a:graphicData uri="http://schemas.openxmlformats.org/drawingml/2006/table">
            <a:tbl>
              <a:tblPr/>
              <a:tblGrid>
                <a:gridCol w="1339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2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621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년 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2022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2023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2024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2025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년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1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운영센터 직원 수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21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재해자 수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  <a:endParaRPr lang="ko-KR" altLang="en-US" sz="1400" b="1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21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산소결핍 등</a:t>
                      </a:r>
                      <a:endParaRPr lang="en-US" altLang="ko-KR" sz="1400" kern="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질식 재해자수</a:t>
                      </a: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사 망</a:t>
                      </a: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2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부 상</a:t>
                      </a: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9307140" y="1680394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단위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: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14153" y="5073027"/>
            <a:ext cx="93610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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사업장의 최근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3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년간 전체 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재해현황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 및 산소결핍 또는 유해가스로 인한 질식재해 현황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 rot="20412881" flipH="1">
            <a:off x="3971291" y="3190798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611D326-5281-4427-902F-367A25DC2C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5D84CE-D4AE-4DA7-8F42-B0393F79D96D}"/>
              </a:ext>
            </a:extLst>
          </p:cNvPr>
          <p:cNvSpPr txBox="1"/>
          <p:nvPr/>
        </p:nvSpPr>
        <p:spPr>
          <a:xfrm>
            <a:off x="1141184" y="129424"/>
            <a:ext cx="113492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재해 현황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AF11A-F5E2-46BA-B131-D3096BD758CC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03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3036DAA7-82F4-46F8-8BED-1D98FD16D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7F6773C-374C-45C4-9AAD-2D54F451B49F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내용 개체 틀 1">
            <a:extLst>
              <a:ext uri="{FF2B5EF4-FFF2-40B4-BE49-F238E27FC236}">
                <a16:creationId xmlns:a16="http://schemas.microsoft.com/office/drawing/2014/main" id="{D6049795-8489-4D20-BD07-25C7B58B59AE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/>
              <a:t>밀폐공간 작업 프로그램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51995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4.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조직 및 운영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86159" y="1260150"/>
            <a:ext cx="928903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4.1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조직 구성 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: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프로그램 수립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시행을 위한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추진팀은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총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4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명 이내 로 하고 아래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조직도와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같이 구성하여 운영한다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4.2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프로그램 </a:t>
            </a:r>
            <a:r>
              <a:rPr lang="ko-KR" altLang="en-US" sz="1300" b="1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추진팀의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역할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1)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프로그램의 수립 및 수정에 관한 사항 결정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2)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교육 및 훈련에 관한 사항을 결정하고 실행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3)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밀폐공간작업계획의 수립 및 시행에 관한 사항을 결정하고 실행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4)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밀폐공간작업 허가증 등 발급 및 작업 지시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감독 업무 수행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5)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공기 호흡기 등 보호구의 선정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사용 및 유지관리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116685"/>
              </p:ext>
            </p:extLst>
          </p:nvPr>
        </p:nvGraphicFramePr>
        <p:xfrm>
          <a:off x="5634733" y="3208941"/>
          <a:ext cx="1800200" cy="741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프로그램총괄책임자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성명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ㅇㅇ</a:t>
                      </a:r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센터장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36311"/>
              </p:ext>
            </p:extLst>
          </p:nvPr>
        </p:nvGraphicFramePr>
        <p:xfrm>
          <a:off x="2621000" y="5678813"/>
          <a:ext cx="1800200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 관리감독자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(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기계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부서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999543"/>
              </p:ext>
            </p:extLst>
          </p:nvPr>
        </p:nvGraphicFramePr>
        <p:xfrm>
          <a:off x="2621000" y="6165093"/>
          <a:ext cx="1800200" cy="741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직위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주임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성명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홍길동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직선 연결선 13"/>
          <p:cNvCxnSpPr>
            <a:stCxn id="3" idx="2"/>
            <a:endCxn id="20" idx="0"/>
          </p:cNvCxnSpPr>
          <p:nvPr/>
        </p:nvCxnSpPr>
        <p:spPr>
          <a:xfrm>
            <a:off x="6534833" y="3950619"/>
            <a:ext cx="0" cy="3211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94018"/>
              </p:ext>
            </p:extLst>
          </p:nvPr>
        </p:nvGraphicFramePr>
        <p:xfrm>
          <a:off x="8695072" y="5682638"/>
          <a:ext cx="1800200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관리감독자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(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건축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부서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614735"/>
              </p:ext>
            </p:extLst>
          </p:nvPr>
        </p:nvGraphicFramePr>
        <p:xfrm>
          <a:off x="8695072" y="6168918"/>
          <a:ext cx="1800200" cy="741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직위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선임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성명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홍길동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463609"/>
              </p:ext>
            </p:extLst>
          </p:nvPr>
        </p:nvGraphicFramePr>
        <p:xfrm>
          <a:off x="5634733" y="4271727"/>
          <a:ext cx="1800200" cy="741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 관리자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성명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홍길동</a:t>
                      </a:r>
                    </a:p>
                  </a:txBody>
                  <a:tcPr anchor="ctr">
                    <a:solidFill>
                      <a:srgbClr val="E6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" name="직선 연결선 24"/>
          <p:cNvCxnSpPr/>
          <p:nvPr/>
        </p:nvCxnSpPr>
        <p:spPr>
          <a:xfrm>
            <a:off x="6534832" y="5013406"/>
            <a:ext cx="1" cy="33461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3521100" y="5348022"/>
            <a:ext cx="3708" cy="33461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9599724" y="5348022"/>
            <a:ext cx="3708" cy="33461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3521101" y="5348022"/>
            <a:ext cx="6080478" cy="457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26120" y="3958270"/>
            <a:ext cx="565262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latinLnBrk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조직도 작성시 주의 사항</a:t>
            </a:r>
            <a:endParaRPr lang="en-US" altLang="ko-KR" sz="105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 -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프로그램 총괄책임자</a:t>
            </a:r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프로그램 관리자</a:t>
            </a:r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관리감독자</a:t>
            </a:r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(1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명 이상</a:t>
            </a:r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는 필수 포함 시켜야 함</a:t>
            </a:r>
            <a:endParaRPr lang="en-US" altLang="ko-KR" sz="105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 -  1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인 센터의 경우 </a:t>
            </a:r>
            <a:r>
              <a:rPr lang="ko-KR" altLang="en-US" sz="1050" b="1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한명의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050" b="1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센터장으로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전부 지정</a:t>
            </a:r>
            <a:endParaRPr lang="en-US" altLang="ko-KR" sz="105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 -  2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인 이상의 경우 총괄책임자는 센터장</a:t>
            </a:r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,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프로그램 관리자와 관리감독자는 겸직가능</a:t>
            </a:r>
            <a:endParaRPr lang="en-US" altLang="ko-KR" sz="105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 rot="20412881" flipH="1">
            <a:off x="5072750" y="5415367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F69C235-F6F6-4E8D-BC2E-E34DD355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BD5E283-7D37-419B-A1A7-C4772045A34F}"/>
              </a:ext>
            </a:extLst>
          </p:cNvPr>
          <p:cNvSpPr txBox="1"/>
          <p:nvPr/>
        </p:nvSpPr>
        <p:spPr>
          <a:xfrm>
            <a:off x="1141184" y="129424"/>
            <a:ext cx="147155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조직 및 운영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D087B8-2E59-418B-8069-3FE59BACDB21}"/>
              </a:ext>
            </a:extLst>
          </p:cNvPr>
          <p:cNvSpPr txBox="1"/>
          <p:nvPr/>
        </p:nvSpPr>
        <p:spPr>
          <a:xfrm>
            <a:off x="292513" y="129424"/>
            <a:ext cx="40556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04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31" name="그래픽 30">
            <a:extLst>
              <a:ext uri="{FF2B5EF4-FFF2-40B4-BE49-F238E27FC236}">
                <a16:creationId xmlns:a16="http://schemas.microsoft.com/office/drawing/2014/main" id="{1CF24045-A751-48A1-AB1F-7041A2DA4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477AE91-6000-4013-8D4C-57F1DFF0BEEC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내용 개체 틀 1">
            <a:extLst>
              <a:ext uri="{FF2B5EF4-FFF2-40B4-BE49-F238E27FC236}">
                <a16:creationId xmlns:a16="http://schemas.microsoft.com/office/drawing/2014/main" id="{438CEE0F-83F2-4DFC-BB49-433E9A31D02E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/>
              <a:t>밀폐공간 작업 프로그램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9498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486159" y="126014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4.3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프로그램 추진 절차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280992"/>
              </p:ext>
            </p:extLst>
          </p:nvPr>
        </p:nvGraphicFramePr>
        <p:xfrm>
          <a:off x="774700" y="1911637"/>
          <a:ext cx="363589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밀폐공간 작업 장소 선정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22329"/>
              </p:ext>
            </p:extLst>
          </p:nvPr>
        </p:nvGraphicFramePr>
        <p:xfrm>
          <a:off x="774700" y="2806142"/>
          <a:ext cx="363589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질식재해예방 대책 수립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27381"/>
              </p:ext>
            </p:extLst>
          </p:nvPr>
        </p:nvGraphicFramePr>
        <p:xfrm>
          <a:off x="774700" y="3700649"/>
          <a:ext cx="3635896" cy="52277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교육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훈련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근로자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추진팀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772264"/>
              </p:ext>
            </p:extLst>
          </p:nvPr>
        </p:nvGraphicFramePr>
        <p:xfrm>
          <a:off x="774700" y="4739558"/>
          <a:ext cx="363589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밀폐공간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작업 모니터링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78590"/>
              </p:ext>
            </p:extLst>
          </p:nvPr>
        </p:nvGraphicFramePr>
        <p:xfrm>
          <a:off x="774700" y="5567650"/>
          <a:ext cx="363589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3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 평가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아래쪽 화살표 1"/>
          <p:cNvSpPr/>
          <p:nvPr/>
        </p:nvSpPr>
        <p:spPr>
          <a:xfrm>
            <a:off x="2349123" y="2312690"/>
            <a:ext cx="441294" cy="406662"/>
          </a:xfrm>
          <a:prstGeom prst="downArrow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아래쪽 화살표 32"/>
          <p:cNvSpPr/>
          <p:nvPr/>
        </p:nvSpPr>
        <p:spPr>
          <a:xfrm>
            <a:off x="2349123" y="3228012"/>
            <a:ext cx="441294" cy="406662"/>
          </a:xfrm>
          <a:prstGeom prst="downArrow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아래쪽 화살표 33"/>
          <p:cNvSpPr/>
          <p:nvPr/>
        </p:nvSpPr>
        <p:spPr>
          <a:xfrm>
            <a:off x="2349123" y="4279783"/>
            <a:ext cx="441294" cy="406662"/>
          </a:xfrm>
          <a:prstGeom prst="downArrow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아래쪽 화살표 34"/>
          <p:cNvSpPr/>
          <p:nvPr/>
        </p:nvSpPr>
        <p:spPr>
          <a:xfrm>
            <a:off x="2349123" y="5135693"/>
            <a:ext cx="441294" cy="406662"/>
          </a:xfrm>
          <a:prstGeom prst="downArrow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238688" y="1946198"/>
            <a:ext cx="514368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   [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별첨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]1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의 내용을 근거로 한 </a:t>
            </a:r>
            <a:r>
              <a:rPr lang="ko-KR" altLang="en-US" sz="1300" b="1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작업장소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선정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238688" y="2606708"/>
            <a:ext cx="514368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산소 및 유해 가스 농도 측정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환기 대책 수립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보호구 선정 및 사용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유지관리 내용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응급처치 및 비상연락체계 구축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238688" y="3676916"/>
            <a:ext cx="3456385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산소 및 유해 가스 농도 측정방법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작업절차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대처요령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보호구 사용방법 등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238688" y="4640285"/>
            <a:ext cx="3456385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밀폐공간작업 출입 허가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작업 관리감독 및 작업지시 등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238688" y="5468377"/>
            <a:ext cx="3456385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재해발생 현황 분석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교육 등 연간 업무수행 결과 및 개선내용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6420DC1-44F5-40CA-A488-B0A2B96145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B295D5-1B4E-4DEE-A42B-6EFC99301C0B}"/>
              </a:ext>
            </a:extLst>
          </p:cNvPr>
          <p:cNvSpPr txBox="1"/>
          <p:nvPr/>
        </p:nvSpPr>
        <p:spPr>
          <a:xfrm>
            <a:off x="1141184" y="129424"/>
            <a:ext cx="147155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조직 및 운영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2838FF-2F1A-4489-8860-FE737F8375F8}"/>
              </a:ext>
            </a:extLst>
          </p:cNvPr>
          <p:cNvSpPr txBox="1"/>
          <p:nvPr/>
        </p:nvSpPr>
        <p:spPr>
          <a:xfrm>
            <a:off x="292513" y="129424"/>
            <a:ext cx="40556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04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24" name="그래픽 23">
            <a:extLst>
              <a:ext uri="{FF2B5EF4-FFF2-40B4-BE49-F238E27FC236}">
                <a16:creationId xmlns:a16="http://schemas.microsoft.com/office/drawing/2014/main" id="{33CF4D23-8AEA-4899-AEDE-39BE97712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96549C1-52CD-4168-8F13-D0FF33562475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내용 개체 틀 1">
            <a:extLst>
              <a:ext uri="{FF2B5EF4-FFF2-40B4-BE49-F238E27FC236}">
                <a16:creationId xmlns:a16="http://schemas.microsoft.com/office/drawing/2014/main" id="{0FBE3F49-F0CD-47E3-8C44-D91D50D9145F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/>
              <a:t>밀폐공간 작업 프로그램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1991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486159" y="126014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4.4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프로그램 추진 일정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782744"/>
              </p:ext>
            </p:extLst>
          </p:nvPr>
        </p:nvGraphicFramePr>
        <p:xfrm>
          <a:off x="198128" y="1935366"/>
          <a:ext cx="10297144" cy="392894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4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654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세부추진내용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2025</a:t>
                      </a:r>
                      <a:r>
                        <a:rPr lang="ko-KR" altLang="en-US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년도 월별 추진일정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4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4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6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7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8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9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11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12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 </a:t>
                      </a:r>
                      <a:r>
                        <a:rPr lang="ko-KR" altLang="en-US" sz="13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추진팀</a:t>
                      </a:r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밀폐공간작업 대상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질식재해 예방대책 수립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작업자 교육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 시 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긴급구조훈련</a:t>
                      </a:r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반기 </a:t>
                      </a:r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회</a:t>
                      </a:r>
                      <a:r>
                        <a:rPr lang="en-US" altLang="ko-KR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88212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밀폐공간작업 모니터링 실시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 시 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407865" y="6001787"/>
            <a:ext cx="41282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*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매년 추진 일정을 작성 후 업데이트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</a:rPr>
              <a:t>  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</a:p>
        </p:txBody>
      </p:sp>
      <p:sp>
        <p:nvSpPr>
          <p:cNvPr id="8" name="TextBox 7"/>
          <p:cNvSpPr txBox="1"/>
          <p:nvPr/>
        </p:nvSpPr>
        <p:spPr>
          <a:xfrm rot="20412881" flipH="1">
            <a:off x="4535579" y="3946880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E7E63F-FA18-43A7-8775-42D93B587B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43DE3E-8869-4F54-AB5E-15423C8D6EC4}"/>
              </a:ext>
            </a:extLst>
          </p:cNvPr>
          <p:cNvSpPr txBox="1"/>
          <p:nvPr/>
        </p:nvSpPr>
        <p:spPr>
          <a:xfrm>
            <a:off x="1141184" y="129424"/>
            <a:ext cx="147155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조직 및 운영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FF87E-BADF-4FF1-81E4-0BCA44C62350}"/>
              </a:ext>
            </a:extLst>
          </p:cNvPr>
          <p:cNvSpPr txBox="1"/>
          <p:nvPr/>
        </p:nvSpPr>
        <p:spPr>
          <a:xfrm>
            <a:off x="292513" y="129424"/>
            <a:ext cx="40556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04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50C11EBE-C44D-4481-ABD7-EEA66126F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EE81123-F32C-4B1D-908B-167A40C92634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내용 개체 틀 1">
            <a:extLst>
              <a:ext uri="{FF2B5EF4-FFF2-40B4-BE49-F238E27FC236}">
                <a16:creationId xmlns:a16="http://schemas.microsoft.com/office/drawing/2014/main" id="{563D44C5-E6D3-4D5B-83C8-325994E55873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/>
              <a:t>밀폐공간 작업 프로그램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5091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5.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작업허가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6158" y="1260150"/>
            <a:ext cx="9896216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5.1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밀폐공간에의 출입금지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1)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내의 출입은 가능한 한 금지하고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출입을 해야 할 경우에는 센터에서 작업허가를 득한 후 출입하도록 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2)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센터에 보유하고 있는 밀폐공간 작업장소를 작업특성상 출입해야 하는 경우와 출입하지 않고 외부에서 작업해야 하는 경우를 구분하면 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다음과 같다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487382"/>
              </p:ext>
            </p:extLst>
          </p:nvPr>
        </p:nvGraphicFramePr>
        <p:xfrm>
          <a:off x="1422193" y="2626122"/>
          <a:ext cx="7596915" cy="235988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19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610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출입이 필요한 밀폐공간 작업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출입 없이 밀폐공간</a:t>
                      </a:r>
                      <a:endParaRPr lang="en-US" altLang="ko-KR" sz="13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/>
                      <a:r>
                        <a:rPr lang="ko-KR" altLang="en-US" sz="13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외부에서 가능한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작업명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 중 유해가스</a:t>
                      </a:r>
                      <a:endParaRPr lang="en-US" altLang="ko-KR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계속 발생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작업명</a:t>
                      </a:r>
                      <a:endParaRPr lang="ko-KR" altLang="en-US" sz="13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물탱크 청소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옥상층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X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None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None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50388" y="5283158"/>
            <a:ext cx="9816892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*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기 작성된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“2.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작업장소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”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내용을 근거로 작업특성상 밀폐공간 내에서 작업해야 하는 경우와 밀폐공간 외부에서 작업해도 되는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경우를 구분할 것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*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작업 중 유해가스가 계속 발생할 가능성이 있는 작업의 경우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 양수작업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슬러지 제거작업 등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 rot="20412881" flipH="1">
            <a:off x="3839354" y="4440645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095B13-1341-4BF8-A5C9-93BD06BE37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B5BFBA-4F26-4883-918D-7FED799DF35F}"/>
              </a:ext>
            </a:extLst>
          </p:cNvPr>
          <p:cNvSpPr txBox="1"/>
          <p:nvPr/>
        </p:nvSpPr>
        <p:spPr>
          <a:xfrm>
            <a:off x="1141184" y="129424"/>
            <a:ext cx="219932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작업허가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44F09-A554-44D0-96A9-CDBB48F70995}"/>
              </a:ext>
            </a:extLst>
          </p:cNvPr>
          <p:cNvSpPr txBox="1"/>
          <p:nvPr/>
        </p:nvSpPr>
        <p:spPr>
          <a:xfrm>
            <a:off x="297322" y="129424"/>
            <a:ext cx="3959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05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195C95D7-DD7A-49F2-9309-AE18C889B9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E4CC815-0448-4DAB-A6FC-29A69D25E1DF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내용 개체 틀 1">
            <a:extLst>
              <a:ext uri="{FF2B5EF4-FFF2-40B4-BE49-F238E27FC236}">
                <a16:creationId xmlns:a16="http://schemas.microsoft.com/office/drawing/2014/main" id="{D2F9A361-982D-40D4-A506-928A791C05EF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/>
              <a:t>밀폐공간 작업 프로그램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71617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86158" y="861926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5.2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밀폐공간에의 출입금지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 시 아래의 기본 작업절차를 준수하고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관리감독자는 작업자들이 기본 작업절차를 숙지하여 시행하도록 교육한다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54CA0C2-7B82-4942-8688-1B45D35C6882}"/>
              </a:ext>
            </a:extLst>
          </p:cNvPr>
          <p:cNvGrpSpPr/>
          <p:nvPr/>
        </p:nvGrpSpPr>
        <p:grpSpPr>
          <a:xfrm>
            <a:off x="618762" y="1569708"/>
            <a:ext cx="4024707" cy="436786"/>
            <a:chOff x="954212" y="1872134"/>
            <a:chExt cx="4434631" cy="481274"/>
          </a:xfrm>
        </p:grpSpPr>
        <p:sp>
          <p:nvSpPr>
            <p:cNvPr id="53" name="모서리가 둥근 직사각형 10">
              <a:extLst>
                <a:ext uri="{FF2B5EF4-FFF2-40B4-BE49-F238E27FC236}">
                  <a16:creationId xmlns:a16="http://schemas.microsoft.com/office/drawing/2014/main" id="{F33446B6-521E-44F1-BE53-98873517D744}"/>
                </a:ext>
              </a:extLst>
            </p:cNvPr>
            <p:cNvSpPr/>
            <p:nvPr/>
          </p:nvSpPr>
          <p:spPr>
            <a:xfrm>
              <a:off x="954212" y="1915567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출입 사전조사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E91F745-17C2-48B6-986E-F7D7DD2087B6}"/>
                </a:ext>
              </a:extLst>
            </p:cNvPr>
            <p:cNvSpPr/>
            <p:nvPr/>
          </p:nvSpPr>
          <p:spPr>
            <a:xfrm>
              <a:off x="2475905" y="1872134"/>
              <a:ext cx="2912938" cy="4812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밀폐공간 해당여부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유해가스 존재 및 유입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발생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가능성 여부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BADA5EA-8E6B-41BC-A7B8-0941E0E0B77E}"/>
              </a:ext>
            </a:extLst>
          </p:cNvPr>
          <p:cNvGrpSpPr/>
          <p:nvPr/>
        </p:nvGrpSpPr>
        <p:grpSpPr>
          <a:xfrm>
            <a:off x="618762" y="2084562"/>
            <a:ext cx="4155411" cy="1156983"/>
            <a:chOff x="954212" y="2732439"/>
            <a:chExt cx="4578647" cy="1274825"/>
          </a:xfrm>
        </p:grpSpPr>
        <p:sp>
          <p:nvSpPr>
            <p:cNvPr id="60" name="모서리가 둥근 직사각형 14">
              <a:extLst>
                <a:ext uri="{FF2B5EF4-FFF2-40B4-BE49-F238E27FC236}">
                  <a16:creationId xmlns:a16="http://schemas.microsoft.com/office/drawing/2014/main" id="{96E0F25D-ED18-49B6-8DEF-E95DBD328F06}"/>
                </a:ext>
              </a:extLst>
            </p:cNvPr>
            <p:cNvSpPr/>
            <p:nvPr/>
          </p:nvSpPr>
          <p:spPr>
            <a:xfrm>
              <a:off x="954212" y="2792160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장비준비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/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점검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9145BA6-3A1C-4EA5-970E-724B92803E43}"/>
                </a:ext>
              </a:extLst>
            </p:cNvPr>
            <p:cNvSpPr/>
            <p:nvPr/>
          </p:nvSpPr>
          <p:spPr>
            <a:xfrm>
              <a:off x="2475905" y="2732439"/>
              <a:ext cx="3056954" cy="1274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측정기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: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복합가스농도 측정기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en-US" altLang="ko-KR" sz="900" kern="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O</a:t>
              </a:r>
              <a:r>
                <a:rPr lang="en-US" altLang="ko-KR" sz="900" kern="0" baseline="-250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2,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CO, H</a:t>
              </a:r>
              <a:r>
                <a:rPr lang="en-US" altLang="ko-KR" sz="900" kern="0" baseline="-250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2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S,</a:t>
              </a:r>
              <a:r>
                <a:rPr lang="en-US" altLang="ko-KR" sz="900" kern="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 L</a:t>
              </a:r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EL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              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이산화탄소 측정기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en-US" altLang="ko-KR" sz="900" kern="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CO</a:t>
              </a:r>
              <a:r>
                <a:rPr lang="en-US" altLang="ko-KR" sz="900" kern="0" baseline="-250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2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  <a:endParaRPr lang="ko-KR" altLang="en-US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환기팬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송기마스크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또는 공기호흡기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2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개 이상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무전기 또는 핸드폰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작업허가서 비상연락망 기록 必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작업공간 통제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라바콘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바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대피용 기구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사다리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삼각대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등 안전장구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38993B6-E98A-4649-8DB3-025264EE571B}"/>
              </a:ext>
            </a:extLst>
          </p:cNvPr>
          <p:cNvGrpSpPr/>
          <p:nvPr/>
        </p:nvGrpSpPr>
        <p:grpSpPr>
          <a:xfrm>
            <a:off x="618762" y="3263352"/>
            <a:ext cx="4321198" cy="1156983"/>
            <a:chOff x="954212" y="3607411"/>
            <a:chExt cx="4761321" cy="1274820"/>
          </a:xfrm>
        </p:grpSpPr>
        <p:sp>
          <p:nvSpPr>
            <p:cNvPr id="67" name="모서리가 둥근 직사각형 18">
              <a:extLst>
                <a:ext uri="{FF2B5EF4-FFF2-40B4-BE49-F238E27FC236}">
                  <a16:creationId xmlns:a16="http://schemas.microsoft.com/office/drawing/2014/main" id="{2A99F0DB-5B92-4092-BB1F-D4C657BFDD33}"/>
                </a:ext>
              </a:extLst>
            </p:cNvPr>
            <p:cNvSpPr/>
            <p:nvPr/>
          </p:nvSpPr>
          <p:spPr>
            <a:xfrm>
              <a:off x="954212" y="3668753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밀폐공간 작업허가서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5999B65C-4CF1-444E-839E-7398A542ED6F}"/>
                </a:ext>
              </a:extLst>
            </p:cNvPr>
            <p:cNvSpPr/>
            <p:nvPr/>
          </p:nvSpPr>
          <p:spPr>
            <a:xfrm>
              <a:off x="2475905" y="3607411"/>
              <a:ext cx="3239628" cy="12748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업체명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작업기간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작업내용 확인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출입자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출입시간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출입방법 등 결정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 전 안전조치 확인사항 확인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작업자에게 작업 전 허가서 내용 주지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가스농도 측정 시기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 개시 전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철수 후 재진입 시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 중 두통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호흡량 증가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메스꺼움 등 신체 변화 감지 등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  <a:endParaRPr lang="ko-KR" altLang="en-US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232EC4B-8CBF-431F-9277-DDBE8DBC987C}"/>
              </a:ext>
            </a:extLst>
          </p:cNvPr>
          <p:cNvGrpSpPr/>
          <p:nvPr/>
        </p:nvGrpSpPr>
        <p:grpSpPr>
          <a:xfrm>
            <a:off x="618762" y="4558793"/>
            <a:ext cx="4321193" cy="1517082"/>
            <a:chOff x="954212" y="4495085"/>
            <a:chExt cx="4761314" cy="1671602"/>
          </a:xfrm>
        </p:grpSpPr>
        <p:sp>
          <p:nvSpPr>
            <p:cNvPr id="70" name="모서리가 둥근 직사각형 21">
              <a:extLst>
                <a:ext uri="{FF2B5EF4-FFF2-40B4-BE49-F238E27FC236}">
                  <a16:creationId xmlns:a16="http://schemas.microsoft.com/office/drawing/2014/main" id="{1FEAFF32-40D2-43E2-9067-73AF398F2E62}"/>
                </a:ext>
              </a:extLst>
            </p:cNvPr>
            <p:cNvSpPr/>
            <p:nvPr/>
          </p:nvSpPr>
          <p:spPr>
            <a:xfrm>
              <a:off x="954212" y="4545346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출입 전 산소 및 유해가스 농도 측정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CA3FD03-44F8-46B8-81A9-34F58F80105A}"/>
                </a:ext>
              </a:extLst>
            </p:cNvPr>
            <p:cNvSpPr/>
            <p:nvPr/>
          </p:nvSpPr>
          <p:spPr>
            <a:xfrm>
              <a:off x="2475905" y="4495085"/>
              <a:ext cx="3239621" cy="16716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산소 및 유해가스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en-US" altLang="ko-KR" sz="900" kern="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O</a:t>
              </a:r>
              <a:r>
                <a:rPr lang="en-US" altLang="ko-KR" sz="900" kern="0" baseline="-250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2,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CO, </a:t>
              </a:r>
              <a:r>
                <a:rPr lang="en-US" altLang="ko-KR" sz="900" kern="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CO</a:t>
              </a:r>
              <a:r>
                <a:rPr lang="en-US" altLang="ko-KR" sz="900" kern="0" baseline="-250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2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H</a:t>
              </a:r>
              <a:r>
                <a:rPr lang="en-US" altLang="ko-KR" sz="900" kern="0" baseline="-250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2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S,</a:t>
              </a:r>
              <a:r>
                <a:rPr lang="en-US" altLang="ko-KR" sz="900" kern="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 LEL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농도측정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각 지점별 측정된 값 중 최고 농도 작업허가서에 기록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측정 지점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: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수직방향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높이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: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상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중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하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수평방향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작업자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                동선 또는 탱크 안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3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개소 이상 측정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측정방법 준수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1)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정화조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: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송기마스크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등 착용 상태에서 측정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2)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저장용 탱크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: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외부측정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수직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3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개소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),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송기마스크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등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  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착용 상태에서 측정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수평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3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개소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89F18F6-3BA2-453A-AAC6-59948A0EC984}"/>
              </a:ext>
            </a:extLst>
          </p:cNvPr>
          <p:cNvGrpSpPr/>
          <p:nvPr/>
        </p:nvGrpSpPr>
        <p:grpSpPr>
          <a:xfrm>
            <a:off x="5225102" y="6190518"/>
            <a:ext cx="4874406" cy="616836"/>
            <a:chOff x="6434320" y="2475775"/>
            <a:chExt cx="5370875" cy="679662"/>
          </a:xfrm>
        </p:grpSpPr>
        <p:sp>
          <p:nvSpPr>
            <p:cNvPr id="73" name="모서리가 둥근 직사각형 30">
              <a:extLst>
                <a:ext uri="{FF2B5EF4-FFF2-40B4-BE49-F238E27FC236}">
                  <a16:creationId xmlns:a16="http://schemas.microsoft.com/office/drawing/2014/main" id="{A93DC8ED-F785-466E-BA4C-613205C564D6}"/>
                </a:ext>
              </a:extLst>
            </p:cNvPr>
            <p:cNvSpPr/>
            <p:nvPr/>
          </p:nvSpPr>
          <p:spPr>
            <a:xfrm>
              <a:off x="6434320" y="2559734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감시모니터링 실시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8708F7C-2E78-4440-9492-894F6169CEAA}"/>
                </a:ext>
              </a:extLst>
            </p:cNvPr>
            <p:cNvSpPr/>
            <p:nvPr/>
          </p:nvSpPr>
          <p:spPr>
            <a:xfrm>
              <a:off x="7955475" y="2475775"/>
              <a:ext cx="3849720" cy="679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밀폐공간내 작업상황 상시 확인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(1~2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시간 간격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*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산소 및 유해가스 농도 상태 확인 및 작업허가서 기록 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작업자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감시인과 연락체계 확인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982EB2A7-61AA-479E-85AC-1B5E8130265C}"/>
              </a:ext>
            </a:extLst>
          </p:cNvPr>
          <p:cNvGrpSpPr/>
          <p:nvPr/>
        </p:nvGrpSpPr>
        <p:grpSpPr>
          <a:xfrm>
            <a:off x="5222988" y="5059909"/>
            <a:ext cx="4885731" cy="796885"/>
            <a:chOff x="6498828" y="5523617"/>
            <a:chExt cx="5383353" cy="878050"/>
          </a:xfrm>
        </p:grpSpPr>
        <p:sp>
          <p:nvSpPr>
            <p:cNvPr id="76" name="모서리가 둥근 직사각형 36">
              <a:extLst>
                <a:ext uri="{FF2B5EF4-FFF2-40B4-BE49-F238E27FC236}">
                  <a16:creationId xmlns:a16="http://schemas.microsoft.com/office/drawing/2014/main" id="{C8442604-785E-444B-B1CD-00D44C540325}"/>
                </a:ext>
              </a:extLst>
            </p:cNvPr>
            <p:cNvSpPr/>
            <p:nvPr/>
          </p:nvSpPr>
          <p:spPr>
            <a:xfrm>
              <a:off x="6498828" y="5580216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밀폐공간 출입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E998C16-2584-4FB5-B6DF-193360E3B20A}"/>
                </a:ext>
              </a:extLst>
            </p:cNvPr>
            <p:cNvSpPr/>
            <p:nvPr/>
          </p:nvSpPr>
          <p:spPr>
            <a:xfrm>
              <a:off x="8022312" y="5523617"/>
              <a:ext cx="3859869" cy="8780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출입인원 확인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*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작업허가서에 기록된 인원 외 출입금지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b="1" kern="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 중 복합가스 측정기 착용 또는 비치</a:t>
              </a:r>
              <a:r>
                <a:rPr lang="en-US" altLang="ko-KR" sz="900" b="1" kern="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b="1" kern="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알람 시 즉시 대피</a:t>
              </a:r>
              <a:r>
                <a:rPr lang="en-US" altLang="ko-KR" sz="900" b="1" kern="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endParaRPr lang="ko-KR" altLang="en-US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AB53604F-D7B1-4691-9A14-D6711FD38F6A}"/>
              </a:ext>
            </a:extLst>
          </p:cNvPr>
          <p:cNvGrpSpPr/>
          <p:nvPr/>
        </p:nvGrpSpPr>
        <p:grpSpPr>
          <a:xfrm>
            <a:off x="5222990" y="6789223"/>
            <a:ext cx="5373958" cy="436786"/>
            <a:chOff x="6498828" y="6228610"/>
            <a:chExt cx="5921306" cy="481274"/>
          </a:xfrm>
        </p:grpSpPr>
        <p:sp>
          <p:nvSpPr>
            <p:cNvPr id="79" name="모서리가 둥근 직사각형 39">
              <a:extLst>
                <a:ext uri="{FF2B5EF4-FFF2-40B4-BE49-F238E27FC236}">
                  <a16:creationId xmlns:a16="http://schemas.microsoft.com/office/drawing/2014/main" id="{615411A3-386D-46B8-95D1-EE6308623EDD}"/>
                </a:ext>
              </a:extLst>
            </p:cNvPr>
            <p:cNvSpPr/>
            <p:nvPr/>
          </p:nvSpPr>
          <p:spPr>
            <a:xfrm>
              <a:off x="6498828" y="6310459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문제발생 시 사후보고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7740FB6-1EF9-4B5B-ADA8-3CCB085855A9}"/>
                </a:ext>
              </a:extLst>
            </p:cNvPr>
            <p:cNvSpPr/>
            <p:nvPr/>
          </p:nvSpPr>
          <p:spPr>
            <a:xfrm>
              <a:off x="8037066" y="6228610"/>
              <a:ext cx="4383068" cy="4812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사고보고체계에 의거 상황전파 실시 및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송기마스크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등 안전장구 착용 후 구조활동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재해자 발생시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119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연락</a:t>
              </a:r>
            </a:p>
          </p:txBody>
        </p:sp>
      </p:grp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2F172DB1-CBE8-4116-AA9E-B315684BBE1F}"/>
              </a:ext>
            </a:extLst>
          </p:cNvPr>
          <p:cNvCxnSpPr>
            <a:cxnSpLocks/>
            <a:stCxn id="53" idx="2"/>
            <a:endCxn id="60" idx="0"/>
          </p:cNvCxnSpPr>
          <p:nvPr/>
        </p:nvCxnSpPr>
        <p:spPr>
          <a:xfrm>
            <a:off x="1306159" y="1946259"/>
            <a:ext cx="0" cy="192504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76E62EB1-4A3B-4090-AB95-7AFD19D8A352}"/>
              </a:ext>
            </a:extLst>
          </p:cNvPr>
          <p:cNvCxnSpPr>
            <a:cxnSpLocks/>
            <a:stCxn id="60" idx="2"/>
            <a:endCxn id="67" idx="0"/>
          </p:cNvCxnSpPr>
          <p:nvPr/>
        </p:nvCxnSpPr>
        <p:spPr>
          <a:xfrm>
            <a:off x="1306159" y="2475893"/>
            <a:ext cx="0" cy="84313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967E1D2-EEF2-4712-BDEE-45F9F190B3F3}"/>
              </a:ext>
            </a:extLst>
          </p:cNvPr>
          <p:cNvCxnSpPr>
            <a:cxnSpLocks/>
            <a:stCxn id="67" idx="2"/>
            <a:endCxn id="70" idx="0"/>
          </p:cNvCxnSpPr>
          <p:nvPr/>
        </p:nvCxnSpPr>
        <p:spPr>
          <a:xfrm>
            <a:off x="1306159" y="3656155"/>
            <a:ext cx="0" cy="948253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49">
            <a:extLst>
              <a:ext uri="{FF2B5EF4-FFF2-40B4-BE49-F238E27FC236}">
                <a16:creationId xmlns:a16="http://schemas.microsoft.com/office/drawing/2014/main" id="{03BBA3E3-1027-41DB-897D-F8F3F8985945}"/>
              </a:ext>
            </a:extLst>
          </p:cNvPr>
          <p:cNvCxnSpPr>
            <a:cxnSpLocks/>
            <a:stCxn id="70" idx="2"/>
            <a:endCxn id="100" idx="1"/>
          </p:cNvCxnSpPr>
          <p:nvPr/>
        </p:nvCxnSpPr>
        <p:spPr>
          <a:xfrm rot="5400000" flipH="1" flipV="1">
            <a:off x="1685985" y="1401803"/>
            <a:ext cx="3159908" cy="3919561"/>
          </a:xfrm>
          <a:prstGeom prst="bentConnector4">
            <a:avLst>
              <a:gd name="adj1" fmla="val -70684"/>
              <a:gd name="adj2" fmla="val 95368"/>
            </a:avLst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FE3D0A-17C8-4BCC-A285-A687193F4368}"/>
              </a:ext>
            </a:extLst>
          </p:cNvPr>
          <p:cNvGrpSpPr/>
          <p:nvPr/>
        </p:nvGrpSpPr>
        <p:grpSpPr>
          <a:xfrm>
            <a:off x="5222990" y="4492855"/>
            <a:ext cx="4861491" cy="616836"/>
            <a:chOff x="954212" y="5349931"/>
            <a:chExt cx="5356642" cy="679662"/>
          </a:xfrm>
        </p:grpSpPr>
        <p:sp>
          <p:nvSpPr>
            <p:cNvPr id="86" name="모서리가 둥근 직사각형 54">
              <a:extLst>
                <a:ext uri="{FF2B5EF4-FFF2-40B4-BE49-F238E27FC236}">
                  <a16:creationId xmlns:a16="http://schemas.microsoft.com/office/drawing/2014/main" id="{17FC0D23-E0E1-4722-A386-3CC98D55F462}"/>
                </a:ext>
              </a:extLst>
            </p:cNvPr>
            <p:cNvSpPr/>
            <p:nvPr/>
          </p:nvSpPr>
          <p:spPr>
            <a:xfrm>
              <a:off x="954212" y="5421939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작업허가 결재</a:t>
              </a: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E97BC03-BA0D-4EFC-83C2-AB37780D9A02}"/>
                </a:ext>
              </a:extLst>
            </p:cNvPr>
            <p:cNvSpPr/>
            <p:nvPr/>
          </p:nvSpPr>
          <p:spPr>
            <a:xfrm>
              <a:off x="2475906" y="5349931"/>
              <a:ext cx="3834948" cy="679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en-US" altLang="ko-KR" sz="900" b="1" kern="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Hold Point </a:t>
              </a:r>
              <a:r>
                <a:rPr lang="ko-KR" altLang="en-US" sz="900" b="1" kern="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공유 </a:t>
              </a:r>
              <a:r>
                <a:rPr lang="en-US" altLang="ko-KR" sz="900" b="1" kern="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b="1" kern="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조치 사진 必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en-US" altLang="ko-KR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atG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안전점검 실시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* 작업 승인 → 센터장 결재 必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3D3D1D41-A7BC-48B0-B070-87C9BB742DA5}"/>
              </a:ext>
            </a:extLst>
          </p:cNvPr>
          <p:cNvGrpSpPr/>
          <p:nvPr/>
        </p:nvGrpSpPr>
        <p:grpSpPr>
          <a:xfrm>
            <a:off x="5222991" y="3886263"/>
            <a:ext cx="4252351" cy="616836"/>
            <a:chOff x="6498828" y="2789959"/>
            <a:chExt cx="4685460" cy="679661"/>
          </a:xfrm>
        </p:grpSpPr>
        <p:sp>
          <p:nvSpPr>
            <p:cNvPr id="89" name="모서리가 둥근 직사각형 63">
              <a:extLst>
                <a:ext uri="{FF2B5EF4-FFF2-40B4-BE49-F238E27FC236}">
                  <a16:creationId xmlns:a16="http://schemas.microsoft.com/office/drawing/2014/main" id="{514C8473-9035-4336-BC9C-D4C190310AA4}"/>
                </a:ext>
              </a:extLst>
            </p:cNvPr>
            <p:cNvSpPr/>
            <p:nvPr/>
          </p:nvSpPr>
          <p:spPr>
            <a:xfrm>
              <a:off x="6498828" y="2834849"/>
              <a:ext cx="1514818" cy="4310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출입금지표지 등 게시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AC66C57B-E10F-41B4-9069-3B2F50AE8368}"/>
                </a:ext>
              </a:extLst>
            </p:cNvPr>
            <p:cNvSpPr/>
            <p:nvPr/>
          </p:nvSpPr>
          <p:spPr>
            <a:xfrm>
              <a:off x="8022311" y="2789959"/>
              <a:ext cx="3161977" cy="6796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밀폐공간 출입구 등 보기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쉬운장소에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게시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*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작업허가서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위험성평가표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등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작업장소 통제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라바콘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바 등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</p:txBody>
        </p:sp>
      </p:grp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402B6F58-1EED-4531-9C2F-4B880163E9BE}"/>
              </a:ext>
            </a:extLst>
          </p:cNvPr>
          <p:cNvCxnSpPr>
            <a:cxnSpLocks/>
            <a:stCxn id="89" idx="2"/>
            <a:endCxn id="86" idx="0"/>
          </p:cNvCxnSpPr>
          <p:nvPr/>
        </p:nvCxnSpPr>
        <p:spPr>
          <a:xfrm flipH="1">
            <a:off x="5910387" y="4318248"/>
            <a:ext cx="1" cy="239959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5E7CCDA3-E9DD-4037-97F2-91F41CF8A66A}"/>
              </a:ext>
            </a:extLst>
          </p:cNvPr>
          <p:cNvCxnSpPr>
            <a:cxnSpLocks/>
            <a:endCxn id="76" idx="0"/>
          </p:cNvCxnSpPr>
          <p:nvPr/>
        </p:nvCxnSpPr>
        <p:spPr>
          <a:xfrm flipH="1">
            <a:off x="5910385" y="4858370"/>
            <a:ext cx="2" cy="2529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BFE7BE7-5379-48DA-8025-631E4554FC27}"/>
              </a:ext>
            </a:extLst>
          </p:cNvPr>
          <p:cNvCxnSpPr>
            <a:cxnSpLocks/>
            <a:stCxn id="76" idx="2"/>
            <a:endCxn id="73" idx="0"/>
          </p:cNvCxnSpPr>
          <p:nvPr/>
        </p:nvCxnSpPr>
        <p:spPr>
          <a:xfrm>
            <a:off x="5910385" y="5448406"/>
            <a:ext cx="2114" cy="8183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EE515E6-8FEB-4F8E-B275-0F8C901A9C86}"/>
              </a:ext>
            </a:extLst>
          </p:cNvPr>
          <p:cNvCxnSpPr>
            <a:cxnSpLocks/>
            <a:stCxn id="73" idx="2"/>
            <a:endCxn id="79" idx="0"/>
          </p:cNvCxnSpPr>
          <p:nvPr/>
        </p:nvCxnSpPr>
        <p:spPr>
          <a:xfrm flipH="1">
            <a:off x="5910387" y="6603846"/>
            <a:ext cx="2112" cy="259666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4862D27-C1B6-4704-9E53-9BA60A7198CF}"/>
              </a:ext>
            </a:extLst>
          </p:cNvPr>
          <p:cNvGrpSpPr/>
          <p:nvPr/>
        </p:nvGrpSpPr>
        <p:grpSpPr>
          <a:xfrm>
            <a:off x="5225721" y="2338090"/>
            <a:ext cx="5152303" cy="796885"/>
            <a:chOff x="954212" y="4495085"/>
            <a:chExt cx="5677074" cy="878051"/>
          </a:xfrm>
        </p:grpSpPr>
        <p:sp>
          <p:nvSpPr>
            <p:cNvPr id="96" name="모서리가 둥근 직사각형 21">
              <a:extLst>
                <a:ext uri="{FF2B5EF4-FFF2-40B4-BE49-F238E27FC236}">
                  <a16:creationId xmlns:a16="http://schemas.microsoft.com/office/drawing/2014/main" id="{0C29A9E4-1D19-4C1B-B8A7-3A82F913C4E5}"/>
                </a:ext>
              </a:extLst>
            </p:cNvPr>
            <p:cNvSpPr/>
            <p:nvPr/>
          </p:nvSpPr>
          <p:spPr>
            <a:xfrm>
              <a:off x="954212" y="4545346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 전 산소 및 유해가스 농도 측정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30921DB1-3C80-4200-BC7F-5C551687C066}"/>
                </a:ext>
              </a:extLst>
            </p:cNvPr>
            <p:cNvSpPr/>
            <p:nvPr/>
          </p:nvSpPr>
          <p:spPr>
            <a:xfrm>
              <a:off x="2475906" y="4495085"/>
              <a:ext cx="4155380" cy="8780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환기 전 산소 및 유해가스 농도 측정과 동일하게 실시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환기 전 산소 및 유해가스 농도가 정상범위일 경우 생략 가능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측정 시 사용한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송기마스크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등은 비상 시를 구조를 대비하여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즉시 사용 가능한 상태로 밀폐공간 입구 인근에 보관</a:t>
              </a:r>
              <a:endParaRPr lang="ko-KR" altLang="en-US" sz="900" b="1" kern="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B9DCB4F-B157-43A8-8B99-4CD4199A0AA3}"/>
              </a:ext>
            </a:extLst>
          </p:cNvPr>
          <p:cNvCxnSpPr>
            <a:cxnSpLocks/>
            <a:stCxn id="96" idx="2"/>
            <a:endCxn id="105" idx="0"/>
          </p:cNvCxnSpPr>
          <p:nvPr/>
        </p:nvCxnSpPr>
        <p:spPr>
          <a:xfrm flipH="1">
            <a:off x="5911668" y="2720835"/>
            <a:ext cx="1450" cy="455335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48107C3C-5932-4BFF-AB55-213D46F16175}"/>
              </a:ext>
            </a:extLst>
          </p:cNvPr>
          <p:cNvGrpSpPr/>
          <p:nvPr/>
        </p:nvGrpSpPr>
        <p:grpSpPr>
          <a:xfrm>
            <a:off x="5225720" y="1559270"/>
            <a:ext cx="5305553" cy="796885"/>
            <a:chOff x="954212" y="5362664"/>
            <a:chExt cx="5845932" cy="878050"/>
          </a:xfrm>
        </p:grpSpPr>
        <p:sp>
          <p:nvSpPr>
            <p:cNvPr id="100" name="모서리가 둥근 직사각형 24">
              <a:extLst>
                <a:ext uri="{FF2B5EF4-FFF2-40B4-BE49-F238E27FC236}">
                  <a16:creationId xmlns:a16="http://schemas.microsoft.com/office/drawing/2014/main" id="{FDC38EA8-1FD2-42F4-BA07-AD2F5ED16066}"/>
                </a:ext>
              </a:extLst>
            </p:cNvPr>
            <p:cNvSpPr/>
            <p:nvPr/>
          </p:nvSpPr>
          <p:spPr>
            <a:xfrm>
              <a:off x="954212" y="5421939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환기실시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54976F3F-6D94-4ACB-9705-F24ADC562993}"/>
                </a:ext>
              </a:extLst>
            </p:cNvPr>
            <p:cNvSpPr/>
            <p:nvPr/>
          </p:nvSpPr>
          <p:spPr>
            <a:xfrm>
              <a:off x="2475907" y="5362664"/>
              <a:ext cx="4324237" cy="8780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작업장소에 따라 적합한 환기방법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환기량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적용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 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초기 밀폐공간 체적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10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배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 중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ACH 20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회 이상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작업 전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: 15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분 이상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급기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실시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저장용 탱크 시 자바라로 바닥에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급기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 중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: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작업종료 시까지 지속적으로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급기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급기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중단 시 즉시 작업중지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  <a:endParaRPr lang="ko-KR" altLang="en-US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CEA4D517-92B7-41B2-90C8-9063D3E234B0}"/>
              </a:ext>
            </a:extLst>
          </p:cNvPr>
          <p:cNvCxnSpPr>
            <a:cxnSpLocks/>
            <a:stCxn id="100" idx="2"/>
            <a:endCxn id="96" idx="0"/>
          </p:cNvCxnSpPr>
          <p:nvPr/>
        </p:nvCxnSpPr>
        <p:spPr>
          <a:xfrm>
            <a:off x="5913117" y="1950196"/>
            <a:ext cx="1" cy="433509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53794545-7620-4B7C-B13F-F58CBD9EBCE5}"/>
              </a:ext>
            </a:extLst>
          </p:cNvPr>
          <p:cNvSpPr txBox="1"/>
          <p:nvPr/>
        </p:nvSpPr>
        <p:spPr>
          <a:xfrm>
            <a:off x="9127120" y="1734775"/>
            <a:ext cx="17172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*ACH : </a:t>
            </a:r>
            <a:r>
              <a:rPr lang="ko-KR" altLang="en-US" sz="800" b="1" dirty="0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시간당 공기교환 횟수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C4E4352D-7804-4DF5-993D-73F1FE501699}"/>
              </a:ext>
            </a:extLst>
          </p:cNvPr>
          <p:cNvGrpSpPr/>
          <p:nvPr/>
        </p:nvGrpSpPr>
        <p:grpSpPr>
          <a:xfrm>
            <a:off x="5224271" y="3130178"/>
            <a:ext cx="4875238" cy="796885"/>
            <a:chOff x="1422512" y="6002301"/>
            <a:chExt cx="5371790" cy="878047"/>
          </a:xfrm>
        </p:grpSpPr>
        <p:sp>
          <p:nvSpPr>
            <p:cNvPr id="105" name="모서리가 둥근 직사각형 27">
              <a:extLst>
                <a:ext uri="{FF2B5EF4-FFF2-40B4-BE49-F238E27FC236}">
                  <a16:creationId xmlns:a16="http://schemas.microsoft.com/office/drawing/2014/main" id="{963D2599-869B-44EC-9C5E-60DB495D7637}"/>
                </a:ext>
              </a:extLst>
            </p:cNvPr>
            <p:cNvSpPr/>
            <p:nvPr/>
          </p:nvSpPr>
          <p:spPr>
            <a:xfrm>
              <a:off x="1422512" y="6052977"/>
              <a:ext cx="1514819" cy="3714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672" rIns="32672"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감시인 배치</a:t>
              </a: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32B37A13-77BD-43CE-B49B-F75B7BEB44A9}"/>
                </a:ext>
              </a:extLst>
            </p:cNvPr>
            <p:cNvSpPr/>
            <p:nvPr/>
          </p:nvSpPr>
          <p:spPr>
            <a:xfrm>
              <a:off x="2959339" y="6002301"/>
              <a:ext cx="3834963" cy="878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밀폐공간 외부에 감시인 배치 및 작업관리</a:t>
              </a:r>
              <a:endParaRPr lang="en-US" altLang="ko-KR" sz="9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통신수단 구비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무전기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핸드폰 등 작업자와 감시인 연락 장비 비치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비상 연락체제 구축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(S&amp;I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담당자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상황실 연락처 기재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</a:p>
            <a:p>
              <a:pPr algn="just" latinLnBrk="1">
                <a:lnSpc>
                  <a:spcPct val="130000"/>
                </a:lnSpc>
              </a:pP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-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대피용 기구 등 구비 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: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송기마스크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사다리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섬유로프</a:t>
              </a:r>
              <a:r>
                <a:rPr lang="en-US" altLang="ko-KR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, </a:t>
              </a:r>
              <a:r>
                <a:rPr lang="ko-KR" altLang="en-US" sz="900" kern="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체인블럭</a:t>
              </a:r>
              <a:r>
                <a:rPr lang="ko-KR" altLang="en-US" sz="900" kern="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등</a:t>
              </a:r>
            </a:p>
          </p:txBody>
        </p:sp>
      </p:grpSp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2D7C1F4D-35E4-4EC1-B65D-0A1034465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957083"/>
              </p:ext>
            </p:extLst>
          </p:nvPr>
        </p:nvGraphicFramePr>
        <p:xfrm>
          <a:off x="1540510" y="6376185"/>
          <a:ext cx="3399445" cy="504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9889">
                  <a:extLst>
                    <a:ext uri="{9D8B030D-6E8A-4147-A177-3AD203B41FA5}">
                      <a16:colId xmlns:a16="http://schemas.microsoft.com/office/drawing/2014/main" val="4182056613"/>
                    </a:ext>
                  </a:extLst>
                </a:gridCol>
                <a:gridCol w="679889">
                  <a:extLst>
                    <a:ext uri="{9D8B030D-6E8A-4147-A177-3AD203B41FA5}">
                      <a16:colId xmlns:a16="http://schemas.microsoft.com/office/drawing/2014/main" val="2888197529"/>
                    </a:ext>
                  </a:extLst>
                </a:gridCol>
                <a:gridCol w="679889">
                  <a:extLst>
                    <a:ext uri="{9D8B030D-6E8A-4147-A177-3AD203B41FA5}">
                      <a16:colId xmlns:a16="http://schemas.microsoft.com/office/drawing/2014/main" val="3674409035"/>
                    </a:ext>
                  </a:extLst>
                </a:gridCol>
                <a:gridCol w="679889">
                  <a:extLst>
                    <a:ext uri="{9D8B030D-6E8A-4147-A177-3AD203B41FA5}">
                      <a16:colId xmlns:a16="http://schemas.microsoft.com/office/drawing/2014/main" val="998122376"/>
                    </a:ext>
                  </a:extLst>
                </a:gridCol>
                <a:gridCol w="679889">
                  <a:extLst>
                    <a:ext uri="{9D8B030D-6E8A-4147-A177-3AD203B41FA5}">
                      <a16:colId xmlns:a16="http://schemas.microsoft.com/office/drawing/2014/main" val="3895817397"/>
                    </a:ext>
                  </a:extLst>
                </a:gridCol>
              </a:tblGrid>
              <a:tr h="25220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O</a:t>
                      </a:r>
                      <a:r>
                        <a:rPr lang="en-US" altLang="ko-KR" sz="800" b="1" kern="0" baseline="-2500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이산화탄소</a:t>
                      </a:r>
                      <a:endParaRPr lang="en-US" altLang="ko-KR" sz="800" b="1" kern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CO</a:t>
                      </a:r>
                      <a:r>
                        <a:rPr lang="en-US" altLang="ko-KR" sz="800" b="1" kern="0" baseline="-2500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endParaRPr lang="ko-KR" altLang="en-US" sz="8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일산화탄소</a:t>
                      </a:r>
                      <a:endParaRPr lang="en-US" altLang="ko-KR" sz="800" b="1" kern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CO</a:t>
                      </a:r>
                      <a:endParaRPr lang="ko-KR" altLang="en-US" sz="8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황화수소</a:t>
                      </a:r>
                      <a:endParaRPr lang="en-US" altLang="ko-KR" sz="8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H</a:t>
                      </a:r>
                      <a:r>
                        <a:rPr lang="en-US" altLang="ko-KR" sz="800" b="1" kern="0" baseline="-2500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S</a:t>
                      </a:r>
                      <a:endParaRPr lang="ko-KR" altLang="en-US" sz="8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가연성가스</a:t>
                      </a:r>
                      <a:endParaRPr lang="en-US" altLang="ko-KR" sz="8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EX(</a:t>
                      </a:r>
                      <a:r>
                        <a:rPr lang="ko-KR" altLang="en-US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메탄</a:t>
                      </a:r>
                      <a:r>
                        <a:rPr lang="en-US" altLang="ko-KR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등</a:t>
                      </a:r>
                      <a:r>
                        <a:rPr lang="en-US" altLang="ko-KR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4873"/>
                  </a:ext>
                </a:extLst>
              </a:tr>
              <a:tr h="25220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18~23.5%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1.5%</a:t>
                      </a:r>
                      <a:r>
                        <a:rPr lang="en-US" altLang="ko-KR" sz="80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  <a:endParaRPr lang="en-US" altLang="ko-KR" sz="8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(15,000ppm)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30ppm </a:t>
                      </a:r>
                      <a:r>
                        <a:rPr lang="ko-KR" altLang="en-US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10ppm </a:t>
                      </a:r>
                      <a:r>
                        <a:rPr lang="ko-KR" altLang="en-US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10% </a:t>
                      </a:r>
                      <a:r>
                        <a:rPr lang="ko-KR" altLang="en-US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689444"/>
                  </a:ext>
                </a:extLst>
              </a:tr>
            </a:tbl>
          </a:graphicData>
        </a:graphic>
      </p:graphicFrame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10DE5E3-9644-43D3-A231-B8965448F376}"/>
              </a:ext>
            </a:extLst>
          </p:cNvPr>
          <p:cNvSpPr/>
          <p:nvPr/>
        </p:nvSpPr>
        <p:spPr>
          <a:xfrm>
            <a:off x="1450795" y="6103595"/>
            <a:ext cx="2940161" cy="256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30000"/>
              </a:lnSpc>
            </a:pP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※ </a:t>
            </a:r>
            <a:r>
              <a:rPr lang="ko-KR" altLang="en-US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작업가능 산소 및 유해가스</a:t>
            </a: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(H</a:t>
            </a:r>
            <a:r>
              <a:rPr lang="en-US" altLang="ko-KR" sz="900" b="1" kern="0" baseline="-25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S, CO</a:t>
            </a:r>
            <a:r>
              <a:rPr lang="en-US" altLang="ko-KR" sz="900" b="1" kern="0" baseline="-25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CO, LEL</a:t>
            </a:r>
            <a:r>
              <a:rPr lang="ko-KR" altLang="en-US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등</a:t>
            </a: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 </a:t>
            </a:r>
            <a:r>
              <a:rPr lang="ko-KR" altLang="en-US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농도</a:t>
            </a: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37C90B63-DD7F-4ABA-A163-2DF4CC41F1FA}"/>
              </a:ext>
            </a:extLst>
          </p:cNvPr>
          <p:cNvCxnSpPr>
            <a:cxnSpLocks/>
            <a:stCxn id="105" idx="2"/>
            <a:endCxn id="89" idx="0"/>
          </p:cNvCxnSpPr>
          <p:nvPr/>
        </p:nvCxnSpPr>
        <p:spPr>
          <a:xfrm flipH="1">
            <a:off x="5910388" y="3513301"/>
            <a:ext cx="1280" cy="41370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3EB7928A-9D85-4249-A21B-4B900B9AF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13256"/>
              </p:ext>
            </p:extLst>
          </p:nvPr>
        </p:nvGraphicFramePr>
        <p:xfrm>
          <a:off x="6793929" y="5809070"/>
          <a:ext cx="3312831" cy="343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1601">
                  <a:extLst>
                    <a:ext uri="{9D8B030D-6E8A-4147-A177-3AD203B41FA5}">
                      <a16:colId xmlns:a16="http://schemas.microsoft.com/office/drawing/2014/main" val="4182056613"/>
                    </a:ext>
                  </a:extLst>
                </a:gridCol>
                <a:gridCol w="759033">
                  <a:extLst>
                    <a:ext uri="{9D8B030D-6E8A-4147-A177-3AD203B41FA5}">
                      <a16:colId xmlns:a16="http://schemas.microsoft.com/office/drawing/2014/main" val="3674409035"/>
                    </a:ext>
                  </a:extLst>
                </a:gridCol>
                <a:gridCol w="677416">
                  <a:extLst>
                    <a:ext uri="{9D8B030D-6E8A-4147-A177-3AD203B41FA5}">
                      <a16:colId xmlns:a16="http://schemas.microsoft.com/office/drawing/2014/main" val="998122376"/>
                    </a:ext>
                  </a:extLst>
                </a:gridCol>
                <a:gridCol w="684781">
                  <a:extLst>
                    <a:ext uri="{9D8B030D-6E8A-4147-A177-3AD203B41FA5}">
                      <a16:colId xmlns:a16="http://schemas.microsoft.com/office/drawing/2014/main" val="3895817397"/>
                    </a:ext>
                  </a:extLst>
                </a:gridCol>
              </a:tblGrid>
              <a:tr h="1734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 </a:t>
                      </a: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O</a:t>
                      </a:r>
                      <a:r>
                        <a:rPr lang="en-US" altLang="ko-KR" sz="800" b="1" kern="0" baseline="-2500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일산화탄소 </a:t>
                      </a: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CO</a:t>
                      </a:r>
                      <a:endParaRPr lang="ko-KR" altLang="en-US" sz="8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황화수소 </a:t>
                      </a: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H</a:t>
                      </a:r>
                      <a:r>
                        <a:rPr lang="en-US" altLang="ko-KR" sz="800" b="1" kern="0" baseline="-2500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r>
                        <a:rPr lang="en-US" altLang="ko-KR" sz="800" b="1" kern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S</a:t>
                      </a:r>
                      <a:endParaRPr lang="ko-KR" altLang="en-US" sz="8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가연성가스 </a:t>
                      </a:r>
                      <a:r>
                        <a:rPr lang="en-US" altLang="ko-KR" sz="8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4873"/>
                  </a:ext>
                </a:extLst>
              </a:tr>
              <a:tr h="17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19.5% </a:t>
                      </a:r>
                      <a:r>
                        <a:rPr lang="ko-KR" altLang="en-US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22.5% </a:t>
                      </a:r>
                      <a:r>
                        <a:rPr lang="ko-KR" altLang="en-US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이상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10ppm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5ppm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5%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689444"/>
                  </a:ext>
                </a:extLst>
              </a:tr>
            </a:tbl>
          </a:graphicData>
        </a:graphic>
      </p:graphicFrame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362B698-5618-400F-8DE6-F0D88E57B0D6}"/>
              </a:ext>
            </a:extLst>
          </p:cNvPr>
          <p:cNvSpPr/>
          <p:nvPr/>
        </p:nvSpPr>
        <p:spPr>
          <a:xfrm>
            <a:off x="6546567" y="5578450"/>
            <a:ext cx="3660673" cy="256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30000"/>
              </a:lnSpc>
            </a:pP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※ </a:t>
            </a:r>
            <a:r>
              <a:rPr lang="ko-KR" altLang="en-US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측정기 알람 설정 산소 및 유해가스</a:t>
            </a: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(H</a:t>
            </a:r>
            <a:r>
              <a:rPr lang="en-US" altLang="ko-KR" sz="900" b="1" kern="0" baseline="-25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S, CO</a:t>
            </a:r>
            <a:r>
              <a:rPr lang="en-US" altLang="ko-KR" sz="900" b="1" kern="0" baseline="-25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CO, LEL</a:t>
            </a:r>
            <a:r>
              <a:rPr lang="ko-KR" altLang="en-US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등</a:t>
            </a:r>
            <a:r>
              <a:rPr lang="en-US" altLang="ko-KR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 </a:t>
            </a:r>
            <a:r>
              <a:rPr lang="ko-KR" altLang="en-US" sz="900" b="1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농도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700FB716-CF8B-4126-890C-41C8BD3801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AEBDA8E-241B-4087-9E8E-7DE5572ED2A0}"/>
              </a:ext>
            </a:extLst>
          </p:cNvPr>
          <p:cNvSpPr txBox="1"/>
          <p:nvPr/>
        </p:nvSpPr>
        <p:spPr>
          <a:xfrm>
            <a:off x="1141184" y="129424"/>
            <a:ext cx="219932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작업허가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EF4EAE-B74F-4DC6-AF31-3E32050AFDFF}"/>
              </a:ext>
            </a:extLst>
          </p:cNvPr>
          <p:cNvSpPr txBox="1"/>
          <p:nvPr/>
        </p:nvSpPr>
        <p:spPr>
          <a:xfrm>
            <a:off x="297322" y="129424"/>
            <a:ext cx="3959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05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65" name="그래픽 64">
            <a:extLst>
              <a:ext uri="{FF2B5EF4-FFF2-40B4-BE49-F238E27FC236}">
                <a16:creationId xmlns:a16="http://schemas.microsoft.com/office/drawing/2014/main" id="{EC99AEFE-161D-4625-B5F2-0A2B064923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69C8A8D-DCAE-4E63-9210-ECE4E2661C6E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내용 개체 틀 1">
            <a:extLst>
              <a:ext uri="{FF2B5EF4-FFF2-40B4-BE49-F238E27FC236}">
                <a16:creationId xmlns:a16="http://schemas.microsoft.com/office/drawing/2014/main" id="{39BE8FC2-65D4-4CF2-9D29-DC34E5FFDFC4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/>
              <a:t>밀폐공간 작업 프로그램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71886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>
          <a:xfrm>
            <a:off x="743072" y="1001586"/>
            <a:ext cx="989621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 계획서 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↓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더블클릭 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: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다운로드 가능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D273FB-92B8-44C5-8FDB-B62C09166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820" y="1847972"/>
            <a:ext cx="3772246" cy="52675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0A00FFC-2CB7-407B-B00D-C043A8579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07" y="1847972"/>
            <a:ext cx="3570386" cy="5267551"/>
          </a:xfrm>
          <a:prstGeom prst="rect">
            <a:avLst/>
          </a:prstGeom>
        </p:spPr>
      </p:pic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3E14A752-C691-4B37-89D1-62F73A9FAE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357682"/>
              </p:ext>
            </p:extLst>
          </p:nvPr>
        </p:nvGraphicFramePr>
        <p:xfrm>
          <a:off x="950321" y="201405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400" imgH="771525" progId="Excel.Sheet.12">
                  <p:embed/>
                </p:oleObj>
              </mc:Choice>
              <mc:Fallback>
                <p:oleObj name="Worksheet" showAsIcon="1" r:id="rId4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0321" y="201405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66FBF33-1880-481A-96C2-3EC1CC4A870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9466B6-7989-4180-AB3C-53A0C5085795}"/>
              </a:ext>
            </a:extLst>
          </p:cNvPr>
          <p:cNvSpPr txBox="1"/>
          <p:nvPr/>
        </p:nvSpPr>
        <p:spPr>
          <a:xfrm>
            <a:off x="1141184" y="129424"/>
            <a:ext cx="219932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작업허가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D9B1F-0FDF-40C3-BF1D-7CFE288B0779}"/>
              </a:ext>
            </a:extLst>
          </p:cNvPr>
          <p:cNvSpPr txBox="1"/>
          <p:nvPr/>
        </p:nvSpPr>
        <p:spPr>
          <a:xfrm>
            <a:off x="297322" y="129424"/>
            <a:ext cx="3959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05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9BAFA008-155E-4DF6-8D3C-23AFF6F5B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0BB2084-9BEA-47BE-9A61-44B0CA0A41BF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내용 개체 틀 1">
            <a:extLst>
              <a:ext uri="{FF2B5EF4-FFF2-40B4-BE49-F238E27FC236}">
                <a16:creationId xmlns:a16="http://schemas.microsoft.com/office/drawing/2014/main" id="{06E75BE7-0C40-41A7-AD59-C40DF325E7CA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/>
              <a:t>밀폐공간 작업 프로그램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47544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6.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6158" y="1260150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6.1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출입 전 확인사항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95198"/>
              </p:ext>
            </p:extLst>
          </p:nvPr>
        </p:nvGraphicFramePr>
        <p:xfrm>
          <a:off x="1026220" y="1642356"/>
          <a:ext cx="8208912" cy="2416620"/>
        </p:xfrm>
        <a:graphic>
          <a:graphicData uri="http://schemas.openxmlformats.org/drawingml/2006/table">
            <a:tbl>
              <a:tblPr/>
              <a:tblGrid>
                <a:gridCol w="463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4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3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확 인 사 항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확인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√표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비 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①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작업허가서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엣지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에 기재된 내용을 충족하고 있는가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② 밀폐공간 출입자가 안전한 작업방법 등에 대한 사전교육을 받았는가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③ </a:t>
                      </a:r>
                      <a:r>
                        <a:rPr lang="ko-KR" altLang="en-US" sz="1000" kern="0" spc="-12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감시인에게 각 단계의 안전을 확인하게 하며 작업수행 중 상주토록 조치하였는가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19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④ </a:t>
                      </a:r>
                      <a:r>
                        <a:rPr lang="ko-KR" altLang="en-US" sz="1000" kern="0" spc="-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입구의 크기가 </a:t>
                      </a:r>
                      <a:r>
                        <a:rPr lang="ko-KR" altLang="en-US" sz="1000" kern="0" spc="-3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응급상황시</a:t>
                      </a:r>
                      <a:r>
                        <a:rPr lang="ko-KR" altLang="en-US" sz="1000" kern="0" spc="-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쉽게 접근하고 빠져올 수 있는 충분한 크기인가</a:t>
                      </a:r>
                      <a:r>
                        <a:rPr lang="en-US" altLang="ko-KR" sz="1000" kern="0" spc="-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⑤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밀폐공간내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유해가스 존재 여부 대한 사전 측정을 실시하였는가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⑥ 화재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․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폭발의 우려가 있는 장소인가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방폭형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구조장비는 준비되었는가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⑦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보호구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응급구조체계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구조장비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연락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․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통신장비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경보설비 정상여부를 점검하였는가</a:t>
                      </a:r>
                      <a:r>
                        <a:rPr lang="en-US" altLang="ko-KR" sz="1000" kern="0" spc="-13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⑧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작업중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유해가스의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계속발생으로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가스농도의 연속측정이 필요한 작업인가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?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486158" y="4451826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6.2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작업방법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38188" y="4714354"/>
            <a:ext cx="9217024" cy="2469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1)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출입자는 개인 휴대용 측정기구를 휴대하여 작업 중 산소 및 유해가스 농도에 대하여 수시로 측정한다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2)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내에서 양수기 등의 내연기관 사용 또는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슬러지제거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콘크리트 양생작업과 같이 작업을 하는 과정에서 유해가스가 계속 발생할 </a:t>
            </a:r>
            <a:b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가능성이 있을 경우에는 산소농도 및 유해가스 농도를 연속 측정한다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3)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출입자는 휴대용 측정기구가 경보를 울리면 즉시 밀폐공간을 떠난다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4)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경보음이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울릴 때 출입자가 작업현장에서 떠나는 것을 감시인은 필히 확인한다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5)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작업현장 상황이 구조활동을 요구할 정도로 심각할 때 출입자는 반드시 감시인으로 하여금 즉시 비상구조 요청을 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6)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재해자 발생시 구조를 위해 호흡용 보호구 착용 등 안전조치 없이 절대로 밀폐공간에 들어가지 않는다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3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7)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출입자는 다음사항을 꼭 실천한다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30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가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출입자는 작업 전 유해가스 존재여부를 확인하는 등 안전작업 수칙 준수</a:t>
            </a:r>
          </a:p>
          <a:p>
            <a:pPr latinLnBrk="1">
              <a:spcBef>
                <a:spcPts val="30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나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유해가스가 존재 가능한 장소에서는 수시 측정 및 적정한 공기가 유지되도록 환기조치하고 비상시를 대비하여 응급구조설비를 비치</a:t>
            </a:r>
          </a:p>
          <a:p>
            <a:pPr latinLnBrk="1">
              <a:spcBef>
                <a:spcPts val="30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)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공기공급식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호흡용보호구를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착용하고 안전작업수칙에 따라 작업수행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34B2589-0D6F-4340-BEA1-88D8722265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5C5FFB-5D8A-4B3A-B1E3-172311B75C83}"/>
              </a:ext>
            </a:extLst>
          </p:cNvPr>
          <p:cNvSpPr txBox="1"/>
          <p:nvPr/>
        </p:nvSpPr>
        <p:spPr>
          <a:xfrm>
            <a:off x="1141184" y="129424"/>
            <a:ext cx="166712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A03A0-F31D-4128-9ADD-BDE149959A13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06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7" name="그래픽 16">
            <a:extLst>
              <a:ext uri="{FF2B5EF4-FFF2-40B4-BE49-F238E27FC236}">
                <a16:creationId xmlns:a16="http://schemas.microsoft.com/office/drawing/2014/main" id="{9B7F4EC5-ED3C-4F77-9A79-27DA04FA23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B9A8FFC-DC86-4FDC-B3F1-4B81DD118890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1">
            <a:extLst>
              <a:ext uri="{FF2B5EF4-FFF2-40B4-BE49-F238E27FC236}">
                <a16:creationId xmlns:a16="http://schemas.microsoft.com/office/drawing/2014/main" id="{10BE2075-3C5A-4778-B9D8-5FFD9DE8BD3E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68234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7.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 측정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6158" y="1260150"/>
            <a:ext cx="9613069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7.1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농도의 판정기준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: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농도의 측정 후 판정기준은 각각의 측정위치에서 측정된 최고농도를 적용한다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477357"/>
              </p:ext>
            </p:extLst>
          </p:nvPr>
        </p:nvGraphicFramePr>
        <p:xfrm>
          <a:off x="1098228" y="1906042"/>
          <a:ext cx="4610608" cy="1496952"/>
        </p:xfrm>
        <a:graphic>
          <a:graphicData uri="http://schemas.openxmlformats.org/drawingml/2006/table">
            <a:tbl>
              <a:tblPr/>
              <a:tblGrid>
                <a:gridCol w="230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3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측정가스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안전 </a:t>
                      </a: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작업기준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농도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O</a:t>
                      </a:r>
                      <a:r>
                        <a:rPr lang="en-US" sz="1000" kern="0" spc="0" baseline="-250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18% ~ 23.5%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이산화탄소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CO</a:t>
                      </a:r>
                      <a:r>
                        <a:rPr lang="en-US" sz="1000" kern="0" spc="0" baseline="-250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1.5%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일산화탄소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(CO)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30ppm</a:t>
                      </a:r>
                      <a:r>
                        <a:rPr lang="en-US" altLang="ko-KR" sz="1000" kern="0" spc="0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kern="0" spc="0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86581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황화수소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H</a:t>
                      </a:r>
                      <a:r>
                        <a:rPr lang="en-US" sz="1000" kern="0" spc="0" baseline="-250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S)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10ppm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가연성가스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메탄 등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LEL)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10%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미만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081014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486158" y="3526222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7.2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유해가스의 정확한 농도측정을 위한 필수조건 및 장비목록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954212" y="3958270"/>
            <a:ext cx="53467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○ 필수 조건 </a:t>
            </a:r>
            <a:endParaRPr lang="en-US" altLang="ko-KR" sz="12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-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내 산소 및 유해가스 특성에 맞는 적절한 측정기 선택하여 구비한다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-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측정기는 유지보수관리를 통하여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정밀도를 유지한다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-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측정기기의 사용 및 취급방법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유지 및 보수방법을 충분히 습득한다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-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측정 전에 기준농도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경보설정농도를 정확하게 교정하여 측정기를 사용한다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54212" y="5425725"/>
            <a:ext cx="53467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○ 장비 목록</a:t>
            </a:r>
            <a:endParaRPr lang="en-US" altLang="ko-KR" sz="12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769520"/>
              </p:ext>
            </p:extLst>
          </p:nvPr>
        </p:nvGraphicFramePr>
        <p:xfrm>
          <a:off x="690799" y="5838940"/>
          <a:ext cx="9228409" cy="1008000"/>
        </p:xfrm>
        <a:graphic>
          <a:graphicData uri="http://schemas.openxmlformats.org/drawingml/2006/table">
            <a:tbl>
              <a:tblPr/>
              <a:tblGrid>
                <a:gridCol w="1233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6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252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장비명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수량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모델명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측정가스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구입년월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최근교정일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교정</a:t>
                      </a:r>
                      <a:r>
                        <a:rPr lang="ko-KR" altLang="en-US" sz="1000" b="1" kern="0" spc="0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주기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교정기관명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매뉴얼 보유여부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비 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산소농도</a:t>
                      </a:r>
                      <a:r>
                        <a:rPr lang="ko-KR" altLang="en-US" sz="1000" kern="0" spc="0" baseline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측정기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Finch-Com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 소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2010.7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2012.7.10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년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미보유</a:t>
                      </a: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 rot="20412881" flipH="1">
            <a:off x="4499575" y="6395153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92D5B10-9058-4732-BE2E-2FEF21F522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B97FA4-1CD2-4FC3-A9DB-0721DABFEDAF}"/>
              </a:ext>
            </a:extLst>
          </p:cNvPr>
          <p:cNvSpPr txBox="1"/>
          <p:nvPr/>
        </p:nvSpPr>
        <p:spPr>
          <a:xfrm>
            <a:off x="1141184" y="129424"/>
            <a:ext cx="32092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 측정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BED708-72CB-49F1-9DDC-5CA0248283A2}"/>
              </a:ext>
            </a:extLst>
          </p:cNvPr>
          <p:cNvSpPr txBox="1"/>
          <p:nvPr/>
        </p:nvSpPr>
        <p:spPr>
          <a:xfrm>
            <a:off x="305337" y="129424"/>
            <a:ext cx="3799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07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356A858B-5B5D-453B-BFD4-D5A43FBB19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1AEC758-34DB-4827-95BA-E6C5ABD74C7F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내용 개체 틀 1">
            <a:extLst>
              <a:ext uri="{FF2B5EF4-FFF2-40B4-BE49-F238E27FC236}">
                <a16:creationId xmlns:a16="http://schemas.microsoft.com/office/drawing/2014/main" id="{09865638-780D-4AFA-A6E8-802B7B8B17E2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842614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_x207775792" descr="EMB0000116cb9e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893" y="854576"/>
            <a:ext cx="3308154" cy="324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486158" y="1201348"/>
            <a:ext cx="9613069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7.3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농도를 반드시 측정해야 하는 경우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1)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당일의 작업을 개시하기 전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2)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교대제로 작업을 행할 경우 작업 당일 최초 교대가 행해져서 작업이 시작되기 전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3)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작업에 종사하는 전체 근로자가 작업을 하고 있던 장소를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떠낫다가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돌아와 다시 작업을 개시하기 전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4)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근로자의 건강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환기장치 등에 이상이 있을 때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5)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작업을 하는 과정에서 유해가스가 발생할 가능성이 있을 경우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연속측정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6)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작업자 또는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추진팀에서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측정이 필요하다고 인정되는 경우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86158" y="38098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7.4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 측정 방법 및 유의사항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591434"/>
              </p:ext>
            </p:extLst>
          </p:nvPr>
        </p:nvGraphicFramePr>
        <p:xfrm>
          <a:off x="846200" y="4264558"/>
          <a:ext cx="8820980" cy="2286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1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측정지점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작업장소에</a:t>
                      </a:r>
                      <a:r>
                        <a:rPr lang="ko-KR" altLang="en-US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대해서 수직방향 및 수평방향으로 각각 </a:t>
                      </a:r>
                      <a:r>
                        <a:rPr lang="en-US" altLang="ko-KR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  <a:r>
                        <a:rPr lang="ko-KR" altLang="en-US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개소 이상</a:t>
                      </a:r>
                      <a:endParaRPr lang="en-US" altLang="ko-KR" sz="1200" b="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작업에 따라 근로자가 출입하는 장소로서 </a:t>
                      </a:r>
                      <a:r>
                        <a:rPr lang="ko-KR" altLang="en-US" sz="1200" b="0" baseline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작업시</a:t>
                      </a:r>
                      <a:r>
                        <a:rPr lang="ko-KR" altLang="en-US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근로자의 호흡위치를 중심</a:t>
                      </a:r>
                      <a:endParaRPr lang="ko-KR" altLang="en-US" sz="12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측정방법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휴대용 측정기 또는 검지관을 이용하여 산소 및 유해가스 농도를 측정한다</a:t>
                      </a:r>
                      <a:endParaRPr lang="en-US" altLang="ko-KR" sz="12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탱크 등 깊은 장소의 농도를 측정 시에는</a:t>
                      </a:r>
                      <a:r>
                        <a:rPr lang="ko-KR" altLang="en-US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고무호스 등을 이용하여 측정</a:t>
                      </a:r>
                      <a:endParaRPr lang="en-US" altLang="ko-KR" sz="1200" b="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 및 유해가스 농도 측정 시에는 면적</a:t>
                      </a:r>
                      <a:r>
                        <a:rPr lang="en-US" altLang="ko-KR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깊이를 고려하여 밀폐공간 내부를 골고루 측정한다</a:t>
                      </a:r>
                      <a:endParaRPr lang="en-US" altLang="ko-KR" sz="1200" b="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공기 채취 시에는 채기관의 내부용적 이상의 피검공기로 완전히 치환 후 측정한다</a:t>
                      </a:r>
                      <a:r>
                        <a:rPr lang="en-US" altLang="ko-KR" sz="1200" b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2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유의사항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측정자는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측정방법을 충분하게 숙지</a:t>
                      </a:r>
                      <a:endParaRPr lang="en-US" altLang="ko-KR" sz="12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밀폐공간 외부에서 측정하는 것을 원칙으로 하되 </a:t>
                      </a: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측정자는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안전에 유의</a:t>
                      </a:r>
                      <a:endParaRPr lang="en-US" altLang="ko-KR" sz="12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긴급사태에 대비 측정자의 보조자를 배치토록 하고 보조자도 </a:t>
                      </a: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구명셋을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완비</a:t>
                      </a:r>
                      <a:endParaRPr lang="en-US" altLang="ko-KR" sz="12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밀폐공간내에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들어가 측정할 경우 </a:t>
                      </a: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측정자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및 보조자는 공기호흡기와 </a:t>
                      </a: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송기마스크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등 </a:t>
                      </a: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호흡용보호구를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필요시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착용</a:t>
                      </a:r>
                      <a:endParaRPr lang="en-US" altLang="ko-KR" sz="12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측정에 필요한 장비 등은 </a:t>
                      </a:r>
                      <a:r>
                        <a:rPr lang="ko-KR" altLang="en-US" sz="12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방폭형</a:t>
                      </a:r>
                      <a:r>
                        <a:rPr lang="ko-KR" altLang="en-US" sz="12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구조로 된 것을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D8471AC-3C7D-498E-8E1F-2B73C20771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D26447-F131-4AD1-AFBF-283DD2470898}"/>
              </a:ext>
            </a:extLst>
          </p:cNvPr>
          <p:cNvSpPr txBox="1"/>
          <p:nvPr/>
        </p:nvSpPr>
        <p:spPr>
          <a:xfrm>
            <a:off x="1141184" y="129424"/>
            <a:ext cx="32092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 측정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DCAAD-4F78-474E-9CF7-6E13DDC6E049}"/>
              </a:ext>
            </a:extLst>
          </p:cNvPr>
          <p:cNvSpPr txBox="1"/>
          <p:nvPr/>
        </p:nvSpPr>
        <p:spPr>
          <a:xfrm>
            <a:off x="305337" y="129424"/>
            <a:ext cx="3799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07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31A292EC-310F-43A9-86FE-C26EC834D7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C42876E-B8A5-4210-9FA8-418F3E409729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1">
            <a:extLst>
              <a:ext uri="{FF2B5EF4-FFF2-40B4-BE49-F238E27FC236}">
                <a16:creationId xmlns:a16="http://schemas.microsoft.com/office/drawing/2014/main" id="{BDFEB52B-F830-4389-A5F1-92F7CDB2C34D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1827611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86158" y="1213205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7.5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발생 원인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CADB9-5E33-410A-8FB8-6D53725DAFE8}"/>
              </a:ext>
            </a:extLst>
          </p:cNvPr>
          <p:cNvSpPr txBox="1"/>
          <p:nvPr/>
        </p:nvSpPr>
        <p:spPr>
          <a:xfrm>
            <a:off x="738188" y="1582006"/>
            <a:ext cx="8496944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① 저장용기나 저장물질의 산화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저장용 탱크 내벽 또는 저장물이 산화되거나 반응하는 과정에서 공기 중 산소를 소모하여 탱크 내부를 산소부족 상태로 만든다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C6A32-51C1-4207-BB00-B02D7F1178F3}"/>
              </a:ext>
            </a:extLst>
          </p:cNvPr>
          <p:cNvSpPr txBox="1"/>
          <p:nvPr/>
        </p:nvSpPr>
        <p:spPr>
          <a:xfrm>
            <a:off x="738188" y="2374094"/>
            <a:ext cx="9955212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② 불활성 가스의 사용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설비 중에는 질소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아르곤 등 불활성가스를 사용하기도 하는데 공기 중 불활성가스가 차지하는 만큼 산소를 밀어내는 산소부족 상황을 만든다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4FDB1-B15A-4B37-9BB6-A30A84D77316}"/>
              </a:ext>
            </a:extLst>
          </p:cNvPr>
          <p:cNvSpPr txBox="1"/>
          <p:nvPr/>
        </p:nvSpPr>
        <p:spPr>
          <a:xfrm>
            <a:off x="738188" y="3166182"/>
            <a:ext cx="9955212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③ 미생물의 증식이나 발효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부패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미생물 증식이나 유기물의 부패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발효 등의 과정에서 공기 중 산소를 소모하거나 황화수소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이산화탄소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메탄 등을 발생시킨다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0B041-08D0-40A4-8296-85D57DD0973E}"/>
              </a:ext>
            </a:extLst>
          </p:cNvPr>
          <p:cNvSpPr txBox="1"/>
          <p:nvPr/>
        </p:nvSpPr>
        <p:spPr>
          <a:xfrm>
            <a:off x="738188" y="3954324"/>
            <a:ext cx="9955212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④ 유해가스의 누출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유입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유해가스 배관이 연결되어 있는 장소나 이를 취급하는 장소에서 의도하지 않은 누출이나 유입은 해당 장소를 위험한 공기 상태로 만든다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43D214-3891-4514-9F8B-5B650E9186FD}"/>
              </a:ext>
            </a:extLst>
          </p:cNvPr>
          <p:cNvSpPr txBox="1"/>
          <p:nvPr/>
        </p:nvSpPr>
        <p:spPr>
          <a:xfrm>
            <a:off x="738188" y="4742466"/>
            <a:ext cx="9955212" cy="89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⑤ 연료의 연소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연료의 연소 과정에서 기본적으로 산소를 소비하므로 산소부족 상황을 일으킬 수 있으며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일부 불안전 연소 과정에서 일산화탄소가 발생하여 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중독을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일으킨다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D693B45-0E1C-40FB-A0AB-CECF8602F7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6AA923-5E12-407B-9EF5-CFBE7A194740}"/>
              </a:ext>
            </a:extLst>
          </p:cNvPr>
          <p:cNvSpPr txBox="1"/>
          <p:nvPr/>
        </p:nvSpPr>
        <p:spPr>
          <a:xfrm>
            <a:off x="1141184" y="129424"/>
            <a:ext cx="32092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 측정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E861C9-246C-4633-891F-AD8DEF7437D1}"/>
              </a:ext>
            </a:extLst>
          </p:cNvPr>
          <p:cNvSpPr txBox="1"/>
          <p:nvPr/>
        </p:nvSpPr>
        <p:spPr>
          <a:xfrm>
            <a:off x="305337" y="129424"/>
            <a:ext cx="3799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07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2D684320-0922-47BD-AB0A-C9B887F68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04855C-00B0-4D65-BA2B-B8FB265FE968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내용 개체 틀 1">
            <a:extLst>
              <a:ext uri="{FF2B5EF4-FFF2-40B4-BE49-F238E27FC236}">
                <a16:creationId xmlns:a16="http://schemas.microsoft.com/office/drawing/2014/main" id="{78F799CE-293C-41C6-98F8-2991710FF9E4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1715350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86158" y="1213205"/>
            <a:ext cx="96130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7.6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유해가스의 위험성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① 산소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en-US" altLang="ko-KR" sz="12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O</a:t>
            </a:r>
            <a:r>
              <a:rPr lang="en-US" altLang="ko-KR" sz="1200" kern="0" baseline="-25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)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정상적인 산소농도는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21%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정도이며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산소농도가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18%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미만으로 떨어지면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‘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산소결핍증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’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을 일으킨다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en-US" altLang="ko-KR" sz="12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1821144-6DA5-42B2-832A-157BB864E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042798"/>
              </p:ext>
            </p:extLst>
          </p:nvPr>
        </p:nvGraphicFramePr>
        <p:xfrm>
          <a:off x="1097088" y="2295556"/>
          <a:ext cx="9002138" cy="2232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6050">
                  <a:extLst>
                    <a:ext uri="{9D8B030D-6E8A-4147-A177-3AD203B41FA5}">
                      <a16:colId xmlns:a16="http://schemas.microsoft.com/office/drawing/2014/main" val="1591652713"/>
                    </a:ext>
                  </a:extLst>
                </a:gridCol>
                <a:gridCol w="3686625">
                  <a:extLst>
                    <a:ext uri="{9D8B030D-6E8A-4147-A177-3AD203B41FA5}">
                      <a16:colId xmlns:a16="http://schemas.microsoft.com/office/drawing/2014/main" val="4007456622"/>
                    </a:ext>
                  </a:extLst>
                </a:gridCol>
                <a:gridCol w="4009463">
                  <a:extLst>
                    <a:ext uri="{9D8B030D-6E8A-4147-A177-3AD203B41FA5}">
                      <a16:colId xmlns:a16="http://schemas.microsoft.com/office/drawing/2014/main" val="396960628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농도 </a:t>
                      </a:r>
                      <a:r>
                        <a:rPr lang="en-US" altLang="ko-KR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(%)</a:t>
                      </a:r>
                      <a:endParaRPr lang="ko-KR" altLang="en-US" sz="10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인체 영향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부가설명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5159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산소농도 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18%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안전한계로 연속환기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endParaRPr lang="en-US" altLang="ko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1.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산소농도가 매우 낮은 상황에서는 한 번의 호흡만으로도 순간적으로</a:t>
                      </a:r>
                      <a:endParaRPr lang="en-US" altLang="ko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  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폐내 산소 </a:t>
                      </a:r>
                      <a:r>
                        <a:rPr lang="ko-KR" alt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분압이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떨어지면서 뇌 활동이 정지되어 의식을 잃게 된다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</a:p>
                    <a:p>
                      <a:pPr marL="0" indent="0">
                        <a:buNone/>
                      </a:pPr>
                      <a:endParaRPr lang="en-US" altLang="ko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2.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호흡정지 시간이 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4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분이면 살아날 가능성은 절반으로 줄어들고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</a:p>
                    <a:p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   6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분 이상이면 생존 가능성이 없어진다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    *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빨리 구조하더라도 후유증으로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언어장해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운동장해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시야 협착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</a:p>
                    <a:p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     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환각 등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증상이 나타날 수 있다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l" latinLnBrk="1"/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5226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산소농도 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16%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호흡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맥박의 증가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두통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메스꺼움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토할 것 같음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883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산소농도 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12%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어지럼증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토할 것 같음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근력저하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체중 지지 불능으로 추락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77564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산소농도 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10%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안면 창백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의식불명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52117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산소농도 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8%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실신혼절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7~8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이내 사망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99488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산소농도 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6%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순간에 혼절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호흡정지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경련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6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분이상이면 사망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7737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06F2CE-A130-4BC9-B79F-98107B0E38A0}"/>
              </a:ext>
            </a:extLst>
          </p:cNvPr>
          <p:cNvSpPr txBox="1"/>
          <p:nvPr/>
        </p:nvSpPr>
        <p:spPr>
          <a:xfrm>
            <a:off x="957598" y="1909844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■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산소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농도병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인체에 미치는 영향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07220E-1E64-4903-8362-B4B1D73F78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85EDB7-BFFB-4402-97D5-B4E1EBB57E52}"/>
              </a:ext>
            </a:extLst>
          </p:cNvPr>
          <p:cNvSpPr txBox="1"/>
          <p:nvPr/>
        </p:nvSpPr>
        <p:spPr>
          <a:xfrm>
            <a:off x="1141184" y="129424"/>
            <a:ext cx="32092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 측정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C2924-245E-4BD1-A7FD-DB28A7E6C602}"/>
              </a:ext>
            </a:extLst>
          </p:cNvPr>
          <p:cNvSpPr txBox="1"/>
          <p:nvPr/>
        </p:nvSpPr>
        <p:spPr>
          <a:xfrm>
            <a:off x="305337" y="129424"/>
            <a:ext cx="3799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07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C8A55542-CA9B-4752-88F8-25EC86F86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682F45F-116A-4BC6-A49E-9909590C192D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A61639B6-3363-49AD-8F5B-53A11016C7EC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750328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86158" y="1213205"/>
            <a:ext cx="96130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7.6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유해가스의 위험성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② 황화수소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en-US" altLang="ko-KR" sz="12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H</a:t>
            </a:r>
            <a:r>
              <a:rPr lang="en-US" altLang="ko-KR" sz="1200" kern="0" baseline="-25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en-US" altLang="ko-KR" sz="1200" kern="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S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)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황화수소는 계란 썩는 냄새가 나는 가스로 화학산업에서 사용하기도 하지만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미생물이 유기물을 분해하는 과정에서도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                 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발생하여 중독을 일으킨다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정화조 등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77F69-9A49-457F-91EB-4FA89E384BB5}"/>
              </a:ext>
            </a:extLst>
          </p:cNvPr>
          <p:cNvSpPr txBox="1"/>
          <p:nvPr/>
        </p:nvSpPr>
        <p:spPr>
          <a:xfrm>
            <a:off x="1998328" y="2044202"/>
            <a:ext cx="9141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</a:rPr>
              <a:t>* 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</a:rPr>
              <a:t>낮은 농도에서는 가벼운 자극을 주는 정도지만 고농도에서는 폐조직을 손상시키거나 호흡을 마비시켜 사망에 이르게 한다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EECED0D-9072-4B63-BB6C-71701F48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104417"/>
              </p:ext>
            </p:extLst>
          </p:nvPr>
        </p:nvGraphicFramePr>
        <p:xfrm>
          <a:off x="1097088" y="2677042"/>
          <a:ext cx="9002139" cy="1980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6587">
                  <a:extLst>
                    <a:ext uri="{9D8B030D-6E8A-4147-A177-3AD203B41FA5}">
                      <a16:colId xmlns:a16="http://schemas.microsoft.com/office/drawing/2014/main" val="1591652713"/>
                    </a:ext>
                  </a:extLst>
                </a:gridCol>
                <a:gridCol w="2615504">
                  <a:extLst>
                    <a:ext uri="{9D8B030D-6E8A-4147-A177-3AD203B41FA5}">
                      <a16:colId xmlns:a16="http://schemas.microsoft.com/office/drawing/2014/main" val="4007456622"/>
                    </a:ext>
                  </a:extLst>
                </a:gridCol>
                <a:gridCol w="2615504">
                  <a:extLst>
                    <a:ext uri="{9D8B030D-6E8A-4147-A177-3AD203B41FA5}">
                      <a16:colId xmlns:a16="http://schemas.microsoft.com/office/drawing/2014/main" val="2949365693"/>
                    </a:ext>
                  </a:extLst>
                </a:gridCol>
                <a:gridCol w="2844544">
                  <a:extLst>
                    <a:ext uri="{9D8B030D-6E8A-4147-A177-3AD203B41FA5}">
                      <a16:colId xmlns:a16="http://schemas.microsoft.com/office/drawing/2014/main" val="396960628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농도 </a:t>
                      </a:r>
                      <a:r>
                        <a:rPr lang="en-US" altLang="ko-KR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(PPM)</a:t>
                      </a:r>
                      <a:endParaRPr lang="ko-KR" altLang="en-US" sz="10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인체 영향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노출시간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부가설명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5159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8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 작업 시 노출기준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8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황화수소가 고농도인 경우 후각을 마비시켜 냄새를 못 느끼게 만들어 위험한장소에 그냥 들어가는 경우가 많으므로 냄새만으로 판단해서는 안된다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5226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50~100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가벼운 자극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883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200~300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어지럼증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토할 것 같음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근력저하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체중 지지 불능으로 추락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77564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500~700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안면 창백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의식불명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30~1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52117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&gt;1,000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실신 혼절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7~8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이내 사망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수분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9948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FFBBB01-99D3-4AC4-ACA7-794A7FB4EEBB}"/>
              </a:ext>
            </a:extLst>
          </p:cNvPr>
          <p:cNvSpPr txBox="1"/>
          <p:nvPr/>
        </p:nvSpPr>
        <p:spPr>
          <a:xfrm>
            <a:off x="990216" y="2359181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■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황화수소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농도별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인체 영향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6337A-DC11-4749-82E5-2C42C695888A}"/>
              </a:ext>
            </a:extLst>
          </p:cNvPr>
          <p:cNvSpPr txBox="1"/>
          <p:nvPr/>
        </p:nvSpPr>
        <p:spPr>
          <a:xfrm>
            <a:off x="1046312" y="4828975"/>
            <a:ext cx="9103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※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분뇨나 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폐수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펄프액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등이 있는 장소에서 황화수소가 특히 위험한 이유는 가만히 놔둘 때는 황화수소가 적게 발생할 수 있지만 이를 밟고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다니거나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휘젓거나 섞으면 녹아 있던 황화수소가 순간 고농도로 발생하여 치명적인 영향을 줄 수 있으며 이를 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거품효과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(Soda can effect)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라 부른다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E97739B-D392-420B-A756-F4ED28D53E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C3B9F1-7B96-4472-8BC1-3F9DB767ADF2}"/>
              </a:ext>
            </a:extLst>
          </p:cNvPr>
          <p:cNvSpPr txBox="1"/>
          <p:nvPr/>
        </p:nvSpPr>
        <p:spPr>
          <a:xfrm>
            <a:off x="1141184" y="129424"/>
            <a:ext cx="32092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 측정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6C8DF-C841-4F88-8244-A26A0B6FB5B6}"/>
              </a:ext>
            </a:extLst>
          </p:cNvPr>
          <p:cNvSpPr txBox="1"/>
          <p:nvPr/>
        </p:nvSpPr>
        <p:spPr>
          <a:xfrm>
            <a:off x="305337" y="129424"/>
            <a:ext cx="3799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07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7" name="그래픽 16">
            <a:extLst>
              <a:ext uri="{FF2B5EF4-FFF2-40B4-BE49-F238E27FC236}">
                <a16:creationId xmlns:a16="http://schemas.microsoft.com/office/drawing/2014/main" id="{77F35EF5-48A8-4269-86D9-B737A922A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DDD361B-8F47-46E4-956E-F91814C9CA6E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1">
            <a:extLst>
              <a:ext uri="{FF2B5EF4-FFF2-40B4-BE49-F238E27FC236}">
                <a16:creationId xmlns:a16="http://schemas.microsoft.com/office/drawing/2014/main" id="{458C63AE-BA90-4292-9BC6-82FAA87A97E0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1018814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86158" y="768301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7.6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유해가스의 위험성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③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일산화탄소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(CO)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일산화탄소는 무색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무취의 기체로 주로 고체연료 등의 불완전 연소에 의해 발생하여 중독을 일으킨다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EECED0D-9072-4B63-BB6C-71701F48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183277"/>
              </p:ext>
            </p:extLst>
          </p:nvPr>
        </p:nvGraphicFramePr>
        <p:xfrm>
          <a:off x="1097088" y="1652213"/>
          <a:ext cx="9002139" cy="2315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248">
                  <a:extLst>
                    <a:ext uri="{9D8B030D-6E8A-4147-A177-3AD203B41FA5}">
                      <a16:colId xmlns:a16="http://schemas.microsoft.com/office/drawing/2014/main" val="1591652713"/>
                    </a:ext>
                  </a:extLst>
                </a:gridCol>
                <a:gridCol w="2568843">
                  <a:extLst>
                    <a:ext uri="{9D8B030D-6E8A-4147-A177-3AD203B41FA5}">
                      <a16:colId xmlns:a16="http://schemas.microsoft.com/office/drawing/2014/main" val="4007456622"/>
                    </a:ext>
                  </a:extLst>
                </a:gridCol>
                <a:gridCol w="2615504">
                  <a:extLst>
                    <a:ext uri="{9D8B030D-6E8A-4147-A177-3AD203B41FA5}">
                      <a16:colId xmlns:a16="http://schemas.microsoft.com/office/drawing/2014/main" val="2949365693"/>
                    </a:ext>
                  </a:extLst>
                </a:gridCol>
                <a:gridCol w="2844544">
                  <a:extLst>
                    <a:ext uri="{9D8B030D-6E8A-4147-A177-3AD203B41FA5}">
                      <a16:colId xmlns:a16="http://schemas.microsoft.com/office/drawing/2014/main" val="396960628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농도 </a:t>
                      </a:r>
                      <a:r>
                        <a:rPr lang="en-US" altLang="ko-KR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(PPM)</a:t>
                      </a:r>
                      <a:endParaRPr lang="ko-KR" altLang="en-US" sz="1000" b="1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인체 영향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노출시간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부가설명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5159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8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 작업 시 노출기준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8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혈액 내 헤모글로빈은 공기 중 산소와 결합하여 온몸에 산소를 운반하게 되는데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산소와 일산화탄소가 함께 존재하는 상황에서는 산소와 결합하지 않고 일산화탄소와 결합하여 결국 체내 산소부족 상황을 일으킨다</a:t>
                      </a:r>
                      <a:r>
                        <a:rPr lang="en-US" altLang="ko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5226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가벼운 두통과 불쾌감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883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600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두통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불쾌감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775646"/>
                  </a:ext>
                </a:extLst>
              </a:tr>
              <a:tr h="162000"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1,000~2,000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정신혼란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메스꺼움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두통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521177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현기증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1.5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38619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심계항진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두근거림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30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1162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2,000~2,500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의식불명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30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9948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FFBBB01-99D3-4AC4-ACA7-794A7FB4EEBB}"/>
              </a:ext>
            </a:extLst>
          </p:cNvPr>
          <p:cNvSpPr txBox="1"/>
          <p:nvPr/>
        </p:nvSpPr>
        <p:spPr>
          <a:xfrm>
            <a:off x="990216" y="1334352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■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일산화탄소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농도별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인체 영향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838CB9-6C50-4CBF-A422-E867F5F656D5}"/>
              </a:ext>
            </a:extLst>
          </p:cNvPr>
          <p:cNvSpPr/>
          <p:nvPr/>
        </p:nvSpPr>
        <p:spPr>
          <a:xfrm>
            <a:off x="486158" y="4057163"/>
            <a:ext cx="961306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④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그 밖의 유해가스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산업현장에서는 다양한 가스를 직접 사용 및 부산물로서 발생하며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이러한 가스는 그 자체의 독성으로 근로자 건강에 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                           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영향을 주기도 하지만 밀폐된 공간에 많은 양이 존재할 경우에 그만큼 공기량이 줄어 산소부족상황을 일으킨다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31E37A7-73DD-4BE2-8A42-58C0B5DEE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881882"/>
              </p:ext>
            </p:extLst>
          </p:nvPr>
        </p:nvGraphicFramePr>
        <p:xfrm>
          <a:off x="1097088" y="4660335"/>
          <a:ext cx="9002139" cy="2512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847">
                  <a:extLst>
                    <a:ext uri="{9D8B030D-6E8A-4147-A177-3AD203B41FA5}">
                      <a16:colId xmlns:a16="http://schemas.microsoft.com/office/drawing/2014/main" val="1591652713"/>
                    </a:ext>
                  </a:extLst>
                </a:gridCol>
                <a:gridCol w="3755538">
                  <a:extLst>
                    <a:ext uri="{9D8B030D-6E8A-4147-A177-3AD203B41FA5}">
                      <a16:colId xmlns:a16="http://schemas.microsoft.com/office/drawing/2014/main" val="4007456622"/>
                    </a:ext>
                  </a:extLst>
                </a:gridCol>
                <a:gridCol w="3823754">
                  <a:extLst>
                    <a:ext uri="{9D8B030D-6E8A-4147-A177-3AD203B41FA5}">
                      <a16:colId xmlns:a16="http://schemas.microsoft.com/office/drawing/2014/main" val="2949365693"/>
                    </a:ext>
                  </a:extLst>
                </a:gridCol>
              </a:tblGrid>
              <a:tr h="268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유해가스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주된 위험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외관 및 냄새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51596"/>
                  </a:ext>
                </a:extLst>
              </a:tr>
              <a:tr h="30247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아르곤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en-US" altLang="ko-KR" sz="10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Ar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 치환 및 바닥에 축적 가능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무색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522611"/>
                  </a:ext>
                </a:extLst>
              </a:tr>
              <a:tr h="30247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질소가스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(N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₂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 치환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무색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무취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징후 없음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88300"/>
                  </a:ext>
                </a:extLst>
              </a:tr>
              <a:tr h="30247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이산화탄소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(CO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₂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산소 치환 및 유독성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바닥에 축적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무색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775646"/>
                  </a:ext>
                </a:extLst>
              </a:tr>
              <a:tr h="2276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염소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(Cl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₂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유독성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폐와 눈 자극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바닥에 축적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녹황색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톡 쏘는 냄새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521177"/>
                  </a:ext>
                </a:extLst>
              </a:tr>
              <a:tr h="2276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이산화질소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(NO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₂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유독성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폐에 심한 자극 및 바닥에 축적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적갈색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쏘는 냄새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838619"/>
                  </a:ext>
                </a:extLst>
              </a:tr>
              <a:tr h="2276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이산화황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(SO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₂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유독성 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–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폐에 심한 자극 및 바닥에 축적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무색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썩은 냄새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116214"/>
                  </a:ext>
                </a:extLst>
              </a:tr>
              <a:tr h="30247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휘발유증기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화재와 폭발 및 바닥에 축적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무색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달콤한 냄새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994887"/>
                  </a:ext>
                </a:extLst>
              </a:tr>
              <a:tr h="30247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메탄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(CH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₄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화재와 폭발 및 상부에 축적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무색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무취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징후 없음</a:t>
                      </a:r>
                      <a:r>
                        <a:rPr lang="en-US" altLang="ko-KR" sz="10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000" b="0" dirty="0"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23740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5EEA797A-2A42-4589-A995-4940AD281A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2311E0-41D7-4510-BC11-E1DDB55DEEB5}"/>
              </a:ext>
            </a:extLst>
          </p:cNvPr>
          <p:cNvSpPr txBox="1"/>
          <p:nvPr/>
        </p:nvSpPr>
        <p:spPr>
          <a:xfrm>
            <a:off x="1141184" y="129424"/>
            <a:ext cx="32092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산소 및 유해가스 농도 측정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742109-CE1D-4EBD-9E6F-BD386B86ABDE}"/>
              </a:ext>
            </a:extLst>
          </p:cNvPr>
          <p:cNvSpPr txBox="1"/>
          <p:nvPr/>
        </p:nvSpPr>
        <p:spPr>
          <a:xfrm>
            <a:off x="305337" y="129424"/>
            <a:ext cx="3799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07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4E309093-D74C-4229-AC66-EBF67CACF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5745D94-5AC2-4B1C-88D8-A3A826CE45B3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내용 개체 틀 1">
            <a:extLst>
              <a:ext uri="{FF2B5EF4-FFF2-40B4-BE49-F238E27FC236}">
                <a16:creationId xmlns:a16="http://schemas.microsoft.com/office/drawing/2014/main" id="{4333F169-A303-431A-97D8-F9CFE1DF98C9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584868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8.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밀폐공간에서의 환기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6158" y="1260150"/>
            <a:ext cx="9613069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작업시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작업장소에서 적정한 공기가 유지되도록 환기를 실시한 후 작업을 하며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작업공간내에서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유해가스가 지속적으로                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발생한 경우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양수기 가동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슬러지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제거작업 등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에는 계속적으로 환기를 실시한다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86158" y="1906042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8.1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환기장치 보유현황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849936"/>
              </p:ext>
            </p:extLst>
          </p:nvPr>
        </p:nvGraphicFramePr>
        <p:xfrm>
          <a:off x="954212" y="2302086"/>
          <a:ext cx="8856984" cy="1145350"/>
        </p:xfrm>
        <a:graphic>
          <a:graphicData uri="http://schemas.openxmlformats.org/drawingml/2006/table">
            <a:tbl>
              <a:tblPr/>
              <a:tblGrid>
                <a:gridCol w="67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7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1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7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명 칭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수 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모델명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사 양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플렉시블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호스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 유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여 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비 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환기팬</a:t>
                      </a: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20CMM, 1Hp, 220V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5m, 2</a:t>
                      </a: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미보유</a:t>
                      </a:r>
                      <a:endParaRPr lang="ko-KR" altLang="en-US" sz="10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안전공단에서 대여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4744291" y="1980422"/>
            <a:ext cx="5346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※ </a:t>
            </a:r>
            <a:r>
              <a:rPr lang="ko-KR" altLang="en-US" sz="11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장비 대여는 작업개시 </a:t>
            </a:r>
            <a:r>
              <a:rPr lang="en-US" altLang="ko-KR" sz="11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</a:t>
            </a:r>
            <a:r>
              <a:rPr lang="ko-KR" altLang="en-US" sz="11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일전 각 지역별 안전보건공단을 방문하여 대여 가능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486158" y="3604907"/>
            <a:ext cx="961306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8.2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작업장소에 따른 </a:t>
            </a:r>
            <a:r>
              <a:rPr lang="ko-KR" altLang="en-US" sz="1300" b="1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환기량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19463"/>
              </p:ext>
            </p:extLst>
          </p:nvPr>
        </p:nvGraphicFramePr>
        <p:xfrm>
          <a:off x="954212" y="3994274"/>
          <a:ext cx="8784976" cy="2907731"/>
        </p:xfrm>
        <a:graphic>
          <a:graphicData uri="http://schemas.openxmlformats.org/drawingml/2006/table">
            <a:tbl>
              <a:tblPr/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7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작업장소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환기량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잠함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압기실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등의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압기공법의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작업실</a:t>
                      </a:r>
                      <a:endParaRPr lang="ko-KR" altLang="en-US" sz="1150" kern="0" spc="-12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기관실 및 작업실에 대하여 사전에 환기설비를 이용하여 당해 기적의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배 이상의 신선한 외부공기로 환기 후 근로자가 작업하는 동안 계속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급기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피트 내부</a:t>
                      </a:r>
                      <a:endParaRPr lang="ko-KR" altLang="en-US" sz="1150" kern="0" spc="-12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피트 내를 균일하게 환기하고 적정한 공기가 유지되도록 계속하여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급기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황화수소가 발생할 우려가 있는 탱크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보일러 등의 내부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기적의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배 이상 신선한 공기로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급기한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후 출입하고 작업 동안에는 적정한 공기가 유지되도록 계속하여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급기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탱크 내 퇴적물 제거작업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작업개시 전 탱크 등 용적의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～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배 이상의 신선한 외부공기를 사용하여 환기 후 출입하고 작업 중에는 계속 환기장치를 가동한다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69850" marR="939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기타 밀폐공간</a:t>
                      </a:r>
                      <a:endParaRPr lang="ko-KR" altLang="en-US" sz="1150" kern="0" spc="-12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690" marR="10033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 전 기적의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배 이상의 신선한 공기로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급기한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후 출입하고 작업 동안에는 적정한 공기가 유지되도록 계속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급기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 rot="20412881" flipH="1">
            <a:off x="4427569" y="2936654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25633AB-EADD-4960-86B9-744A09D834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ACB644-6050-4658-9BE4-BB165A6E0806}"/>
              </a:ext>
            </a:extLst>
          </p:cNvPr>
          <p:cNvSpPr txBox="1"/>
          <p:nvPr/>
        </p:nvSpPr>
        <p:spPr>
          <a:xfrm>
            <a:off x="1141184" y="129424"/>
            <a:ext cx="246541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밀폐공간에서의 환기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8519CE-AC26-45BD-ABC8-7CCF8BA2D1AC}"/>
              </a:ext>
            </a:extLst>
          </p:cNvPr>
          <p:cNvSpPr txBox="1"/>
          <p:nvPr/>
        </p:nvSpPr>
        <p:spPr>
          <a:xfrm>
            <a:off x="294116" y="129424"/>
            <a:ext cx="40235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08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17B6FC58-05CD-4024-8125-7B48F4BD5B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C5406A8-DA3D-43DC-B05C-B75A71246944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1">
            <a:extLst>
              <a:ext uri="{FF2B5EF4-FFF2-40B4-BE49-F238E27FC236}">
                <a16:creationId xmlns:a16="http://schemas.microsoft.com/office/drawing/2014/main" id="{3FEC4576-4D85-4DAA-8728-8E2BCC945B88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1035117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486158" y="96993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8.3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환기 시 주의사항 및 점검사항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041952"/>
              </p:ext>
            </p:extLst>
          </p:nvPr>
        </p:nvGraphicFramePr>
        <p:xfrm>
          <a:off x="1314252" y="1401986"/>
          <a:ext cx="8915654" cy="28825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915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2519">
                <a:tc>
                  <a:txBody>
                    <a:bodyPr/>
                    <a:lstStyle/>
                    <a:p>
                      <a:pPr marL="459740" marR="0" indent="-45974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6527780" algn="l"/>
                          <a:tab pos="-16019780" algn="l"/>
                          <a:tab pos="-15511780" algn="l"/>
                          <a:tab pos="-15003780" algn="l"/>
                          <a:tab pos="-14495780" algn="l"/>
                          <a:tab pos="-13987780" algn="l"/>
                          <a:tab pos="-13479780" algn="l"/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</a:tabLst>
                      </a:pPr>
                      <a:endParaRPr lang="ko-KR" altLang="en-US" sz="600" kern="0" spc="-5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323850" marR="0" indent="-32385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6527780" algn="l"/>
                          <a:tab pos="-16019780" algn="l"/>
                          <a:tab pos="-15511780" algn="l"/>
                          <a:tab pos="-15003780" algn="l"/>
                          <a:tab pos="-14495780" algn="l"/>
                          <a:tab pos="-13987780" algn="l"/>
                          <a:tab pos="-13479780" algn="l"/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-5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작업 전에는 산소 및 유해가스의 농도가 기준농도를 만족할 수 있도록 충분한 환기를 실시한다</a:t>
                      </a:r>
                      <a:r>
                        <a:rPr lang="en-US" altLang="ko-KR" sz="1200" kern="0" spc="-5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2000" kern="0" spc="-1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정전 등에 의한 환기 중단 시에는 즉시 외부로 대피한다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306070" marR="0" indent="-30607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밀폐공간의 </a:t>
                      </a:r>
                      <a:r>
                        <a:rPr lang="ko-KR" altLang="en-US" sz="1200" kern="0" spc="-4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환기시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에는 </a:t>
                      </a:r>
                      <a:r>
                        <a:rPr lang="ko-KR" altLang="en-US" sz="1200" kern="0" spc="-4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급기구와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배기구를 적절하게 배치하여 작업장내 환기가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효과적으로 이루어지도록 한다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급기구는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작업자에 근접하여 설치한다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이동식 환기장치 사용시 폭발 위험 구역 내에서는 </a:t>
                      </a:r>
                      <a:r>
                        <a:rPr lang="ko-KR" altLang="en-US" sz="1200" kern="0" spc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방폭형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구조를 사용한다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260350" marR="0" indent="-26035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6720" algn="l"/>
                          <a:tab pos="693420" algn="l"/>
                          <a:tab pos="873760" algn="l"/>
                          <a:tab pos="426720" algn="l"/>
                          <a:tab pos="693420" algn="l"/>
                          <a:tab pos="87376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이동식 환기장치의 </a:t>
                      </a:r>
                      <a:r>
                        <a:rPr lang="ko-KR" altLang="en-US" sz="1200" kern="0" spc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송풍관은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가급적 구부리는 부위가 적게 하고 용접불꽃 등에 의한 구멍이 나지 않도록 </a:t>
                      </a:r>
                      <a:r>
                        <a:rPr lang="ko-KR" altLang="en-US" sz="1200" kern="0" spc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난연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재질을 사용한다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150" kern="0" spc="-8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954212" y="1017846"/>
            <a:ext cx="5256584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○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주의 사항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94706"/>
              </p:ext>
            </p:extLst>
          </p:nvPr>
        </p:nvGraphicFramePr>
        <p:xfrm>
          <a:off x="1242244" y="4576410"/>
          <a:ext cx="7956000" cy="1722120"/>
        </p:xfrm>
        <a:graphic>
          <a:graphicData uri="http://schemas.openxmlformats.org/drawingml/2006/table">
            <a:tbl>
              <a:tblPr/>
              <a:tblGrid>
                <a:gridCol w="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 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이동식 송풍기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송풍관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2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사 항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전원코드의 단선 접속부의 접촉불량 유무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코드와 단자상과의 접속상태 불량 유무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298450" marR="0" indent="-298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코드의 끝에 “환기 중</a:t>
                      </a:r>
                      <a:r>
                        <a:rPr lang="en-US" altLang="ko-KR" sz="1200" kern="0" spc="0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정지”등의 표지판 부착 유무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연소에 의한 구멍이나 파열유무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나선의 손상유무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접속부의 확신한 고정여부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954212" y="3826158"/>
            <a:ext cx="525658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○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점검 사항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8ED2354-B521-450F-9F8F-2DE1664CB9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355375-064C-4638-B988-2D5812397B30}"/>
              </a:ext>
            </a:extLst>
          </p:cNvPr>
          <p:cNvSpPr txBox="1"/>
          <p:nvPr/>
        </p:nvSpPr>
        <p:spPr>
          <a:xfrm>
            <a:off x="1141184" y="129424"/>
            <a:ext cx="246541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밀폐공간에서의 환기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9A212-0956-4B1E-A913-E514DF87E0D4}"/>
              </a:ext>
            </a:extLst>
          </p:cNvPr>
          <p:cNvSpPr txBox="1"/>
          <p:nvPr/>
        </p:nvSpPr>
        <p:spPr>
          <a:xfrm>
            <a:off x="294116" y="129424"/>
            <a:ext cx="40235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08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DB58E79D-F8D9-4ED1-B910-0B8609DC36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2C9F99D-C095-492C-956F-29149B8EDB5A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내용 개체 틀 1">
            <a:extLst>
              <a:ext uri="{FF2B5EF4-FFF2-40B4-BE49-F238E27FC236}">
                <a16:creationId xmlns:a16="http://schemas.microsoft.com/office/drawing/2014/main" id="{CECBAA29-6569-4302-ADD4-F1CC24F7BE86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1631335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9.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보호구의 사용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86158" y="1185962"/>
            <a:ext cx="9613069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 시 유해가스에 의한 중독 및 질식에 의한 사고를 예방하기 위해 공기호흡기 및 </a:t>
            </a:r>
            <a:r>
              <a:rPr lang="ko-KR" altLang="en-US" sz="1300" b="1" dirty="0" err="1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송기마스크</a:t>
            </a:r>
            <a:r>
              <a:rPr lang="ko-KR" altLang="en-US" sz="13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등의 보호구를 반드시 착용한 상태에서 작업을 하고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사용시 사용장소 및 사용방법 등을 충분히 숙지한 후 사용한다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  <a:r>
              <a:rPr lang="ko-KR" altLang="en-US" sz="1300" b="1" dirty="0">
                <a:solidFill>
                  <a:srgbClr val="00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다만</a:t>
            </a:r>
            <a:r>
              <a:rPr lang="en-US" altLang="ko-KR" sz="1300" b="1" dirty="0">
                <a:solidFill>
                  <a:srgbClr val="00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b="1" dirty="0">
                <a:solidFill>
                  <a:srgbClr val="00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작업 시 보호구를 착용하는 것이 원칙이나 측정결과 등으로 밀폐공간 내에서의 작업이 안전하다고 판단될 경우 보호구를 착용하지 않아도 된다</a:t>
            </a:r>
            <a:r>
              <a:rPr lang="en-US" altLang="ko-KR" sz="1300" b="1" dirty="0">
                <a:solidFill>
                  <a:srgbClr val="00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ko-KR" altLang="en-US" sz="1300" b="1" dirty="0">
                <a:solidFill>
                  <a:srgbClr val="FF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또한</a:t>
            </a:r>
            <a:r>
              <a:rPr lang="en-US" altLang="ko-KR" sz="1300" b="1" dirty="0">
                <a:solidFill>
                  <a:srgbClr val="FF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b="1" dirty="0">
                <a:solidFill>
                  <a:srgbClr val="FF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밀폐공간에서 작업하는 경우에 호흡용 보호구를 포함하여 사다리 및 섬유로프 등 비상시에 근로자를 </a:t>
            </a:r>
            <a:r>
              <a:rPr lang="ko-KR" altLang="en-US" sz="1300" b="1" dirty="0" err="1">
                <a:solidFill>
                  <a:srgbClr val="FF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피난시키거나</a:t>
            </a:r>
            <a:r>
              <a:rPr lang="ko-KR" altLang="en-US" sz="1300" b="1" dirty="0">
                <a:solidFill>
                  <a:srgbClr val="FF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구출하기 위하여 필요한 기구를 갖춰야 한다</a:t>
            </a:r>
            <a:r>
              <a:rPr lang="en-US" altLang="ko-KR" sz="1300" b="1" dirty="0">
                <a:solidFill>
                  <a:srgbClr val="FF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b="1" dirty="0">
                <a:solidFill>
                  <a:srgbClr val="00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※ </a:t>
            </a:r>
            <a:r>
              <a:rPr lang="ko-KR" altLang="en-US" sz="1300" b="1" dirty="0">
                <a:solidFill>
                  <a:srgbClr val="0000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물탱크 및 정화조 내 사다리가 설치되어 있는 경우는 제외</a:t>
            </a:r>
            <a:endParaRPr lang="en-US" altLang="ko-KR" sz="1300" b="1" dirty="0">
              <a:solidFill>
                <a:srgbClr val="0000FF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86158" y="259011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9.1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보호구 보유현황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45665"/>
              </p:ext>
            </p:extLst>
          </p:nvPr>
        </p:nvGraphicFramePr>
        <p:xfrm>
          <a:off x="998682" y="2990518"/>
          <a:ext cx="8696036" cy="3380953"/>
        </p:xfrm>
        <a:graphic>
          <a:graphicData uri="http://schemas.openxmlformats.org/drawingml/2006/table">
            <a:tbl>
              <a:tblPr/>
              <a:tblGrid>
                <a:gridCol w="8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3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282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59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명 칭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수 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모델명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사 양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 유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여 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비 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공기호흡기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가스충진식</a:t>
                      </a: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300kg/cm</a:t>
                      </a:r>
                      <a:r>
                        <a:rPr lang="en-US" sz="1200" kern="0" spc="0" baseline="3000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r>
                        <a:rPr 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30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분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미보유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안전보건공단에서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대여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4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송기마스크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전동식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220V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호스 길이 </a:t>
                      </a: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: </a:t>
                      </a:r>
                      <a:r>
                        <a:rPr 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10m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〃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〃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4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구조용 삼각대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도르레형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최대 길이 </a:t>
                      </a: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: 12m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최대 하중 </a:t>
                      </a: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: 300kg</a:t>
                      </a: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미보유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“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442379"/>
                  </a:ext>
                </a:extLst>
              </a:tr>
              <a:tr h="3974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일자형 사다리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이동식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H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형 최대높이 </a:t>
                      </a: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: 5630mm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사고다발작업 안전기준</a:t>
                      </a: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內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이동식 작업 발판 안전작업 가이드 참조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4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안전대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안전그네식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2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구조용 로프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991421" y="6826551"/>
            <a:ext cx="5346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※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장비 대여는 작업개시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3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일전 각 지역별 한국산업안전보건공단을 방문하여 대여 가능</a:t>
            </a:r>
          </a:p>
        </p:txBody>
      </p:sp>
      <p:sp>
        <p:nvSpPr>
          <p:cNvPr id="11" name="TextBox 10"/>
          <p:cNvSpPr txBox="1"/>
          <p:nvPr/>
        </p:nvSpPr>
        <p:spPr>
          <a:xfrm rot="20412881" flipH="1">
            <a:off x="4535580" y="4428629"/>
            <a:ext cx="27625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graphicFrame>
        <p:nvGraphicFramePr>
          <p:cNvPr id="2" name="개체 1">
            <a:hlinkClick r:id="" action="ppaction://ole?verb=0"/>
            <a:extLst>
              <a:ext uri="{FF2B5EF4-FFF2-40B4-BE49-F238E27FC236}">
                <a16:creationId xmlns:a16="http://schemas.microsoft.com/office/drawing/2014/main" id="{895E80D7-A8D9-4333-AEBE-BB174E0377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859578"/>
              </p:ext>
            </p:extLst>
          </p:nvPr>
        </p:nvGraphicFramePr>
        <p:xfrm>
          <a:off x="9779000" y="644078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2" imgW="914400" imgH="771525" progId="PowerPoint.Show.12">
                  <p:embed/>
                </p:oleObj>
              </mc:Choice>
              <mc:Fallback>
                <p:oleObj name="Presentation" showAsIcon="1" r:id="rId2" imgW="914400" imgH="771525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79000" y="644078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29A8981C-CD1D-403A-AA8D-867D42624E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CC47A5-70C0-4F57-8130-55B4A7F9FBCA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CF7D8-EF1D-4186-AC09-27E69D2FD115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DC7155D5-0C92-4A2B-84D0-AEDE504E62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05917FD-836D-4B20-B7BB-D07B8AF38E54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내용 개체 틀 1">
            <a:extLst>
              <a:ext uri="{FF2B5EF4-FFF2-40B4-BE49-F238E27FC236}">
                <a16:creationId xmlns:a16="http://schemas.microsoft.com/office/drawing/2014/main" id="{01C9DB13-049D-4C89-9C36-AFA1DF958DA5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4012442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86158" y="11095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9.2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사용장소 및 사용방법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4212" y="1473994"/>
            <a:ext cx="309634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○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공기 호흡기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146994" y="1896517"/>
            <a:ext cx="8664202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1)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착용해야 할 장소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밀폐장소 출입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작업시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다음과 같이 환기할 수 없거나 환기가 불충분한 경우로서 단기간 작업이 가능한 경우에는 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공기호흡기를 반드시 착용하고 출입하며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고농도의 유기화합물 증기가 예상되는 경우 등에는 방독마스크를 착용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하지 않는다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① 수도나 도수관 등으로 깊은 곳까지 환기가 되지 않는 경우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② 탱크와 화학설비 및 선박의 내부 등 구조적으로 충분히 환기시킬 수 없는 경우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③ 재해사고시의 구조 등과 같이 충분히 환기시킬 시간적인 여유가 없는 경우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146994" y="3778250"/>
            <a:ext cx="9546406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2)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공기호흡기의 점검사항 및 사용방법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2.1)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사용전의 점검사항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① 산소 용기압력의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잔류압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검사 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② 고압연결부의 검사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③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면체와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흡기관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및 호기밸브의 기밀검사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④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폐력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밸브와 압력계 및 경보기의 동작검사 </a:t>
            </a:r>
          </a:p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</a:p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2.2)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공기호흡기의 사용법 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(22p.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그림참고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① 공기호흡기를 등에 지고 겨드랑이 끈을 당겨서 조정한다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다음으로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가슴끈과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허리끈을 몸에 꽉 맞게 조정한다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② 마스크를 쓰게 되면 좌우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4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개의 끈을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1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조씩 동시에 당겨서 밀착시킨다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③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흡기관을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두겹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으로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강하게 잡고 숨을 들이쉬어 기밀을 확인한다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④ 압력계의 지시치가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30Kg/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㎠ 이하로 내려가거나 경보기가 울리게 되면 곧바로 작업을 중지하고 유해가스가 없는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안전한 위치로 되돌아온다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⑤ 안전한 위치로 되돌아오면 마스크를 벗고 공기탱크를 교환한다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용기의 교환 시에는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잔류압을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확인한다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2CC2CA-C136-43CD-A55F-D916B11789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A325D0-EF87-41D0-9C79-ED72E5DFC227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C160B9-1F9B-4AEA-B457-0F7212288166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7" name="그래픽 16">
            <a:extLst>
              <a:ext uri="{FF2B5EF4-FFF2-40B4-BE49-F238E27FC236}">
                <a16:creationId xmlns:a16="http://schemas.microsoft.com/office/drawing/2014/main" id="{BB45E01C-F276-422C-B0DE-20F70CF42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CB51B37-CA42-4EC8-BC79-965AE140E56C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1">
            <a:extLst>
              <a:ext uri="{FF2B5EF4-FFF2-40B4-BE49-F238E27FC236}">
                <a16:creationId xmlns:a16="http://schemas.microsoft.com/office/drawing/2014/main" id="{863C233B-695B-412F-8FBB-47C7C3B8F8B0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404544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86158" y="11095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공기호흡기의 구조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12" y="1690018"/>
            <a:ext cx="8640960" cy="48702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CE0738D-D88F-4C63-9AC5-845CF9963A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DBB611-703E-42BF-9AFA-F823F4A5CCE7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EAC1C-C7A2-4E48-8735-C75C0C659F07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CFF4BEE5-176E-4F0C-B17D-55E5FD5DA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96A3D50-8AC7-4D9C-8F8C-ED1969A3C7AF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28340B35-3C30-4FD3-8EF5-3F1237FDE654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2554851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86158" y="11095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공기호흡기의 사용방법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68" y="1618010"/>
            <a:ext cx="10058400" cy="50908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B88C85-05F0-4831-B543-95788E704F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6216F9-7365-4B59-9217-20742CE0AE11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1F3CD-DF60-4A28-926C-DEBF7D133B51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8D49D35A-725F-4A77-93FD-AD93DBDA6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399D1C0-5F14-43BE-B4C6-E6F041362508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C6B9AE87-4E9E-4F53-8E7F-5C3ABF3E1032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995129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954212" y="1401986"/>
            <a:ext cx="92170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○ </a:t>
            </a:r>
            <a:r>
              <a:rPr lang="ko-KR" altLang="en-US" sz="1300" b="1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송기마스크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송기마스크는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활동범위에 제한을 받고 있지만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가볍고 유효사용 시간이 길어지므로 일정한 장소에서의 장시간 작업에 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주로 이용한다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46994" y="2266082"/>
            <a:ext cx="967231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1)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송풍기식 호스마스크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보편적 많이 사용되는 종류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① 송풍기는 유해가스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악취 및 먼지가 없는 장소에 설치한다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②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송풍기는 장시간 운전하면 필터에 먼지가 끼므로 정기적으로 점검한다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③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송풍기를 사용할 때에는 접속전원이 단절되지 않도록 코드 플러그에 반드시 “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송기마스크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사용 중” 이란 표시를 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④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송풍기는 통상적으로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방폭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구조가 아니므로 폭발하한을 초과할 우려가 있는 장소에서는 사용하지 않는다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⑤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정전 등으로 인해 공기공급이 중단되는 경우에 대비한다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46994" y="3778250"/>
            <a:ext cx="9240266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2)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에어라인 마스크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: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송풍기식에 비하여 상당히 먼 곳까지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송기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할 수 있으며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송기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호스가 가늘고 활동하기도 용이하므로 유해가스가 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발생되는 장소에서 주로 사용한다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/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① 공급되는 공기중의 분진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오일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수분 등을 제거하기 위하여 에어라인에 여과장치를 설치한다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②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정전 등으로 인해 공기공급이 중단되는 경우에 대비한다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954212" y="5362426"/>
            <a:ext cx="9361040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○ 안전보호구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탱크나 맨홀과 같이 사다리를 사용하여 내부로 내려가야 하는 경우에는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안전대나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기타 구명밧줄 등을 사용하여 안전을 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확보한다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비상시에 작업자를 피난시키거나 구출하기 위하여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안전대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사다리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구명밧줄 등 필요한 용구를 준비하고 이것의  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사용방법을 작업자에게 숙지하도록 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1387FF-1441-4E2B-BCAF-67C3FCB2F3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7A9C74-717D-4934-8A2C-39189B8C6208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1E956-04C4-4FB3-8FF0-A0BA8F269740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DBD1EAD0-B899-49E0-A2A4-79A8B70055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B52BDC2-8711-4ED9-90B8-F83638B0982E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1">
            <a:extLst>
              <a:ext uri="{FF2B5EF4-FFF2-40B4-BE49-F238E27FC236}">
                <a16:creationId xmlns:a16="http://schemas.microsoft.com/office/drawing/2014/main" id="{BF534796-0170-47C6-B940-C417876B5DC7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292582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86158" y="110959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송풍기의 구조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0"/>
          <a:stretch/>
        </p:blipFill>
        <p:spPr>
          <a:xfrm>
            <a:off x="1506504" y="1509998"/>
            <a:ext cx="7572375" cy="567580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426820" y="6190518"/>
            <a:ext cx="3348372" cy="677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503" b="89430" l="48176" r="9018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503" y="1498979"/>
            <a:ext cx="7572375" cy="5676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03CFB5-B150-47F1-AA97-CA0D018A857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755116-EA98-45C4-B085-B9403FD96D5D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FBA00-B07A-4CCD-8F06-ECB00AA7FA01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4092AE38-9A2C-4779-A0E8-885B840C5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649599A-4AF4-456F-A62D-C6F862210CDD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E7C68DE0-A21B-449F-9BAB-CF05AAE35619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320044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B9110F-9843-49A7-A5FA-1B49C242DEE7}"/>
              </a:ext>
            </a:extLst>
          </p:cNvPr>
          <p:cNvSpPr/>
          <p:nvPr/>
        </p:nvSpPr>
        <p:spPr>
          <a:xfrm>
            <a:off x="486158" y="77144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송풍기의 사용 전 점검 사항 및 사용 방법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83F19C-DEB6-465C-968A-CF70793E50CD}"/>
              </a:ext>
            </a:extLst>
          </p:cNvPr>
          <p:cNvSpPr/>
          <p:nvPr/>
        </p:nvSpPr>
        <p:spPr>
          <a:xfrm>
            <a:off x="706462" y="4746917"/>
            <a:ext cx="9546406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1)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송풍기의 점검사항</a:t>
            </a: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①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안면부와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주름호스를 결합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② 주름호스와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연결구를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결합</a:t>
            </a: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③ 유량조절밸브 및 연결호스를 결합</a:t>
            </a: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④ 연결호스 및 송풍기를 결합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⑤ 필터를 교환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필요 시 송풍기 내부필터를 교환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</a:p>
          <a:p>
            <a:pPr latinLnBrk="1"/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2)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전동 송풍기의 사용방법</a:t>
            </a: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① 송풍기를 켜고 공기가 공급되고 있는지 작동상태를 확인한다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②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장착대를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착용하고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가슴끈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및 허리끈을 몸에 맞게 조절 한다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③ 휴대주머니에서 연결호스를 꺼내어 인원수에 맞게 각자 송풍기와 공기조절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연결부에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조인다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④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안면부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착용 시 공기 공급여부를 확인한다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⑤ 인원수에 맞게 송풍기 후면의 스위치를 조작하여 적당한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풍량이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되도록 한다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815258C-D9B3-44D1-81DC-3D9EF604D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79090"/>
              </p:ext>
            </p:extLst>
          </p:nvPr>
        </p:nvGraphicFramePr>
        <p:xfrm>
          <a:off x="771141" y="1109917"/>
          <a:ext cx="8978899" cy="174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82">
                  <a:extLst>
                    <a:ext uri="{9D8B030D-6E8A-4147-A177-3AD203B41FA5}">
                      <a16:colId xmlns:a16="http://schemas.microsoft.com/office/drawing/2014/main" val="4274788182"/>
                    </a:ext>
                  </a:extLst>
                </a:gridCol>
                <a:gridCol w="1734408">
                  <a:extLst>
                    <a:ext uri="{9D8B030D-6E8A-4147-A177-3AD203B41FA5}">
                      <a16:colId xmlns:a16="http://schemas.microsoft.com/office/drawing/2014/main" val="3587753678"/>
                    </a:ext>
                  </a:extLst>
                </a:gridCol>
                <a:gridCol w="1734408">
                  <a:extLst>
                    <a:ext uri="{9D8B030D-6E8A-4147-A177-3AD203B41FA5}">
                      <a16:colId xmlns:a16="http://schemas.microsoft.com/office/drawing/2014/main" val="2259436466"/>
                    </a:ext>
                  </a:extLst>
                </a:gridCol>
                <a:gridCol w="1724772">
                  <a:extLst>
                    <a:ext uri="{9D8B030D-6E8A-4147-A177-3AD203B41FA5}">
                      <a16:colId xmlns:a16="http://schemas.microsoft.com/office/drawing/2014/main" val="3984913732"/>
                    </a:ext>
                  </a:extLst>
                </a:gridCol>
                <a:gridCol w="1724772">
                  <a:extLst>
                    <a:ext uri="{9D8B030D-6E8A-4147-A177-3AD203B41FA5}">
                      <a16:colId xmlns:a16="http://schemas.microsoft.com/office/drawing/2014/main" val="2895388115"/>
                    </a:ext>
                  </a:extLst>
                </a:gridCol>
                <a:gridCol w="1713657">
                  <a:extLst>
                    <a:ext uri="{9D8B030D-6E8A-4147-A177-3AD203B41FA5}">
                      <a16:colId xmlns:a16="http://schemas.microsoft.com/office/drawing/2014/main" val="449660514"/>
                    </a:ext>
                  </a:extLst>
                </a:gridCol>
              </a:tblGrid>
              <a:tr h="12576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주요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단계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210184"/>
                  </a:ext>
                </a:extLst>
              </a:tr>
              <a:tr h="4842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작업방법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송풍기의 사용압력을 확인한다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안면부와 주름호스 상단을 결합한다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장착대를 착용한다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.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장착대에 연결호스를 결합한다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  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연결호스와 송풍기를 연결 후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 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스위치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(ON)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를 킨다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 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※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숭풍기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 상단 전원 램프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빨강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)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점등확인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176292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5AE16EF-6208-4480-B6D3-962C5D8BF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621054"/>
              </p:ext>
            </p:extLst>
          </p:nvPr>
        </p:nvGraphicFramePr>
        <p:xfrm>
          <a:off x="771141" y="2881624"/>
          <a:ext cx="8978899" cy="1824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82">
                  <a:extLst>
                    <a:ext uri="{9D8B030D-6E8A-4147-A177-3AD203B41FA5}">
                      <a16:colId xmlns:a16="http://schemas.microsoft.com/office/drawing/2014/main" val="4274788182"/>
                    </a:ext>
                  </a:extLst>
                </a:gridCol>
                <a:gridCol w="1734408">
                  <a:extLst>
                    <a:ext uri="{9D8B030D-6E8A-4147-A177-3AD203B41FA5}">
                      <a16:colId xmlns:a16="http://schemas.microsoft.com/office/drawing/2014/main" val="3587753678"/>
                    </a:ext>
                  </a:extLst>
                </a:gridCol>
                <a:gridCol w="1734408">
                  <a:extLst>
                    <a:ext uri="{9D8B030D-6E8A-4147-A177-3AD203B41FA5}">
                      <a16:colId xmlns:a16="http://schemas.microsoft.com/office/drawing/2014/main" val="2259436466"/>
                    </a:ext>
                  </a:extLst>
                </a:gridCol>
                <a:gridCol w="1724772">
                  <a:extLst>
                    <a:ext uri="{9D8B030D-6E8A-4147-A177-3AD203B41FA5}">
                      <a16:colId xmlns:a16="http://schemas.microsoft.com/office/drawing/2014/main" val="3984913732"/>
                    </a:ext>
                  </a:extLst>
                </a:gridCol>
                <a:gridCol w="1724772">
                  <a:extLst>
                    <a:ext uri="{9D8B030D-6E8A-4147-A177-3AD203B41FA5}">
                      <a16:colId xmlns:a16="http://schemas.microsoft.com/office/drawing/2014/main" val="2895388115"/>
                    </a:ext>
                  </a:extLst>
                </a:gridCol>
                <a:gridCol w="1713657">
                  <a:extLst>
                    <a:ext uri="{9D8B030D-6E8A-4147-A177-3AD203B41FA5}">
                      <a16:colId xmlns:a16="http://schemas.microsoft.com/office/drawing/2014/main" val="449660514"/>
                    </a:ext>
                  </a:extLst>
                </a:gridCol>
              </a:tblGrid>
              <a:tr h="1361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주요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단계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210184"/>
                  </a:ext>
                </a:extLst>
              </a:tr>
              <a:tr h="463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작업방법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안면부에 공기가 나오는 지 확인 후 안면부를 얼굴에 맞게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머리끈을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 조절한다 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착용자의 호흡에 맞게 유량 조절밸브를 조절해 준다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176292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20DAF807-E645-4BD0-A7A5-BEEBEE8F1509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27" y="1129405"/>
            <a:ext cx="1710000" cy="122817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C1123EF-C66A-466A-9175-D330918170B5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65738" y="1133078"/>
            <a:ext cx="1710000" cy="122450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F50FBB6-1D79-436B-B6A7-5C41D920F118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605549" y="1129404"/>
            <a:ext cx="1703210" cy="122450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5A1B3B-5847-4A2A-9428-EB0F90BD7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349" y="1129404"/>
            <a:ext cx="1677000" cy="122450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2A0B76C-457B-413B-A156-8F18A0E32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904" y="2881624"/>
            <a:ext cx="1703210" cy="133396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385BA8C-9F74-4E0E-9AAF-8F530F9C38BE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872693" y="2906999"/>
            <a:ext cx="1696089" cy="133396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6D227E3-EEBE-4C4C-B30B-5E436CFD9B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829" y="1134548"/>
            <a:ext cx="1677000" cy="116531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99DC155-FB69-4F53-95DF-4A466A2C9A7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D7C1E29-F549-4662-997B-D8B29564866D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F96C7D-8245-4587-834D-A03A611DD043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EEFFC506-4BE6-4F99-AAB5-0043AAD0F9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01F3B07-1E8C-4F38-A1B6-D02B8C8F53B1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03A22A9F-4B03-49CE-9E0E-8EC1F350F087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491727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9B27D7-9CE5-424D-BBD4-498449B6F67A}"/>
              </a:ext>
            </a:extLst>
          </p:cNvPr>
          <p:cNvSpPr/>
          <p:nvPr/>
        </p:nvSpPr>
        <p:spPr>
          <a:xfrm>
            <a:off x="486158" y="77144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구조용 삼각대 구조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44C5210-5EA0-4247-8EE9-8AA8429A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95" y="1114992"/>
            <a:ext cx="8846944" cy="55795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DC16A37-7D97-432A-908D-1388607BEE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BC145F-D573-4A9D-B1FE-F6B0183A99CE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87D8A-0996-443E-A9B0-8C8F574E4CF6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40DAA930-833F-4DB4-B8A8-E84688CD56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CC36074-48E3-4875-8848-DB7612CAB4D3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7C72415E-6B02-45FE-B8E7-38BC5E8AA0E6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1146203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A179043-4A5A-4002-A57B-8B514C8B5A87}"/>
              </a:ext>
            </a:extLst>
          </p:cNvPr>
          <p:cNvSpPr/>
          <p:nvPr/>
        </p:nvSpPr>
        <p:spPr>
          <a:xfrm>
            <a:off x="486158" y="771448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구조용 삼각대 설치방법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103768-4DFE-412B-B970-45A298C82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081"/>
          <a:stretch/>
        </p:blipFill>
        <p:spPr>
          <a:xfrm>
            <a:off x="648178" y="1329978"/>
            <a:ext cx="9397043" cy="41687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E8000B8-F7F6-4E0A-80E3-7844F21E78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A227EE-2ECC-43B8-8647-90EF18166BF3}"/>
              </a:ext>
            </a:extLst>
          </p:cNvPr>
          <p:cNvSpPr txBox="1"/>
          <p:nvPr/>
        </p:nvSpPr>
        <p:spPr>
          <a:xfrm>
            <a:off x="1141184" y="129424"/>
            <a:ext cx="34753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대피용 기구 및 보호구의 사용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D835F-E4C3-4CA5-BA38-BCD0AACB5406}"/>
              </a:ext>
            </a:extLst>
          </p:cNvPr>
          <p:cNvSpPr txBox="1"/>
          <p:nvPr/>
        </p:nvSpPr>
        <p:spPr>
          <a:xfrm>
            <a:off x="294917" y="12942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09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3361B50-0E24-4F9C-8C8F-B3EC5AB73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6FC9963-5442-407C-9AF9-6EFCAC13B0CD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F90E6FF8-32E8-485D-9B89-A4618AB770B9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968108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78148" y="933934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10.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응급처치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78148" y="1204424"/>
            <a:ext cx="1000911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응급 재해 발생시 병원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119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구조대와 연락할 수 있는 비상연락체계를 다음과 같이 구성한다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887784"/>
              </p:ext>
            </p:extLst>
          </p:nvPr>
        </p:nvGraphicFramePr>
        <p:xfrm>
          <a:off x="868202" y="2197315"/>
          <a:ext cx="8654962" cy="3933588"/>
        </p:xfrm>
        <a:graphic>
          <a:graphicData uri="http://schemas.openxmlformats.org/drawingml/2006/table">
            <a:tbl>
              <a:tblPr/>
              <a:tblGrid>
                <a:gridCol w="1107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07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4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1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66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추진팀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연락처</a:t>
                      </a: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인근병원 연락처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구조대 연락처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유관기관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총괄자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센터장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아무개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서울병원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02-xxxx-xxxx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긴급전화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119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노동관서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 관리자</a:t>
                      </a: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홍길동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lvl="0" indent="0" algn="ctr" defTabSz="914446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관리감독자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홍길동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명동병원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46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02-xxxx-xxxx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관 내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소방서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46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02-xxxx</a:t>
                      </a:r>
                    </a:p>
                    <a:p>
                      <a:pPr marL="0" marR="0" lvl="0" indent="0" algn="ctr" defTabSz="914446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안전보건공단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관리감독자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홍길동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관리감독자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홍길동</a:t>
                      </a:r>
                      <a:endParaRPr lang="en-US" altLang="ko-KR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(010-xxxx-xxxx)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○○병원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경찰서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112 or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02-xxxx-xxxx</a:t>
                      </a:r>
                      <a:endParaRPr lang="ko-KR" altLang="en-US" sz="1200" kern="0" spc="0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7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기타 관련자</a:t>
                      </a:r>
                    </a:p>
                  </a:txBody>
                  <a:tcPr marL="17907" marR="17907" marT="17907" marB="1790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32867" y="1919014"/>
            <a:ext cx="30348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당사 보고는 </a:t>
            </a:r>
            <a:r>
              <a:rPr lang="en-US" altLang="ko-KR" sz="12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‘</a:t>
            </a:r>
            <a:r>
              <a:rPr lang="ko-KR" altLang="en-US" sz="12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사고보고체계</a:t>
            </a:r>
            <a:r>
              <a:rPr lang="en-US" altLang="ko-KR" sz="12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’</a:t>
            </a:r>
            <a:r>
              <a:rPr lang="ko-KR" altLang="en-US" sz="12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에 따라 보고실시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86158" y="1185962"/>
            <a:ext cx="96130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10.1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응급비상연락체계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10568" y="6310143"/>
            <a:ext cx="9136632" cy="4924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만약 응급 재해가 발생하면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구축된 비상연락망에 따라 병원 또는 구조대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추진팀에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신속히 연락하고 재해자에 대해서는 구조대가 </a:t>
            </a:r>
            <a:b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</a:b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도착하기 전까지 주위 사람의 도움을 받아 인공호흡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</a:rPr>
              <a:t>심페소생술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등 적절한 응급처치를 실시한다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 rot="20412881" flipH="1">
            <a:off x="3641367" y="5089909"/>
            <a:ext cx="2762593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센터에 맞게 수정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2EE721B-361D-4E01-8462-BD27FBC070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6DA1A5-0E51-4172-A10F-4D04D537F6AE}"/>
              </a:ext>
            </a:extLst>
          </p:cNvPr>
          <p:cNvSpPr txBox="1"/>
          <p:nvPr/>
        </p:nvSpPr>
        <p:spPr>
          <a:xfrm>
            <a:off x="1141184" y="129424"/>
            <a:ext cx="113492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응급 처치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A92EB7-FE18-4B18-A42B-FE9A335B9118}"/>
              </a:ext>
            </a:extLst>
          </p:cNvPr>
          <p:cNvSpPr txBox="1"/>
          <p:nvPr/>
        </p:nvSpPr>
        <p:spPr>
          <a:xfrm>
            <a:off x="321367" y="129424"/>
            <a:ext cx="3478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10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1BFA3F46-5EF1-42FD-A9F7-083922E278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A895211-F35A-462C-B0F1-352DF11A4A78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1">
            <a:extLst>
              <a:ext uri="{FF2B5EF4-FFF2-40B4-BE49-F238E27FC236}">
                <a16:creationId xmlns:a16="http://schemas.microsoft.com/office/drawing/2014/main" id="{B0122EF2-B80A-4E0C-B47B-F0F3D17C8E47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2432440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8148" y="1041946"/>
            <a:ext cx="10009112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  10.2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응급처치 시 관찰사항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     :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응급처치 시에는 다음의 사항을 주의 깊게 관찰하고 그 내용을 의사에게 정확히 전달하여 치료에 참고하도록 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653038"/>
              </p:ext>
            </p:extLst>
          </p:nvPr>
        </p:nvGraphicFramePr>
        <p:xfrm>
          <a:off x="882204" y="1439080"/>
          <a:ext cx="9937104" cy="38153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93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5334">
                <a:tc>
                  <a:txBody>
                    <a:bodyPr/>
                    <a:lstStyle/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6527780" algn="l"/>
                          <a:tab pos="-16019780" algn="l"/>
                          <a:tab pos="-15511780" algn="l"/>
                          <a:tab pos="-15003780" algn="l"/>
                          <a:tab pos="-14495780" algn="l"/>
                          <a:tab pos="-13987780" algn="l"/>
                          <a:tab pos="-13479780" algn="l"/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</a:tabLst>
                      </a:pPr>
                      <a:endParaRPr lang="ko-KR" altLang="en-US" sz="600" kern="0" spc="-5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6527780" algn="l"/>
                          <a:tab pos="-16019780" algn="l"/>
                          <a:tab pos="-15511780" algn="l"/>
                          <a:tab pos="-15003780" algn="l"/>
                          <a:tab pos="-14495780" algn="l"/>
                          <a:tab pos="-13987780" algn="l"/>
                          <a:tab pos="-13479780" algn="l"/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</a:tabLs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-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의식이 있는지 확인한다</a:t>
                      </a:r>
                      <a:r>
                        <a:rPr lang="en-US" altLang="ko-KR" sz="1200" kern="0" spc="-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2000" kern="0" spc="-1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323850" marR="100330" indent="-3238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-7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호흡하고 있는지 확인한다</a:t>
                      </a:r>
                      <a:r>
                        <a:rPr lang="en-US" altLang="ko-KR" sz="1200" kern="0" spc="-7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kern="0" spc="-7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호흡이 정지되어 있으면 머리를 뒤로 젖히거나 아래턱을 밀어내어 기도를 열어주고 다시 확인</a:t>
                      </a:r>
                      <a:r>
                        <a:rPr lang="ko-KR" altLang="en-US" sz="1200" kern="0" spc="-3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한다</a:t>
                      </a:r>
                      <a:r>
                        <a:rPr lang="en-US" altLang="ko-KR" sz="1200" kern="0" spc="-3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 </a:t>
                      </a:r>
                      <a:endParaRPr lang="ko-KR" altLang="en-US" sz="1200" kern="0" spc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출혈의 유무를 살펴본다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323850" marR="100330" indent="-3238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맥을 짚어본다</a:t>
                      </a:r>
                      <a:r>
                        <a:rPr lang="en-US" altLang="ko-KR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맥박이 뛰지 않는다고 느낄 때는 동공을 살펴본다</a:t>
                      </a:r>
                      <a:r>
                        <a:rPr lang="en-US" altLang="ko-KR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동공이 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크게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벌어져 있으면 위험하고 동공의 크기가 좌우 틀리면 뇌에 이상이 있는 경우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임</a:t>
                      </a:r>
                      <a:endParaRPr lang="ko-KR" altLang="en-US" sz="1000" kern="0" spc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손발이 움직이는가를 본다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323850" marR="100330" indent="-3238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얼굴과 피부색</a:t>
                      </a:r>
                      <a:r>
                        <a:rPr lang="en-US" altLang="ko-KR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체온을 살펴본다</a:t>
                      </a:r>
                      <a:r>
                        <a:rPr lang="en-US" altLang="ko-KR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혀</a:t>
                      </a:r>
                      <a:r>
                        <a:rPr lang="en-US" altLang="ko-KR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입술</a:t>
                      </a:r>
                      <a:r>
                        <a:rPr lang="en-US" altLang="ko-KR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kern="0" spc="-4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피부 등이 푸르스름한 색 또는 흑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색이 되고 손톱은 암자색이 되었는지 살펴본다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재해자의 체온을 유지하도록 보온한다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 </a:t>
                      </a:r>
                      <a:endParaRPr lang="ko-KR" altLang="en-US" sz="1000" kern="0" spc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459740" marR="100330" indent="-45974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협력자를 구한다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kern="0" spc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  <a:p>
                      <a:pPr marL="323850" marR="100330" indent="-3238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재해자를 운반할 때는 서두르지 말고 재해자의 마음을 가라앉히고 되도록 재해자의 상처를 건드리지 않도록 주의하여 운반한다</a:t>
                      </a:r>
                      <a:r>
                        <a:rPr lang="en-US" altLang="ko-KR" sz="1200" kern="0" spc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모서리가 둥근 직사각형 14"/>
          <p:cNvSpPr/>
          <p:nvPr/>
        </p:nvSpPr>
        <p:spPr>
          <a:xfrm>
            <a:off x="1227204" y="5129255"/>
            <a:ext cx="1832931" cy="3714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의식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호흡 확인</a:t>
            </a:r>
          </a:p>
        </p:txBody>
      </p:sp>
      <p:cxnSp>
        <p:nvCxnSpPr>
          <p:cNvPr id="17" name="직선 화살표 연결선 16"/>
          <p:cNvCxnSpPr>
            <a:stCxn id="15" idx="2"/>
            <a:endCxn id="19" idx="0"/>
          </p:cNvCxnSpPr>
          <p:nvPr/>
        </p:nvCxnSpPr>
        <p:spPr>
          <a:xfrm>
            <a:off x="2143670" y="5500723"/>
            <a:ext cx="0" cy="21412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78148" y="4750358"/>
            <a:ext cx="237626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    10.3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응급처치 요령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227204" y="5714844"/>
            <a:ext cx="1832931" cy="3714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구조 요청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(119,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병원 등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2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227204" y="6281383"/>
            <a:ext cx="1832931" cy="3714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응급처치 실시</a:t>
            </a:r>
          </a:p>
        </p:txBody>
      </p:sp>
      <p:cxnSp>
        <p:nvCxnSpPr>
          <p:cNvPr id="23" name="직선 화살표 연결선 22"/>
          <p:cNvCxnSpPr>
            <a:stCxn id="19" idx="2"/>
            <a:endCxn id="20" idx="0"/>
          </p:cNvCxnSpPr>
          <p:nvPr/>
        </p:nvCxnSpPr>
        <p:spPr>
          <a:xfrm>
            <a:off x="2143670" y="6086312"/>
            <a:ext cx="0" cy="19507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23394" y="6256355"/>
            <a:ext cx="3024336" cy="5386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latinLnBrk="1">
              <a:spcBef>
                <a:spcPts val="600"/>
              </a:spcBef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-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호흡이 없는 경우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인공호흡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 -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호흡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/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맥박이 없는 경우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</a:rPr>
              <a:t>심폐소생술</a:t>
            </a:r>
          </a:p>
        </p:txBody>
      </p:sp>
      <p:pic>
        <p:nvPicPr>
          <p:cNvPr id="25" name="_x344190640" descr="EMB0000116cba6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3"/>
          <a:stretch/>
        </p:blipFill>
        <p:spPr bwMode="auto">
          <a:xfrm>
            <a:off x="5850756" y="4930378"/>
            <a:ext cx="2894013" cy="195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A89926E-EB5B-4EF7-AF92-8CE1C0C5AB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E20742-940D-4733-BA72-9F5D4AB87D7C}"/>
              </a:ext>
            </a:extLst>
          </p:cNvPr>
          <p:cNvSpPr txBox="1"/>
          <p:nvPr/>
        </p:nvSpPr>
        <p:spPr>
          <a:xfrm>
            <a:off x="1141184" y="129424"/>
            <a:ext cx="113492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응급 처치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017C14-D28C-4A54-B226-2F80547EBE6C}"/>
              </a:ext>
            </a:extLst>
          </p:cNvPr>
          <p:cNvSpPr txBox="1"/>
          <p:nvPr/>
        </p:nvSpPr>
        <p:spPr>
          <a:xfrm>
            <a:off x="321367" y="129424"/>
            <a:ext cx="3478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10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27" name="그래픽 26">
            <a:extLst>
              <a:ext uri="{FF2B5EF4-FFF2-40B4-BE49-F238E27FC236}">
                <a16:creationId xmlns:a16="http://schemas.microsoft.com/office/drawing/2014/main" id="{F12883B4-84DB-4729-A02F-E324AD6A0B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CA816BE-20B7-4137-8567-65E92A348CAB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1">
            <a:extLst>
              <a:ext uri="{FF2B5EF4-FFF2-40B4-BE49-F238E27FC236}">
                <a16:creationId xmlns:a16="http://schemas.microsoft.com/office/drawing/2014/main" id="{A584A013-2610-410E-8025-DDC776DBBD5A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569630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0" y="1354534"/>
            <a:ext cx="4248000" cy="563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212" y="1329978"/>
            <a:ext cx="4356000" cy="5666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629030" y="1108621"/>
            <a:ext cx="353654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○ 인공호흡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맥박은 뛰나 호흡이 없는 경우에 실시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74985" y="1108621"/>
            <a:ext cx="36808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○ 심폐소생술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호흡과 맥박이 모두 없는 경우에 실시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495D4D-87B3-49A3-8273-0C721D97AB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656B9C-E829-40D3-89EC-75A790935F6D}"/>
              </a:ext>
            </a:extLst>
          </p:cNvPr>
          <p:cNvSpPr txBox="1"/>
          <p:nvPr/>
        </p:nvSpPr>
        <p:spPr>
          <a:xfrm>
            <a:off x="1141184" y="129424"/>
            <a:ext cx="113492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응급 처치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E96D1-2BBA-4B04-BE97-3BB32B6EF42F}"/>
              </a:ext>
            </a:extLst>
          </p:cNvPr>
          <p:cNvSpPr txBox="1"/>
          <p:nvPr/>
        </p:nvSpPr>
        <p:spPr>
          <a:xfrm>
            <a:off x="321367" y="129424"/>
            <a:ext cx="3478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10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D0D2FBB2-6696-48B8-AA30-260EFB9D37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4C48FF3-6659-4241-9DE5-32A5E803B6E3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BE6C76C3-AB65-4AED-89EF-114AD22781B0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40896319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61936" y="103976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11.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교육훈련의 실시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78148" y="1329978"/>
            <a:ext cx="10009112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 시마다 관리감독자는 작업자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감시인 등을 대상으로 작업 전 수시안전교육을 실시한다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937846"/>
              </p:ext>
            </p:extLst>
          </p:nvPr>
        </p:nvGraphicFramePr>
        <p:xfrm>
          <a:off x="414660" y="1906042"/>
          <a:ext cx="2195736" cy="3708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95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질식재해예방 대책 수립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378148" y="2446102"/>
            <a:ext cx="9289032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유해가스의 종류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유해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위험성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산소 및 유해가스의 농도 측정방법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공기호흡기 등 보호구의 사용방법 및 보수점검요령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공정별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 표준작업요령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사고발생 시의 대처요령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응급처치요령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  <a:p>
            <a:pPr marL="285765" indent="-285765" latinLnBrk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  <a:sym typeface="Wingdings" panose="05000000000000000000" pitchFamily="2" charset="2"/>
              </a:rPr>
              <a:t>기타 안전보건상의 조치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sym typeface="Wingdings" panose="05000000000000000000" pitchFamily="2" charset="2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61936" y="4648266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12.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기타 안전보건상의 조치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86158" y="4923118"/>
            <a:ext cx="989621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1)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통상적으로 출입할 필요가 없는 밀폐공간에 대해서는 잠금 장치를 채워서 출입을 제한한다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2)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청소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보수 등 밀폐공간에서 행하여지는 작업을 발주하는 경우에는 도급인에게 밀폐공간 출입 작업에 관한 주의사항을 주지하는 동시에 동 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프로그램에 규정된 조치를 발주조건에 명시한다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9DF164F-5E78-4B1E-AF3C-DBDAD477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64ADBC-D377-41C4-80BC-E05D5D08DD24}"/>
              </a:ext>
            </a:extLst>
          </p:cNvPr>
          <p:cNvSpPr txBox="1"/>
          <p:nvPr/>
        </p:nvSpPr>
        <p:spPr>
          <a:xfrm>
            <a:off x="1141184" y="129424"/>
            <a:ext cx="500778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교육</a:t>
            </a:r>
            <a:r>
              <a:rPr lang="en-US" altLang="ko-KR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/</a:t>
            </a:r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훈련의 실시</a:t>
            </a:r>
            <a:r>
              <a:rPr lang="en-US" altLang="ko-KR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기타 안전보건상의 조치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A97B8F-217E-4C5C-9EA9-F0D03FA272E1}"/>
              </a:ext>
            </a:extLst>
          </p:cNvPr>
          <p:cNvSpPr txBox="1"/>
          <p:nvPr/>
        </p:nvSpPr>
        <p:spPr>
          <a:xfrm>
            <a:off x="84925" y="129424"/>
            <a:ext cx="82073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11~12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BF18339E-4D5A-411A-88FA-93003E9FB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56A7E96-D642-4AA6-B429-1388D96C227A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내용 개체 틀 1">
            <a:extLst>
              <a:ext uri="{FF2B5EF4-FFF2-40B4-BE49-F238E27FC236}">
                <a16:creationId xmlns:a16="http://schemas.microsoft.com/office/drawing/2014/main" id="{6A77471A-592E-4AEE-989F-F0E8BBEA1CB7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186690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61936" y="1039768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 13. 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프로그램의 평가</a:t>
            </a:r>
            <a:endParaRPr lang="en-US" altLang="ko-KR" sz="1300" b="1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78148" y="1329978"/>
            <a:ext cx="1000911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프로그램 수행결과에 대하여 적정성을 주기적으로 평가하고 필요 시 적절한 조치를 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176384"/>
              </p:ext>
            </p:extLst>
          </p:nvPr>
        </p:nvGraphicFramePr>
        <p:xfrm>
          <a:off x="414660" y="3958270"/>
          <a:ext cx="9792580" cy="731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92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프로그램에 대한 평가는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별첨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2]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프로그램 평가표를 활용하여 평가하고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전체 평가결과에 대한 판정은 우수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양호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보통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미흡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불량의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5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단계로 구분하며 판정기준은 아래와 같이 한다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=&gt;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매년 말 평가 결과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평가표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 작성 후 비치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486158" y="1870038"/>
            <a:ext cx="9896216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1)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통상적으로 출입할 필요가 없는 밀폐공간에 대해서는 잠금 장치를 채워서 출입을 제한한다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2)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청소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보수 등 밀폐공간에서 행하여지는 작업을 발주하는 경우에는 외주업체에 밀폐공간 출입 작업에 관한 주의사항을 주지하는 동시에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 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동 프로그램을 공유 한다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.    </a:t>
            </a: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3)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환기대책수립의 적합성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4)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공기호흡기 등 보호구의 선정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사용 및 유지관리의 적정성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5)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응급처치체계 적정여부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6)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근로자에 대한 교육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훈련의 적정성 등</a:t>
            </a:r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</a:rPr>
              <a:t>  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14474"/>
              </p:ext>
            </p:extLst>
          </p:nvPr>
        </p:nvGraphicFramePr>
        <p:xfrm>
          <a:off x="810196" y="4868058"/>
          <a:ext cx="8388932" cy="1753362"/>
        </p:xfrm>
        <a:graphic>
          <a:graphicData uri="http://schemas.openxmlformats.org/drawingml/2006/table">
            <a:tbl>
              <a:tblPr/>
              <a:tblGrid>
                <a:gridCol w="2796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6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3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평가결과</a:t>
                      </a:r>
                    </a:p>
                  </a:txBody>
                  <a:tcPr marL="17907" marR="17907" marT="17907" marB="17907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점수범위</a:t>
                      </a:r>
                    </a:p>
                  </a:txBody>
                  <a:tcPr marL="17907" marR="17907" marT="17907" marB="179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평가결과의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“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ㅇ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”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판정수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17907" marR="17907" marT="17907" marB="179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우수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90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이상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 이상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7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양호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80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이상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~ 90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미만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18~19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보통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70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이상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~ 80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미만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16~17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미흡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60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이상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~70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미만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14~15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8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불량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60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 미만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13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 이하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5B2D543D-1C3C-4F82-A461-885A119A62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E579E4-B5EE-4E40-8237-C069882F7D8A}"/>
              </a:ext>
            </a:extLst>
          </p:cNvPr>
          <p:cNvSpPr txBox="1"/>
          <p:nvPr/>
        </p:nvSpPr>
        <p:spPr>
          <a:xfrm>
            <a:off x="1141184" y="129424"/>
            <a:ext cx="19332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프로그램의 평가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70D926-7F67-40BA-BC21-1FA81991F8B6}"/>
              </a:ext>
            </a:extLst>
          </p:cNvPr>
          <p:cNvSpPr txBox="1"/>
          <p:nvPr/>
        </p:nvSpPr>
        <p:spPr>
          <a:xfrm>
            <a:off x="324573" y="129424"/>
            <a:ext cx="34144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</a:rPr>
              <a:t>13</a:t>
            </a:r>
            <a:endParaRPr lang="ko-KR" altLang="en-US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</a:endParaRPr>
          </a:p>
        </p:txBody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FB682753-F7EF-46C0-B3CD-226C34F01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A394918-3D4E-4579-8B1F-7007E73A0D80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내용 개체 틀 1">
            <a:extLst>
              <a:ext uri="{FF2B5EF4-FFF2-40B4-BE49-F238E27FC236}">
                <a16:creationId xmlns:a16="http://schemas.microsoft.com/office/drawing/2014/main" id="{6615A9F0-F4E0-48E6-AB7D-218540C5B176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187143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198127" y="1185963"/>
            <a:ext cx="10333149" cy="57708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28612" indent="-228612" latinLnBrk="1">
              <a:spcBef>
                <a:spcPts val="600"/>
              </a:spcBef>
              <a:buAutoNum type="arabicPeriod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다음의 지층에 접하거나 통하는 우물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수직갱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터널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잠함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피트 또는 그밖에 이와 유사한 것의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가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.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상층에 물이 통과하지 않는 지층이 있는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역암층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중 함수 또는 용수가 없거나 적은 부분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나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.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제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1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철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염류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또는 제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1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망간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염류를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함유하는 지층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다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.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메탄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에탄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또는 부탄을 함유하는 지층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latinLnBrk="1">
              <a:spcBef>
                <a:spcPts val="600"/>
              </a:spcBef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 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라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.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탄산수를 용출하고 있거나 용출할 우려가 있는 지층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장기간 사용하지 않은 우물 등의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케이블  가스관 또는 지하에 부설되어 있는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매설물을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수용하기 위하여 지하에 부설한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암거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맨홀 또는 피트의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빗물  하천의 유수 또는 용수가 있거나 있었던 통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암거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맨홀 또는 피트의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바닷물이 있거나 있었던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열교환기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관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암거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맨홀  둑 또는 피트의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장기간 밀폐된 강재의 보일러  탱크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반응탑이나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그 밖에 그 내벽이 산화하기 쉬운 시설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(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그 내벽이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스테인리스강으로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된 것 또는 그 내벽의 산화를 방지하기 위하여 필요한 조치가 되어 있는 것은 제외한다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)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석탄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아탄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황화광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강재  원목  건성유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어유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또는 그 밖의 공기 중의 산소를 흡수하는 물질이 들어 있는 탱크 또는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호퍼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(hopper)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등의 저장시설이나 선창의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천장  바닥 또는 벽이 건성유를 함유하는 페인트로 도장되어 그 페인트가 건조되기 전에 밀폐된 지하실  창고 또는 탱크 등 통풍이 불충분한 시설의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곡물 또는 사료의 저장용 창고 또는 피트의 내부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과일의 숙성용 창고 또는 피트의 내부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종자의 발아용 창고 또는 피트의 내부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버섯류의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재배를 위하여 사용하고 있는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사일로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(silo),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그 밖에 곡물 또는 사료종자를 적재한 선창의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간장  주류  효모 그 밖에 발효하는 물품이 들어 있거나 들어 있었던 탱크  창고 또는 양조주의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분뇨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오염된 흙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썩은 물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폐수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오수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그 밖에 부패하거나 분해되기 쉬운 물질이 들어있는 정화조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침전조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집수조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탱크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암거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맨홀  관 또는 피트의 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드라이아이스를 사용하는 냉장고 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냉동고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 냉동화물자동차 또는 냉동컨테이너의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헬륨  아르곤  질소  프레온  이산화탄소 또는 그 밖의 불활성기체가 들어 있거나 있었던 보일러  탱크 또는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반응탑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등 시설의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산소농도가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18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퍼센트 미만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23.5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퍼센트 이상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이산화탄소농도가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1.5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퍼센트 이상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일산화탄소 농도가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30ppm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이상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또는 황화수소농도가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10ppm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이상인 장소의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갈탄  목탄  연탄난로를 사용하는 콘크리트 양생장소 및 가설숙소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화학물질이 들어있던 반응기 및 탱크의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유해가스가 들어있던 배관이나 </a:t>
            </a:r>
            <a:r>
              <a:rPr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집진기의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sym typeface="Wingdings 2" panose="05020102010507070707" pitchFamily="18" charset="2"/>
              </a:rPr>
              <a:t>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sym typeface="Wingdings 2" panose="05020102010507070707" pitchFamily="18" charset="2"/>
            </a:endParaRPr>
          </a:p>
          <a:p>
            <a:pPr marL="228612" indent="-228612" latinLnBrk="1">
              <a:spcBef>
                <a:spcPts val="600"/>
              </a:spcBef>
              <a:buAutoNum type="arabicPeriod" startAt="2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</a:rPr>
              <a:t>근로자가 상주하지 않는 공간으로서 출입이 제한되어 있는 장소의 내부</a:t>
            </a:r>
            <a:endParaRPr lang="en-US" altLang="ko-KR" sz="11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26120" y="857570"/>
            <a:ext cx="928903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600"/>
              </a:spcBef>
            </a:pP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밀폐공간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제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618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조 제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1</a:t>
            </a:r>
            <a:r>
              <a:rPr lang="ko-KR" altLang="en-US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호 관련</a:t>
            </a:r>
            <a:r>
              <a:rPr lang="en-US" altLang="ko-KR" sz="1300" b="1" dirty="0"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5CBA63-025D-48ED-8B47-8FC0C3E0DC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48326-E5A2-465B-ACC9-D889F3AEB192}"/>
              </a:ext>
            </a:extLst>
          </p:cNvPr>
          <p:cNvSpPr txBox="1"/>
          <p:nvPr/>
        </p:nvSpPr>
        <p:spPr>
          <a:xfrm>
            <a:off x="1141184" y="129424"/>
            <a:ext cx="22698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 분류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85F59-2641-4CBC-85F1-EE41DF960B89}"/>
              </a:ext>
            </a:extLst>
          </p:cNvPr>
          <p:cNvSpPr txBox="1"/>
          <p:nvPr/>
        </p:nvSpPr>
        <p:spPr>
          <a:xfrm>
            <a:off x="213966" y="129424"/>
            <a:ext cx="56265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20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</a:t>
            </a:r>
            <a:r>
              <a:rPr lang="en-US" altLang="ko-KR" sz="20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20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539F693D-23FF-407F-95D3-DE58D2958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6551616-C7B2-46D7-A156-04E3FA123FEA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81890622-D0C6-4B4E-A731-628C75145BE9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24657842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412" y="969938"/>
            <a:ext cx="4671520" cy="62286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68EAA16-D6C4-4483-B473-EA5CA10FFF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A4A936-9106-4E5D-ABCF-243CB55268AB}"/>
              </a:ext>
            </a:extLst>
          </p:cNvPr>
          <p:cNvSpPr txBox="1"/>
          <p:nvPr/>
        </p:nvSpPr>
        <p:spPr>
          <a:xfrm>
            <a:off x="1141184" y="129424"/>
            <a:ext cx="367087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 작업 프로그램 평가표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B69E52-4729-454F-BF61-C2CD506B40D0}"/>
              </a:ext>
            </a:extLst>
          </p:cNvPr>
          <p:cNvSpPr txBox="1"/>
          <p:nvPr/>
        </p:nvSpPr>
        <p:spPr>
          <a:xfrm>
            <a:off x="195532" y="129424"/>
            <a:ext cx="59952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20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</a:t>
            </a:r>
            <a:r>
              <a:rPr lang="en-US" altLang="ko-KR" sz="20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20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AD3B7F33-E292-4965-85C6-648DD6B2E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705FA29-D7F0-47A4-AA9F-7F93B8950DCE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67BF1951-1144-4D6B-834E-9454D829DFFC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469030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D5F2E4-12D7-47CB-A5ED-4560AC4CB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6" y="1654014"/>
            <a:ext cx="10459268" cy="3649083"/>
          </a:xfrm>
          <a:prstGeom prst="rect">
            <a:avLst/>
          </a:prstGeom>
        </p:spPr>
      </p:pic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3FF50DF6-140F-480D-BE48-7D80D6641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796619"/>
              </p:ext>
            </p:extLst>
          </p:nvPr>
        </p:nvGraphicFramePr>
        <p:xfrm>
          <a:off x="9307140" y="615451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525" progId="Excel.Sheet.12">
                  <p:embed/>
                </p:oleObj>
              </mc:Choice>
              <mc:Fallback>
                <p:oleObj name="Worksheet" showAsIcon="1" r:id="rId3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07140" y="615451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7A9F3F9-D427-4F79-A121-DF6E2D69A98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5"/>
          <a:stretch/>
        </p:blipFill>
        <p:spPr>
          <a:xfrm>
            <a:off x="0" y="0"/>
            <a:ext cx="10693400" cy="622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B6D4DD-6CAA-4F3B-B9E8-E9CA1B8496A0}"/>
              </a:ext>
            </a:extLst>
          </p:cNvPr>
          <p:cNvSpPr txBox="1"/>
          <p:nvPr/>
        </p:nvSpPr>
        <p:spPr>
          <a:xfrm>
            <a:off x="1141184" y="129424"/>
            <a:ext cx="280204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</a:rPr>
              <a:t>밀폐공간 출입 관리대장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29445-4E2A-45A4-B183-877748B4B9A0}"/>
              </a:ext>
            </a:extLst>
          </p:cNvPr>
          <p:cNvSpPr txBox="1"/>
          <p:nvPr/>
        </p:nvSpPr>
        <p:spPr>
          <a:xfrm>
            <a:off x="192326" y="129424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20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</a:t>
            </a:r>
            <a:r>
              <a:rPr lang="en-US" altLang="ko-KR" sz="20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20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7E884B23-1EB9-43AB-848B-8A298C701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2291" y="7228878"/>
            <a:ext cx="801906" cy="250057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E3739AA-31BA-43BF-B023-FC654CB94D6A}"/>
              </a:ext>
            </a:extLst>
          </p:cNvPr>
          <p:cNvCxnSpPr>
            <a:cxnSpLocks/>
          </p:cNvCxnSpPr>
          <p:nvPr/>
        </p:nvCxnSpPr>
        <p:spPr>
          <a:xfrm>
            <a:off x="-27737" y="558109"/>
            <a:ext cx="10693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BC30E4C9-14E3-46DF-BDB5-D21550DB9FEC}"/>
              </a:ext>
            </a:extLst>
          </p:cNvPr>
          <p:cNvSpPr txBox="1">
            <a:spLocks/>
          </p:cNvSpPr>
          <p:nvPr/>
        </p:nvSpPr>
        <p:spPr>
          <a:xfrm>
            <a:off x="7903073" y="98984"/>
            <a:ext cx="2741124" cy="43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12" indent="-228612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1pPr>
            <a:lvl2pPr marL="68583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2pPr>
            <a:lvl3pPr marL="1143058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3pPr>
            <a:lvl4pPr marL="1600281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4pPr>
            <a:lvl5pPr marL="2057506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+mn-cs"/>
              </a:defRPr>
            </a:lvl5pPr>
            <a:lvl6pPr marL="2514729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52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5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00" indent="-228612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2000" dirty="0"/>
              <a:t>밀폐공간 작업 프로그램</a:t>
            </a:r>
          </a:p>
        </p:txBody>
      </p:sp>
    </p:spTree>
    <p:extLst>
      <p:ext uri="{BB962C8B-B14F-4D97-AF65-F5344CB8AC3E}">
        <p14:creationId xmlns:p14="http://schemas.microsoft.com/office/powerpoint/2010/main" val="333841392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24426</TotalTime>
  <Words>5426</Words>
  <Application>Microsoft Office PowerPoint</Application>
  <PresentationFormat>사용자 지정</PresentationFormat>
  <Paragraphs>960</Paragraphs>
  <Slides>38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38</vt:i4>
      </vt:variant>
    </vt:vector>
  </HeadingPairs>
  <TitlesOfParts>
    <vt:vector size="49" baseType="lpstr">
      <vt:lpstr>Pretendard</vt:lpstr>
      <vt:lpstr>굴림</vt:lpstr>
      <vt:lpstr>Pretendard SemiBold</vt:lpstr>
      <vt:lpstr>Arial</vt:lpstr>
      <vt:lpstr>Cambria Math</vt:lpstr>
      <vt:lpstr>Wingdings</vt:lpstr>
      <vt:lpstr>1_디자인 사용자 지정</vt:lpstr>
      <vt:lpstr>디자인 사용자 지정</vt:lpstr>
      <vt:lpstr>2_디자인 사용자 지정</vt:lpstr>
      <vt:lpstr>Presentation</vt:lpstr>
      <vt:lpstr>Worksheet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PI TFT</dc:creator>
  <cp:lastModifiedBy>종근 이</cp:lastModifiedBy>
  <cp:revision>1080</cp:revision>
  <cp:lastPrinted>2019-08-27T04:46:23Z</cp:lastPrinted>
  <dcterms:created xsi:type="dcterms:W3CDTF">2014-09-22T05:44:49Z</dcterms:created>
  <dcterms:modified xsi:type="dcterms:W3CDTF">2026-04-18T23:32:31Z</dcterms:modified>
</cp:coreProperties>
</file>