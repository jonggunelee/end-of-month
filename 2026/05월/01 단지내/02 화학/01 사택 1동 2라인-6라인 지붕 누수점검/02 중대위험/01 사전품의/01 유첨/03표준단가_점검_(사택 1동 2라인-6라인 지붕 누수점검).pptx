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2" r:id="rId2"/>
    <p:sldId id="279" r:id="rId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3" orient="horz" pos="1706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9" autoAdjust="0"/>
    <p:restoredTop sz="94660" autoAdjust="0"/>
  </p:normalViewPr>
  <p:slideViewPr>
    <p:cSldViewPr showGuides="1">
      <p:cViewPr varScale="1">
        <p:scale>
          <a:sx n="105" d="100"/>
          <a:sy n="105" d="100"/>
        </p:scale>
        <p:origin x="2112" y="108"/>
      </p:cViewPr>
      <p:guideLst>
        <p:guide orient="horz" pos="3339"/>
        <p:guide orient="horz" pos="17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147C50-B012-4247-A61F-B7316BF2B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3053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2D97-4539-4DCC-8CEE-144ACF03C2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56BE1-2CAA-40EF-B71A-3287D86857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B59B4-716B-46A9-8201-5468C1785D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E7912-FB56-441B-8B87-78ED946D75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838D1-AC5B-4B25-B576-49208D423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6A093-DA79-478B-949F-225C25022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81DA-728E-4074-9A7D-ABDAB8A543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AF5F-7A4A-40AA-B461-405EC5604E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91A80-52FA-4CF9-AE71-47EC998F27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BAC06-D2EC-47CE-BAA2-E454E4B9E1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57E7B-D4F6-4786-A9EB-E0A5FA82F5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5EFC6-5205-4214-B56C-71C68C00FC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/>
        </p:nvGraphicFramePr>
        <p:xfrm>
          <a:off x="128464" y="692696"/>
          <a:ext cx="9562271" cy="55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33231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2-1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스카이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中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차량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주변</a:t>
                      </a:r>
                      <a:r>
                        <a:rPr lang="en-US" altLang="ko-KR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아웃트리거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설치지점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평탄하고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견고한지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아웃트리거를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최대로 확장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접지판이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모두 지면에 밀착되도록 설치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작업대의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설치여부 확인 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 중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임의 해체 금지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endParaRPr lang="en-US" altLang="ko-KR" sz="1200" b="0" u="none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 예방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확인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-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건물 옥상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수직 생명줄 설치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및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 방지대 체결 확인</a:t>
                      </a:r>
                      <a:b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(</a:t>
                      </a: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불가시 스카이 </a:t>
                      </a:r>
                      <a:r>
                        <a:rPr lang="ko-KR" altLang="en-US" sz="1200" b="1" u="none" baseline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작업대 혹은 붐대에 안전고리 체결</a:t>
                      </a:r>
                      <a:r>
                        <a:rPr lang="en-US" altLang="ko-KR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8" r="16411"/>
          <a:stretch/>
        </p:blipFill>
        <p:spPr>
          <a:xfrm>
            <a:off x="8628133" y="1208249"/>
            <a:ext cx="956759" cy="7873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l="42835" b="32565"/>
          <a:stretch/>
        </p:blipFill>
        <p:spPr>
          <a:xfrm>
            <a:off x="8769424" y="2072876"/>
            <a:ext cx="681342" cy="58320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r="36045"/>
          <a:stretch/>
        </p:blipFill>
        <p:spPr>
          <a:xfrm>
            <a:off x="8633678" y="2756326"/>
            <a:ext cx="971218" cy="7642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9F6166-4901-43F1-BB82-2BA11807DD8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/>
          <a:srcRect l="30061" t="44004" r="20405"/>
          <a:stretch/>
        </p:blipFill>
        <p:spPr>
          <a:xfrm>
            <a:off x="9273603" y="4010732"/>
            <a:ext cx="378000" cy="379329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72B46C6-E8EF-4592-96E3-B56B13A91030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5"/>
          <a:stretch/>
        </p:blipFill>
        <p:spPr bwMode="auto">
          <a:xfrm>
            <a:off x="8562438" y="3620861"/>
            <a:ext cx="719035" cy="78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 descr="D:\2014년 업무\14년 FM대학 교육실시 자료\참고자료\서브원자료\도형\087.png">
            <a:extLst>
              <a:ext uri="{FF2B5EF4-FFF2-40B4-BE49-F238E27FC236}">
                <a16:creationId xmlns:a16="http://schemas.microsoft.com/office/drawing/2014/main" id="{3E42D7E1-9D8B-4EDD-A982-A3ACCEB36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939943" flipH="1" flipV="1">
            <a:off x="9187934" y="3726644"/>
            <a:ext cx="368494" cy="20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26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/>
        </p:nvGraphicFramePr>
        <p:xfrm>
          <a:off x="128464" y="692696"/>
          <a:ext cx="9562271" cy="33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108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(4m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추락사고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예방을 위한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안전벨트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걸이시설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주변에 안전벨트 고리를 체결할 수 있는 시설물이 있는 경우 해당 시설물에 고리 체결   </a:t>
                      </a: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650499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92226"/>
                  </a:ext>
                </a:extLst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705" y="1412776"/>
            <a:ext cx="942757" cy="6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6884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3062</TotalTime>
  <Words>169</Words>
  <Application>Microsoft Office PowerPoint</Application>
  <PresentationFormat>A4 용지(210x297mm)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맑은 고딕 Semilight</vt:lpstr>
      <vt:lpstr>기본 디자인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종근 이</cp:lastModifiedBy>
  <cp:revision>203</cp:revision>
  <cp:lastPrinted>2022-05-26T02:49:20Z</cp:lastPrinted>
  <dcterms:created xsi:type="dcterms:W3CDTF">2010-10-27T23:29:57Z</dcterms:created>
  <dcterms:modified xsi:type="dcterms:W3CDTF">2026-04-18T23:57:14Z</dcterms:modified>
</cp:coreProperties>
</file>