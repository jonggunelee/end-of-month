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8" r:id="rId1"/>
  </p:sldMasterIdLst>
  <p:sldIdLst>
    <p:sldId id="264" r:id="rId2"/>
    <p:sldId id="265" r:id="rId3"/>
  </p:sldIdLst>
  <p:sldSz cx="7143750" cy="9525000"/>
  <p:notesSz cx="6858000" cy="9144000"/>
  <p:defaultTextStyle>
    <a:defPPr>
      <a:defRPr lang="en-US"/>
    </a:defPPr>
    <a:lvl1pPr marL="0" algn="l" defTabSz="298734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1pPr>
    <a:lvl2pPr marL="298734" algn="l" defTabSz="298734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2pPr>
    <a:lvl3pPr marL="597469" algn="l" defTabSz="298734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3pPr>
    <a:lvl4pPr marL="896203" algn="l" defTabSz="298734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4pPr>
    <a:lvl5pPr marL="1194938" algn="l" defTabSz="298734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5pPr>
    <a:lvl6pPr marL="1493672" algn="l" defTabSz="298734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1792407" algn="l" defTabSz="298734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2091141" algn="l" defTabSz="298734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2389876" algn="l" defTabSz="298734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82">
          <p15:clr>
            <a:srgbClr val="A4A3A4"/>
          </p15:clr>
        </p15:guide>
        <p15:guide id="2" pos="22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2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204" y="90"/>
      </p:cViewPr>
      <p:guideLst>
        <p:guide orient="horz" pos="2982"/>
        <p:guide pos="2232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35781" y="2958930"/>
            <a:ext cx="6072188" cy="204170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71563" y="5397501"/>
            <a:ext cx="5000625" cy="243416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395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79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18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583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979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375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771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5167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6BEE-15C7-4627-9294-EF4E9DB91157}" type="datetimeFigureOut">
              <a:rPr lang="ko-KR" altLang="en-US" smtClean="0"/>
              <a:pPr/>
              <a:t>2026-04-20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1FD9-DF84-455B-AC93-B12DA27F25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9147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6BEE-15C7-4627-9294-EF4E9DB91157}" type="datetimeFigureOut">
              <a:rPr lang="ko-KR" altLang="en-US" smtClean="0"/>
              <a:pPr/>
              <a:t>2026-04-20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1FD9-DF84-455B-AC93-B12DA27F25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326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64307" y="6120696"/>
            <a:ext cx="6072188" cy="1891771"/>
          </a:xfrm>
        </p:spPr>
        <p:txBody>
          <a:bodyPr anchor="t"/>
          <a:lstStyle>
            <a:lvl1pPr algn="l">
              <a:defRPr sz="3846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64307" y="4037108"/>
            <a:ext cx="6072188" cy="2083593"/>
          </a:xfrm>
        </p:spPr>
        <p:txBody>
          <a:bodyPr anchor="b"/>
          <a:lstStyle>
            <a:lvl1pPr marL="0" indent="0">
              <a:buNone/>
              <a:defRPr sz="1923">
                <a:solidFill>
                  <a:schemeClr val="tx1">
                    <a:tint val="75000"/>
                  </a:schemeClr>
                </a:solidFill>
              </a:defRPr>
            </a:lvl1pPr>
            <a:lvl2pPr marL="439598" indent="0">
              <a:buNone/>
              <a:defRPr sz="1731">
                <a:solidFill>
                  <a:schemeClr val="tx1">
                    <a:tint val="75000"/>
                  </a:schemeClr>
                </a:solidFill>
              </a:defRPr>
            </a:lvl2pPr>
            <a:lvl3pPr marL="879196" indent="0">
              <a:buNone/>
              <a:defRPr sz="1538">
                <a:solidFill>
                  <a:schemeClr val="tx1">
                    <a:tint val="75000"/>
                  </a:schemeClr>
                </a:solidFill>
              </a:defRPr>
            </a:lvl3pPr>
            <a:lvl4pPr marL="1318793" indent="0">
              <a:buNone/>
              <a:defRPr sz="1346">
                <a:solidFill>
                  <a:schemeClr val="tx1">
                    <a:tint val="75000"/>
                  </a:schemeClr>
                </a:solidFill>
              </a:defRPr>
            </a:lvl4pPr>
            <a:lvl5pPr marL="1758391" indent="0">
              <a:buNone/>
              <a:defRPr sz="1346">
                <a:solidFill>
                  <a:schemeClr val="tx1">
                    <a:tint val="75000"/>
                  </a:schemeClr>
                </a:solidFill>
              </a:defRPr>
            </a:lvl5pPr>
            <a:lvl6pPr marL="2197989" indent="0">
              <a:buNone/>
              <a:defRPr sz="1346">
                <a:solidFill>
                  <a:schemeClr val="tx1">
                    <a:tint val="75000"/>
                  </a:schemeClr>
                </a:solidFill>
              </a:defRPr>
            </a:lvl6pPr>
            <a:lvl7pPr marL="2637587" indent="0">
              <a:buNone/>
              <a:defRPr sz="1346">
                <a:solidFill>
                  <a:schemeClr val="tx1">
                    <a:tint val="75000"/>
                  </a:schemeClr>
                </a:solidFill>
              </a:defRPr>
            </a:lvl7pPr>
            <a:lvl8pPr marL="3077185" indent="0">
              <a:buNone/>
              <a:defRPr sz="1346">
                <a:solidFill>
                  <a:schemeClr val="tx1">
                    <a:tint val="75000"/>
                  </a:schemeClr>
                </a:solidFill>
              </a:defRPr>
            </a:lvl8pPr>
            <a:lvl9pPr marL="3516782" indent="0">
              <a:buNone/>
              <a:defRPr sz="13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6BEE-15C7-4627-9294-EF4E9DB91157}" type="datetimeFigureOut">
              <a:rPr lang="ko-KR" altLang="en-US" smtClean="0"/>
              <a:pPr/>
              <a:t>2026-04-20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1FD9-DF84-455B-AC93-B12DA27F25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4758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67896" y="3210284"/>
            <a:ext cx="2351484" cy="9079618"/>
          </a:xfrm>
        </p:spPr>
        <p:txBody>
          <a:bodyPr/>
          <a:lstStyle>
            <a:lvl1pPr>
              <a:defRPr sz="2692"/>
            </a:lvl1pPr>
            <a:lvl2pPr>
              <a:defRPr sz="2308"/>
            </a:lvl2pPr>
            <a:lvl3pPr>
              <a:defRPr sz="1923"/>
            </a:lvl3pPr>
            <a:lvl4pPr>
              <a:defRPr sz="1731"/>
            </a:lvl4pPr>
            <a:lvl5pPr>
              <a:defRPr sz="1731"/>
            </a:lvl5pPr>
            <a:lvl6pPr>
              <a:defRPr sz="1731"/>
            </a:lvl6pPr>
            <a:lvl7pPr>
              <a:defRPr sz="1731"/>
            </a:lvl7pPr>
            <a:lvl8pPr>
              <a:defRPr sz="1731"/>
            </a:lvl8pPr>
            <a:lvl9pPr>
              <a:defRPr sz="173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738442" y="3210284"/>
            <a:ext cx="2351484" cy="9079618"/>
          </a:xfrm>
        </p:spPr>
        <p:txBody>
          <a:bodyPr/>
          <a:lstStyle>
            <a:lvl1pPr>
              <a:defRPr sz="2692"/>
            </a:lvl1pPr>
            <a:lvl2pPr>
              <a:defRPr sz="2308"/>
            </a:lvl2pPr>
            <a:lvl3pPr>
              <a:defRPr sz="1923"/>
            </a:lvl3pPr>
            <a:lvl4pPr>
              <a:defRPr sz="1731"/>
            </a:lvl4pPr>
            <a:lvl5pPr>
              <a:defRPr sz="1731"/>
            </a:lvl5pPr>
            <a:lvl6pPr>
              <a:defRPr sz="1731"/>
            </a:lvl6pPr>
            <a:lvl7pPr>
              <a:defRPr sz="1731"/>
            </a:lvl7pPr>
            <a:lvl8pPr>
              <a:defRPr sz="1731"/>
            </a:lvl8pPr>
            <a:lvl9pPr>
              <a:defRPr sz="173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6BEE-15C7-4627-9294-EF4E9DB91157}" type="datetimeFigureOut">
              <a:rPr lang="ko-KR" altLang="en-US" smtClean="0"/>
              <a:pPr/>
              <a:t>2026-04-20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1FD9-DF84-455B-AC93-B12DA27F25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690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7188" y="381441"/>
            <a:ext cx="6429375" cy="15875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57190" y="2132101"/>
            <a:ext cx="3156397" cy="888559"/>
          </a:xfrm>
        </p:spPr>
        <p:txBody>
          <a:bodyPr anchor="b"/>
          <a:lstStyle>
            <a:lvl1pPr marL="0" indent="0">
              <a:buNone/>
              <a:defRPr sz="2308" b="1"/>
            </a:lvl1pPr>
            <a:lvl2pPr marL="439598" indent="0">
              <a:buNone/>
              <a:defRPr sz="1923" b="1"/>
            </a:lvl2pPr>
            <a:lvl3pPr marL="879196" indent="0">
              <a:buNone/>
              <a:defRPr sz="1731" b="1"/>
            </a:lvl3pPr>
            <a:lvl4pPr marL="1318793" indent="0">
              <a:buNone/>
              <a:defRPr sz="1538" b="1"/>
            </a:lvl4pPr>
            <a:lvl5pPr marL="1758391" indent="0">
              <a:buNone/>
              <a:defRPr sz="1538" b="1"/>
            </a:lvl5pPr>
            <a:lvl6pPr marL="2197989" indent="0">
              <a:buNone/>
              <a:defRPr sz="1538" b="1"/>
            </a:lvl6pPr>
            <a:lvl7pPr marL="2637587" indent="0">
              <a:buNone/>
              <a:defRPr sz="1538" b="1"/>
            </a:lvl7pPr>
            <a:lvl8pPr marL="3077185" indent="0">
              <a:buNone/>
              <a:defRPr sz="1538" b="1"/>
            </a:lvl8pPr>
            <a:lvl9pPr marL="3516782" indent="0">
              <a:buNone/>
              <a:defRPr sz="1538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7190" y="3020660"/>
            <a:ext cx="3156397" cy="5487900"/>
          </a:xfrm>
        </p:spPr>
        <p:txBody>
          <a:bodyPr/>
          <a:lstStyle>
            <a:lvl1pPr>
              <a:defRPr sz="2308"/>
            </a:lvl1pPr>
            <a:lvl2pPr>
              <a:defRPr sz="1923"/>
            </a:lvl2pPr>
            <a:lvl3pPr>
              <a:defRPr sz="1731"/>
            </a:lvl3pPr>
            <a:lvl4pPr>
              <a:defRPr sz="1538"/>
            </a:lvl4pPr>
            <a:lvl5pPr>
              <a:defRPr sz="1538"/>
            </a:lvl5pPr>
            <a:lvl6pPr>
              <a:defRPr sz="1538"/>
            </a:lvl6pPr>
            <a:lvl7pPr>
              <a:defRPr sz="1538"/>
            </a:lvl7pPr>
            <a:lvl8pPr>
              <a:defRPr sz="1538"/>
            </a:lvl8pPr>
            <a:lvl9pPr>
              <a:defRPr sz="153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628931" y="2132101"/>
            <a:ext cx="3157636" cy="888559"/>
          </a:xfrm>
        </p:spPr>
        <p:txBody>
          <a:bodyPr anchor="b"/>
          <a:lstStyle>
            <a:lvl1pPr marL="0" indent="0">
              <a:buNone/>
              <a:defRPr sz="2308" b="1"/>
            </a:lvl1pPr>
            <a:lvl2pPr marL="439598" indent="0">
              <a:buNone/>
              <a:defRPr sz="1923" b="1"/>
            </a:lvl2pPr>
            <a:lvl3pPr marL="879196" indent="0">
              <a:buNone/>
              <a:defRPr sz="1731" b="1"/>
            </a:lvl3pPr>
            <a:lvl4pPr marL="1318793" indent="0">
              <a:buNone/>
              <a:defRPr sz="1538" b="1"/>
            </a:lvl4pPr>
            <a:lvl5pPr marL="1758391" indent="0">
              <a:buNone/>
              <a:defRPr sz="1538" b="1"/>
            </a:lvl5pPr>
            <a:lvl6pPr marL="2197989" indent="0">
              <a:buNone/>
              <a:defRPr sz="1538" b="1"/>
            </a:lvl6pPr>
            <a:lvl7pPr marL="2637587" indent="0">
              <a:buNone/>
              <a:defRPr sz="1538" b="1"/>
            </a:lvl7pPr>
            <a:lvl8pPr marL="3077185" indent="0">
              <a:buNone/>
              <a:defRPr sz="1538" b="1"/>
            </a:lvl8pPr>
            <a:lvl9pPr marL="3516782" indent="0">
              <a:buNone/>
              <a:defRPr sz="1538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628931" y="3020660"/>
            <a:ext cx="3157636" cy="5487900"/>
          </a:xfrm>
        </p:spPr>
        <p:txBody>
          <a:bodyPr/>
          <a:lstStyle>
            <a:lvl1pPr>
              <a:defRPr sz="2308"/>
            </a:lvl1pPr>
            <a:lvl2pPr>
              <a:defRPr sz="1923"/>
            </a:lvl2pPr>
            <a:lvl3pPr>
              <a:defRPr sz="1731"/>
            </a:lvl3pPr>
            <a:lvl4pPr>
              <a:defRPr sz="1538"/>
            </a:lvl4pPr>
            <a:lvl5pPr>
              <a:defRPr sz="1538"/>
            </a:lvl5pPr>
            <a:lvl6pPr>
              <a:defRPr sz="1538"/>
            </a:lvl6pPr>
            <a:lvl7pPr>
              <a:defRPr sz="1538"/>
            </a:lvl7pPr>
            <a:lvl8pPr>
              <a:defRPr sz="1538"/>
            </a:lvl8pPr>
            <a:lvl9pPr>
              <a:defRPr sz="153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6BEE-15C7-4627-9294-EF4E9DB91157}" type="datetimeFigureOut">
              <a:rPr lang="ko-KR" altLang="en-US" smtClean="0"/>
              <a:pPr/>
              <a:t>2026-04-20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1FD9-DF84-455B-AC93-B12DA27F25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820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6BEE-15C7-4627-9294-EF4E9DB91157}" type="datetimeFigureOut">
              <a:rPr lang="ko-KR" altLang="en-US" smtClean="0"/>
              <a:pPr/>
              <a:t>2026-04-20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1FD9-DF84-455B-AC93-B12DA27F25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857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6BEE-15C7-4627-9294-EF4E9DB91157}" type="datetimeFigureOut">
              <a:rPr lang="ko-KR" altLang="en-US" smtClean="0"/>
              <a:pPr/>
              <a:t>2026-04-20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1FD9-DF84-455B-AC93-B12DA27F25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465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7190" y="379236"/>
            <a:ext cx="2350245" cy="1613959"/>
          </a:xfrm>
        </p:spPr>
        <p:txBody>
          <a:bodyPr anchor="b"/>
          <a:lstStyle>
            <a:lvl1pPr algn="l">
              <a:defRPr sz="1923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93010" y="379243"/>
            <a:ext cx="3993555" cy="8129324"/>
          </a:xfrm>
        </p:spPr>
        <p:txBody>
          <a:bodyPr/>
          <a:lstStyle>
            <a:lvl1pPr>
              <a:defRPr sz="3077"/>
            </a:lvl1pPr>
            <a:lvl2pPr>
              <a:defRPr sz="2692"/>
            </a:lvl2pPr>
            <a:lvl3pPr>
              <a:defRPr sz="2308"/>
            </a:lvl3pPr>
            <a:lvl4pPr>
              <a:defRPr sz="1923"/>
            </a:lvl4pPr>
            <a:lvl5pPr>
              <a:defRPr sz="1923"/>
            </a:lvl5pPr>
            <a:lvl6pPr>
              <a:defRPr sz="1923"/>
            </a:lvl6pPr>
            <a:lvl7pPr>
              <a:defRPr sz="1923"/>
            </a:lvl7pPr>
            <a:lvl8pPr>
              <a:defRPr sz="1923"/>
            </a:lvl8pPr>
            <a:lvl9pPr>
              <a:defRPr sz="192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57190" y="1993196"/>
            <a:ext cx="2350245" cy="6515365"/>
          </a:xfrm>
        </p:spPr>
        <p:txBody>
          <a:bodyPr/>
          <a:lstStyle>
            <a:lvl1pPr marL="0" indent="0">
              <a:buNone/>
              <a:defRPr sz="1346"/>
            </a:lvl1pPr>
            <a:lvl2pPr marL="439598" indent="0">
              <a:buNone/>
              <a:defRPr sz="1154"/>
            </a:lvl2pPr>
            <a:lvl3pPr marL="879196" indent="0">
              <a:buNone/>
              <a:defRPr sz="962"/>
            </a:lvl3pPr>
            <a:lvl4pPr marL="1318793" indent="0">
              <a:buNone/>
              <a:defRPr sz="865"/>
            </a:lvl4pPr>
            <a:lvl5pPr marL="1758391" indent="0">
              <a:buNone/>
              <a:defRPr sz="865"/>
            </a:lvl5pPr>
            <a:lvl6pPr marL="2197989" indent="0">
              <a:buNone/>
              <a:defRPr sz="865"/>
            </a:lvl6pPr>
            <a:lvl7pPr marL="2637587" indent="0">
              <a:buNone/>
              <a:defRPr sz="865"/>
            </a:lvl7pPr>
            <a:lvl8pPr marL="3077185" indent="0">
              <a:buNone/>
              <a:defRPr sz="865"/>
            </a:lvl8pPr>
            <a:lvl9pPr marL="3516782" indent="0">
              <a:buNone/>
              <a:defRPr sz="8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6BEE-15C7-4627-9294-EF4E9DB91157}" type="datetimeFigureOut">
              <a:rPr lang="ko-KR" altLang="en-US" smtClean="0"/>
              <a:pPr/>
              <a:t>2026-04-20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1FD9-DF84-455B-AC93-B12DA27F25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617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00225" y="6667500"/>
            <a:ext cx="4286250" cy="787137"/>
          </a:xfrm>
        </p:spPr>
        <p:txBody>
          <a:bodyPr anchor="b"/>
          <a:lstStyle>
            <a:lvl1pPr algn="l">
              <a:defRPr sz="1923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400225" y="851076"/>
            <a:ext cx="4286250" cy="5715000"/>
          </a:xfrm>
        </p:spPr>
        <p:txBody>
          <a:bodyPr/>
          <a:lstStyle>
            <a:lvl1pPr marL="0" indent="0">
              <a:buNone/>
              <a:defRPr sz="3077"/>
            </a:lvl1pPr>
            <a:lvl2pPr marL="439598" indent="0">
              <a:buNone/>
              <a:defRPr sz="2692"/>
            </a:lvl2pPr>
            <a:lvl3pPr marL="879196" indent="0">
              <a:buNone/>
              <a:defRPr sz="2308"/>
            </a:lvl3pPr>
            <a:lvl4pPr marL="1318793" indent="0">
              <a:buNone/>
              <a:defRPr sz="1923"/>
            </a:lvl4pPr>
            <a:lvl5pPr marL="1758391" indent="0">
              <a:buNone/>
              <a:defRPr sz="1923"/>
            </a:lvl5pPr>
            <a:lvl6pPr marL="2197989" indent="0">
              <a:buNone/>
              <a:defRPr sz="1923"/>
            </a:lvl6pPr>
            <a:lvl7pPr marL="2637587" indent="0">
              <a:buNone/>
              <a:defRPr sz="1923"/>
            </a:lvl7pPr>
            <a:lvl8pPr marL="3077185" indent="0">
              <a:buNone/>
              <a:defRPr sz="1923"/>
            </a:lvl8pPr>
            <a:lvl9pPr marL="3516782" indent="0">
              <a:buNone/>
              <a:defRPr sz="1923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400225" y="7454637"/>
            <a:ext cx="4286250" cy="1117863"/>
          </a:xfrm>
        </p:spPr>
        <p:txBody>
          <a:bodyPr/>
          <a:lstStyle>
            <a:lvl1pPr marL="0" indent="0">
              <a:buNone/>
              <a:defRPr sz="1346"/>
            </a:lvl1pPr>
            <a:lvl2pPr marL="439598" indent="0">
              <a:buNone/>
              <a:defRPr sz="1154"/>
            </a:lvl2pPr>
            <a:lvl3pPr marL="879196" indent="0">
              <a:buNone/>
              <a:defRPr sz="962"/>
            </a:lvl3pPr>
            <a:lvl4pPr marL="1318793" indent="0">
              <a:buNone/>
              <a:defRPr sz="865"/>
            </a:lvl4pPr>
            <a:lvl5pPr marL="1758391" indent="0">
              <a:buNone/>
              <a:defRPr sz="865"/>
            </a:lvl5pPr>
            <a:lvl6pPr marL="2197989" indent="0">
              <a:buNone/>
              <a:defRPr sz="865"/>
            </a:lvl6pPr>
            <a:lvl7pPr marL="2637587" indent="0">
              <a:buNone/>
              <a:defRPr sz="865"/>
            </a:lvl7pPr>
            <a:lvl8pPr marL="3077185" indent="0">
              <a:buNone/>
              <a:defRPr sz="865"/>
            </a:lvl8pPr>
            <a:lvl9pPr marL="3516782" indent="0">
              <a:buNone/>
              <a:defRPr sz="8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6BEE-15C7-4627-9294-EF4E9DB91157}" type="datetimeFigureOut">
              <a:rPr lang="ko-KR" altLang="en-US" smtClean="0"/>
              <a:pPr/>
              <a:t>2026-04-20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1FD9-DF84-455B-AC93-B12DA27F25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247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6BEE-15C7-4627-9294-EF4E9DB91157}" type="datetimeFigureOut">
              <a:rPr lang="ko-KR" altLang="en-US" smtClean="0"/>
              <a:pPr/>
              <a:t>2026-04-20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1FD9-DF84-455B-AC93-B12DA27F25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686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884414" y="551215"/>
            <a:ext cx="1205508" cy="1173868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67896" y="551215"/>
            <a:ext cx="3497461" cy="1173868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6BEE-15C7-4627-9294-EF4E9DB91157}" type="datetimeFigureOut">
              <a:rPr lang="ko-KR" altLang="en-US" smtClean="0"/>
              <a:pPr/>
              <a:t>2026-04-20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F1FD9-DF84-455B-AC93-B12DA27F25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618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57188" y="381441"/>
            <a:ext cx="6429375" cy="1587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57188" y="2222502"/>
            <a:ext cx="6429375" cy="6286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57188" y="8828271"/>
            <a:ext cx="1666875" cy="507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36BEE-15C7-4627-9294-EF4E9DB91157}" type="datetimeFigureOut">
              <a:rPr lang="ko-KR" altLang="en-US" smtClean="0"/>
              <a:pPr/>
              <a:t>2026-04-20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440781" y="8828271"/>
            <a:ext cx="2262188" cy="507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119688" y="8828271"/>
            <a:ext cx="1666875" cy="507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F1FD9-DF84-455B-AC93-B12DA27F25D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MSIPCMContentMarking" descr="{&quot;HashCode&quot;:-1107761160,&quot;Placement&quot;:&quot;Header&quot;,&quot;Top&quot;:0.0,&quot;Left&quot;:479.987152,&quot;SlideWidth&quot;:562,&quot;SlideHeight&quot;:750}">
            <a:extLst>
              <a:ext uri="{FF2B5EF4-FFF2-40B4-BE49-F238E27FC236}">
                <a16:creationId xmlns:a16="http://schemas.microsoft.com/office/drawing/2014/main" id="{CF563160-DDBB-49E2-BC8B-372FC7D305F1}"/>
              </a:ext>
            </a:extLst>
          </p:cNvPr>
          <p:cNvSpPr txBox="1"/>
          <p:nvPr userDrawn="1"/>
        </p:nvSpPr>
        <p:spPr>
          <a:xfrm>
            <a:off x="6095837" y="0"/>
            <a:ext cx="1047913" cy="29902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altLang="ko-KR" sz="1300">
                <a:solidFill>
                  <a:srgbClr val="000000"/>
                </a:solidFill>
                <a:latin typeface="Arial Narrow" panose="020B0606020202030204" pitchFamily="34" charset="0"/>
              </a:rPr>
              <a:t>Confidential</a:t>
            </a:r>
            <a:endParaRPr lang="ko-KR" altLang="en-US" sz="13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MSIPCMContentMarking" descr="{&quot;HashCode&quot;:-590854175,&quot;Placement&quot;:&quot;Footer&quot;,&quot;Top&quot;:728.8029,&quot;Left&quot;:0.0,&quot;SlideWidth&quot;:562,&quot;SlideHeight&quot;:750}">
            <a:extLst>
              <a:ext uri="{FF2B5EF4-FFF2-40B4-BE49-F238E27FC236}">
                <a16:creationId xmlns:a16="http://schemas.microsoft.com/office/drawing/2014/main" id="{16448DBA-7E62-4A8B-A7CF-5DBD6C42B93C}"/>
              </a:ext>
            </a:extLst>
          </p:cNvPr>
          <p:cNvSpPr txBox="1"/>
          <p:nvPr userDrawn="1"/>
        </p:nvSpPr>
        <p:spPr>
          <a:xfrm>
            <a:off x="0" y="9255797"/>
            <a:ext cx="2541374" cy="26920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000000"/>
                </a:solidFill>
                <a:latin typeface="Arial Narrow" panose="020B0606020202030204" pitchFamily="34" charset="0"/>
              </a:rPr>
              <a:t>ⓒ 2023 LG Chem, Ltd. All rights reserved.</a:t>
            </a:r>
            <a:endParaRPr lang="ko-KR" altLang="en-US" sz="11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224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ctr" defTabSz="879196" rtl="0" eaLnBrk="1" latinLnBrk="1" hangingPunct="1">
        <a:spcBef>
          <a:spcPct val="0"/>
        </a:spcBef>
        <a:buNone/>
        <a:defRPr sz="423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9698" indent="-329698" algn="l" defTabSz="879196" rtl="0" eaLnBrk="1" latinLnBrk="1" hangingPunct="1">
        <a:spcBef>
          <a:spcPct val="20000"/>
        </a:spcBef>
        <a:buFont typeface="Arial" pitchFamily="34" charset="0"/>
        <a:buChar char="•"/>
        <a:defRPr sz="3077" kern="1200">
          <a:solidFill>
            <a:schemeClr val="tx1"/>
          </a:solidFill>
          <a:latin typeface="+mn-lt"/>
          <a:ea typeface="+mn-ea"/>
          <a:cs typeface="+mn-cs"/>
        </a:defRPr>
      </a:lvl1pPr>
      <a:lvl2pPr marL="714346" indent="-274749" algn="l" defTabSz="879196" rtl="0" eaLnBrk="1" latinLnBrk="1" hangingPunct="1">
        <a:spcBef>
          <a:spcPct val="20000"/>
        </a:spcBef>
        <a:buFont typeface="Arial" pitchFamily="34" charset="0"/>
        <a:buChar char="–"/>
        <a:defRPr sz="2692" kern="1200">
          <a:solidFill>
            <a:schemeClr val="tx1"/>
          </a:solidFill>
          <a:latin typeface="+mn-lt"/>
          <a:ea typeface="+mn-ea"/>
          <a:cs typeface="+mn-cs"/>
        </a:defRPr>
      </a:lvl2pPr>
      <a:lvl3pPr marL="1098995" indent="-219799" algn="l" defTabSz="879196" rtl="0" eaLnBrk="1" latinLnBrk="1" hangingPunct="1">
        <a:spcBef>
          <a:spcPct val="20000"/>
        </a:spcBef>
        <a:buFont typeface="Arial" pitchFamily="34" charset="0"/>
        <a:buChar char="•"/>
        <a:defRPr sz="2308" kern="1200">
          <a:solidFill>
            <a:schemeClr val="tx1"/>
          </a:solidFill>
          <a:latin typeface="+mn-lt"/>
          <a:ea typeface="+mn-ea"/>
          <a:cs typeface="+mn-cs"/>
        </a:defRPr>
      </a:lvl3pPr>
      <a:lvl4pPr marL="1538592" indent="-219799" algn="l" defTabSz="879196" rtl="0" eaLnBrk="1" latinLnBrk="1" hangingPunct="1">
        <a:spcBef>
          <a:spcPct val="20000"/>
        </a:spcBef>
        <a:buFont typeface="Arial" pitchFamily="34" charset="0"/>
        <a:buChar char="–"/>
        <a:defRPr sz="1923" kern="1200">
          <a:solidFill>
            <a:schemeClr val="tx1"/>
          </a:solidFill>
          <a:latin typeface="+mn-lt"/>
          <a:ea typeface="+mn-ea"/>
          <a:cs typeface="+mn-cs"/>
        </a:defRPr>
      </a:lvl4pPr>
      <a:lvl5pPr marL="1978190" indent="-219799" algn="l" defTabSz="879196" rtl="0" eaLnBrk="1" latinLnBrk="1" hangingPunct="1">
        <a:spcBef>
          <a:spcPct val="20000"/>
        </a:spcBef>
        <a:buFont typeface="Arial" pitchFamily="34" charset="0"/>
        <a:buChar char="»"/>
        <a:defRPr sz="1923" kern="1200">
          <a:solidFill>
            <a:schemeClr val="tx1"/>
          </a:solidFill>
          <a:latin typeface="+mn-lt"/>
          <a:ea typeface="+mn-ea"/>
          <a:cs typeface="+mn-cs"/>
        </a:defRPr>
      </a:lvl5pPr>
      <a:lvl6pPr marL="2417788" indent="-219799" algn="l" defTabSz="879196" rtl="0" eaLnBrk="1" latinLnBrk="1" hangingPunct="1">
        <a:spcBef>
          <a:spcPct val="20000"/>
        </a:spcBef>
        <a:buFont typeface="Arial" pitchFamily="34" charset="0"/>
        <a:buChar char="•"/>
        <a:defRPr sz="1923" kern="1200">
          <a:solidFill>
            <a:schemeClr val="tx1"/>
          </a:solidFill>
          <a:latin typeface="+mn-lt"/>
          <a:ea typeface="+mn-ea"/>
          <a:cs typeface="+mn-cs"/>
        </a:defRPr>
      </a:lvl6pPr>
      <a:lvl7pPr marL="2857386" indent="-219799" algn="l" defTabSz="879196" rtl="0" eaLnBrk="1" latinLnBrk="1" hangingPunct="1">
        <a:spcBef>
          <a:spcPct val="20000"/>
        </a:spcBef>
        <a:buFont typeface="Arial" pitchFamily="34" charset="0"/>
        <a:buChar char="•"/>
        <a:defRPr sz="1923" kern="1200">
          <a:solidFill>
            <a:schemeClr val="tx1"/>
          </a:solidFill>
          <a:latin typeface="+mn-lt"/>
          <a:ea typeface="+mn-ea"/>
          <a:cs typeface="+mn-cs"/>
        </a:defRPr>
      </a:lvl7pPr>
      <a:lvl8pPr marL="3296984" indent="-219799" algn="l" defTabSz="879196" rtl="0" eaLnBrk="1" latinLnBrk="1" hangingPunct="1">
        <a:spcBef>
          <a:spcPct val="20000"/>
        </a:spcBef>
        <a:buFont typeface="Arial" pitchFamily="34" charset="0"/>
        <a:buChar char="•"/>
        <a:defRPr sz="1923" kern="1200">
          <a:solidFill>
            <a:schemeClr val="tx1"/>
          </a:solidFill>
          <a:latin typeface="+mn-lt"/>
          <a:ea typeface="+mn-ea"/>
          <a:cs typeface="+mn-cs"/>
        </a:defRPr>
      </a:lvl8pPr>
      <a:lvl9pPr marL="3736581" indent="-219799" algn="l" defTabSz="879196" rtl="0" eaLnBrk="1" latinLnBrk="1" hangingPunct="1">
        <a:spcBef>
          <a:spcPct val="20000"/>
        </a:spcBef>
        <a:buFont typeface="Arial" pitchFamily="34" charset="0"/>
        <a:buChar char="•"/>
        <a:defRPr sz="19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79196" rtl="0" eaLnBrk="1" latinLnBrk="1" hangingPunct="1">
        <a:defRPr sz="1731" kern="1200">
          <a:solidFill>
            <a:schemeClr val="tx1"/>
          </a:solidFill>
          <a:latin typeface="+mn-lt"/>
          <a:ea typeface="+mn-ea"/>
          <a:cs typeface="+mn-cs"/>
        </a:defRPr>
      </a:lvl1pPr>
      <a:lvl2pPr marL="439598" algn="l" defTabSz="879196" rtl="0" eaLnBrk="1" latinLnBrk="1" hangingPunct="1">
        <a:defRPr sz="1731" kern="1200">
          <a:solidFill>
            <a:schemeClr val="tx1"/>
          </a:solidFill>
          <a:latin typeface="+mn-lt"/>
          <a:ea typeface="+mn-ea"/>
          <a:cs typeface="+mn-cs"/>
        </a:defRPr>
      </a:lvl2pPr>
      <a:lvl3pPr marL="879196" algn="l" defTabSz="879196" rtl="0" eaLnBrk="1" latinLnBrk="1" hangingPunct="1">
        <a:defRPr sz="1731" kern="1200">
          <a:solidFill>
            <a:schemeClr val="tx1"/>
          </a:solidFill>
          <a:latin typeface="+mn-lt"/>
          <a:ea typeface="+mn-ea"/>
          <a:cs typeface="+mn-cs"/>
        </a:defRPr>
      </a:lvl3pPr>
      <a:lvl4pPr marL="1318793" algn="l" defTabSz="879196" rtl="0" eaLnBrk="1" latinLnBrk="1" hangingPunct="1">
        <a:defRPr sz="1731" kern="1200">
          <a:solidFill>
            <a:schemeClr val="tx1"/>
          </a:solidFill>
          <a:latin typeface="+mn-lt"/>
          <a:ea typeface="+mn-ea"/>
          <a:cs typeface="+mn-cs"/>
        </a:defRPr>
      </a:lvl4pPr>
      <a:lvl5pPr marL="1758391" algn="l" defTabSz="879196" rtl="0" eaLnBrk="1" latinLnBrk="1" hangingPunct="1">
        <a:defRPr sz="1731" kern="1200">
          <a:solidFill>
            <a:schemeClr val="tx1"/>
          </a:solidFill>
          <a:latin typeface="+mn-lt"/>
          <a:ea typeface="+mn-ea"/>
          <a:cs typeface="+mn-cs"/>
        </a:defRPr>
      </a:lvl5pPr>
      <a:lvl6pPr marL="2197989" algn="l" defTabSz="879196" rtl="0" eaLnBrk="1" latinLnBrk="1" hangingPunct="1">
        <a:defRPr sz="1731" kern="1200">
          <a:solidFill>
            <a:schemeClr val="tx1"/>
          </a:solidFill>
          <a:latin typeface="+mn-lt"/>
          <a:ea typeface="+mn-ea"/>
          <a:cs typeface="+mn-cs"/>
        </a:defRPr>
      </a:lvl6pPr>
      <a:lvl7pPr marL="2637587" algn="l" defTabSz="879196" rtl="0" eaLnBrk="1" latinLnBrk="1" hangingPunct="1">
        <a:defRPr sz="1731" kern="1200">
          <a:solidFill>
            <a:schemeClr val="tx1"/>
          </a:solidFill>
          <a:latin typeface="+mn-lt"/>
          <a:ea typeface="+mn-ea"/>
          <a:cs typeface="+mn-cs"/>
        </a:defRPr>
      </a:lvl7pPr>
      <a:lvl8pPr marL="3077185" algn="l" defTabSz="879196" rtl="0" eaLnBrk="1" latinLnBrk="1" hangingPunct="1">
        <a:defRPr sz="1731" kern="1200">
          <a:solidFill>
            <a:schemeClr val="tx1"/>
          </a:solidFill>
          <a:latin typeface="+mn-lt"/>
          <a:ea typeface="+mn-ea"/>
          <a:cs typeface="+mn-cs"/>
        </a:defRPr>
      </a:lvl8pPr>
      <a:lvl9pPr marL="3516782" algn="l" defTabSz="879196" rtl="0" eaLnBrk="1" latinLnBrk="1" hangingPunct="1">
        <a:defRPr sz="17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1387399" y="72329"/>
            <a:ext cx="4368951" cy="375704"/>
          </a:xfrm>
          <a:prstGeom prst="rect">
            <a:avLst/>
          </a:prstGeom>
          <a:solidFill>
            <a:schemeClr val="bg1"/>
          </a:solidFill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879196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923" b="1" kern="0" dirty="0">
                <a:solidFill>
                  <a:prstClr val="black"/>
                </a:solidFill>
                <a:latin typeface="LG스마트체 Regular"/>
                <a:ea typeface="LG스마트체 Regular"/>
              </a:rPr>
              <a:t>작업내용 협의서 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769994"/>
              </p:ext>
            </p:extLst>
          </p:nvPr>
        </p:nvGraphicFramePr>
        <p:xfrm>
          <a:off x="581578" y="448033"/>
          <a:ext cx="5991158" cy="2306069"/>
        </p:xfrm>
        <a:graphic>
          <a:graphicData uri="http://schemas.openxmlformats.org/drawingml/2006/table">
            <a:tbl>
              <a:tblPr firstRow="1" bandRow="1"/>
              <a:tblGrid>
                <a:gridCol w="1135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65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7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3769">
                <a:tc gridSpan="5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200">
                          <a:latin typeface="LG스마트체 Regular"/>
                          <a:ea typeface="LG스마트체 Regular"/>
                        </a:rPr>
                        <a:t>1. </a:t>
                      </a:r>
                      <a:r>
                        <a:rPr lang="ko-KR" altLang="en-US" sz="1200">
                          <a:latin typeface="LG스마트체 Regular"/>
                          <a:ea typeface="LG스마트체 Regular"/>
                        </a:rPr>
                        <a:t>공사 개요 </a:t>
                      </a:r>
                    </a:p>
                  </a:txBody>
                  <a:tcPr marL="87923" marR="87923" marT="43962" marB="43962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i="0">
                          <a:latin typeface="LG스마트체 Regular"/>
                          <a:ea typeface="LG스마트체 Regular"/>
                        </a:rPr>
                        <a:t>공사 명 </a:t>
                      </a:r>
                      <a:endParaRPr lang="en-US" altLang="ko-KR" sz="1200" i="0">
                        <a:latin typeface="LG스마트체 Regular"/>
                        <a:ea typeface="LG스마트체 Regular"/>
                      </a:endParaRPr>
                    </a:p>
                  </a:txBody>
                  <a:tcPr marL="87923" marR="87923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사택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동 지붕 점검</a:t>
                      </a:r>
                    </a:p>
                  </a:txBody>
                  <a:tcPr marL="34615" marR="34615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i="0" kern="120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  <a:cs typeface="+mn-cs"/>
                        </a:rPr>
                        <a:t>공사위치</a:t>
                      </a:r>
                      <a:endParaRPr lang="ko-KR" altLang="en-US" sz="1700">
                        <a:solidFill>
                          <a:schemeClr val="tx1"/>
                        </a:solidFill>
                      </a:endParaRPr>
                    </a:p>
                  </a:txBody>
                  <a:tcPr marL="34615" marR="34615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사택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동 지붕</a:t>
                      </a:r>
                    </a:p>
                  </a:txBody>
                  <a:tcPr marL="34615" marR="34615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138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i="0">
                          <a:latin typeface="LG스마트체 Regular"/>
                          <a:ea typeface="LG스마트체 Regular"/>
                        </a:rPr>
                        <a:t>공사구분</a:t>
                      </a:r>
                      <a:endParaRPr lang="en-US" altLang="ko-KR" sz="1200" i="0">
                        <a:latin typeface="LG스마트체 Regular"/>
                        <a:ea typeface="LG스마트체 Regular"/>
                      </a:endParaRPr>
                    </a:p>
                  </a:txBody>
                  <a:tcPr marL="87923" marR="87923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□ 직발     </a:t>
                      </a:r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■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 </a:t>
                      </a:r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S&amp;I</a:t>
                      </a:r>
                    </a:p>
                  </a:txBody>
                  <a:tcPr marL="34615" marR="34615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i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공사업체명</a:t>
                      </a:r>
                      <a:endParaRPr lang="ko-KR" altLang="en-US" sz="1700">
                        <a:solidFill>
                          <a:schemeClr val="tx1"/>
                        </a:solidFill>
                      </a:endParaRPr>
                    </a:p>
                  </a:txBody>
                  <a:tcPr marL="87923" marR="87923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일성건축</a:t>
                      </a:r>
                    </a:p>
                  </a:txBody>
                  <a:tcPr marL="87923" marR="87923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22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i="0">
                          <a:latin typeface="LG스마트체 Regular"/>
                          <a:ea typeface="LG스마트체 Regular"/>
                        </a:rPr>
                        <a:t>공사기간</a:t>
                      </a:r>
                      <a:endParaRPr lang="en-US" altLang="ko-KR" sz="1200" i="0">
                        <a:latin typeface="LG스마트체 Regular"/>
                        <a:ea typeface="LG스마트체 Regular"/>
                      </a:endParaRPr>
                    </a:p>
                  </a:txBody>
                  <a:tcPr marL="87923" marR="87923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2026.04.28~2026.04.28</a:t>
                      </a:r>
                    </a:p>
                  </a:txBody>
                  <a:tcPr marL="34615" marR="34615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i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휴일작업유무</a:t>
                      </a:r>
                    </a:p>
                  </a:txBody>
                  <a:tcPr marL="34615" marR="34615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□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 있음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LG스마트체 Regular"/>
                          <a:ea typeface="+mn-ea"/>
                        </a:rPr>
                        <a:t>■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LG스마트체 Regular"/>
                          <a:ea typeface="+mn-ea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 없음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 </a:t>
                      </a:r>
                    </a:p>
                  </a:txBody>
                  <a:tcPr marL="87923" marR="87923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i="0">
                          <a:latin typeface="LG스마트체 Regular"/>
                          <a:ea typeface="LG스마트체 Regular"/>
                        </a:rPr>
                        <a:t>휴일작업사유</a:t>
                      </a:r>
                    </a:p>
                  </a:txBody>
                  <a:tcPr marL="87923" marR="87923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200" i="0" dirty="0">
                        <a:solidFill>
                          <a:schemeClr val="tx1"/>
                        </a:solidFill>
                        <a:latin typeface="LG스마트체 Regular"/>
                        <a:ea typeface="LG스마트체 Regular"/>
                      </a:endParaRPr>
                    </a:p>
                  </a:txBody>
                  <a:tcPr marL="34615" marR="34615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200" i="0">
                        <a:latin typeface="LG스마트체 Regular"/>
                        <a:ea typeface="LG스마트체 Regular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 sz="120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455"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i="0" dirty="0">
                          <a:latin typeface="LG스마트체 Regular"/>
                          <a:ea typeface="LG스마트체 Regular"/>
                        </a:rPr>
                        <a:t>LGC </a:t>
                      </a:r>
                      <a:r>
                        <a:rPr lang="ko-KR" altLang="en-US" sz="1200" i="0" dirty="0">
                          <a:latin typeface="LG스마트체 Regular"/>
                          <a:ea typeface="LG스마트체 Regular"/>
                        </a:rPr>
                        <a:t>담당자</a:t>
                      </a:r>
                      <a:endParaRPr lang="en-US" altLang="ko-KR" sz="1200" i="0" dirty="0">
                        <a:latin typeface="LG스마트체 Regular"/>
                        <a:ea typeface="LG스마트체 Regular"/>
                      </a:endParaRPr>
                    </a:p>
                  </a:txBody>
                  <a:tcPr marL="87923" marR="87923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i="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요청부서</a:t>
                      </a:r>
                    </a:p>
                  </a:txBody>
                  <a:tcPr marL="34615" marR="34615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업무지원팀</a:t>
                      </a:r>
                    </a:p>
                  </a:txBody>
                  <a:tcPr marL="34615" marR="34615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i="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공사</a:t>
                      </a:r>
                      <a:r>
                        <a:rPr lang="en-US" altLang="ko-KR" sz="1200" i="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 </a:t>
                      </a:r>
                      <a:r>
                        <a:rPr lang="ko-KR" altLang="en-US" sz="1200" i="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담당자</a:t>
                      </a:r>
                      <a:endParaRPr lang="en-US" altLang="ko-KR" sz="1200" i="0" dirty="0">
                        <a:solidFill>
                          <a:schemeClr val="tx1"/>
                        </a:solidFill>
                        <a:latin typeface="LG스마트체 Regular"/>
                        <a:ea typeface="LG스마트체 Regular"/>
                      </a:endParaRPr>
                    </a:p>
                  </a:txBody>
                  <a:tcPr marL="34615" marR="34615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박승덕</a:t>
                      </a:r>
                    </a:p>
                  </a:txBody>
                  <a:tcPr marL="34615" marR="34615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455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i="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환안팀</a:t>
                      </a:r>
                    </a:p>
                  </a:txBody>
                  <a:tcPr marL="34615" marR="34615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i="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이영우</a:t>
                      </a:r>
                    </a:p>
                  </a:txBody>
                  <a:tcPr marL="34615" marR="34615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342951"/>
              </p:ext>
            </p:extLst>
          </p:nvPr>
        </p:nvGraphicFramePr>
        <p:xfrm>
          <a:off x="581576" y="4620024"/>
          <a:ext cx="5956000" cy="4625623"/>
        </p:xfrm>
        <a:graphic>
          <a:graphicData uri="http://schemas.openxmlformats.org/drawingml/2006/table">
            <a:tbl>
              <a:tblPr firstRow="1" bandRow="1"/>
              <a:tblGrid>
                <a:gridCol w="59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354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200" i="0">
                          <a:latin typeface="LG스마트체 Regular"/>
                          <a:ea typeface="LG스마트체 Regular"/>
                        </a:rPr>
                        <a:t>4. </a:t>
                      </a:r>
                      <a:r>
                        <a:rPr lang="ko-KR" altLang="en-US" sz="1200" i="0">
                          <a:latin typeface="LG스마트체 Regular"/>
                          <a:ea typeface="LG스마트체 Regular"/>
                        </a:rPr>
                        <a:t>작업 순서 및 안전작업계획 </a:t>
                      </a:r>
                      <a:r>
                        <a:rPr lang="en-US" altLang="ko-KR" sz="1200" i="0">
                          <a:latin typeface="LG스마트체 Regular"/>
                          <a:ea typeface="LG스마트체 Regular"/>
                        </a:rPr>
                        <a:t>(</a:t>
                      </a:r>
                      <a:r>
                        <a:rPr lang="ko-KR" altLang="en-US" sz="1200" i="0">
                          <a:latin typeface="LG스마트체 Regular"/>
                          <a:ea typeface="LG스마트체 Regular"/>
                        </a:rPr>
                        <a:t>상세히 작성</a:t>
                      </a:r>
                      <a:r>
                        <a:rPr lang="en-US" altLang="ko-KR" sz="1200" i="0">
                          <a:latin typeface="LG스마트체 Regular"/>
                          <a:ea typeface="LG스마트체 Regular"/>
                        </a:rPr>
                        <a:t>)</a:t>
                      </a:r>
                    </a:p>
                  </a:txBody>
                  <a:tcPr marL="87923" marR="87923" marT="43962" marB="439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7269"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200" i="0" dirty="0">
                        <a:solidFill>
                          <a:srgbClr val="FF0000"/>
                        </a:solidFill>
                        <a:latin typeface="LG스마트체 Regular"/>
                        <a:ea typeface="LG스마트체 Regular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1.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개인보호구</a:t>
                      </a: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,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 안전장구 상태확인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 →작업전 개인보호구 및 안전장구상태 확인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    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2.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고소작업대</a:t>
                      </a: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(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스카이</a:t>
                      </a: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)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 작업 장소 이동 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 → 차량 이동시 신호수 배치 및  차량 통제후  이동  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200" i="0" dirty="0">
                        <a:solidFill>
                          <a:srgbClr val="FF0000"/>
                        </a:solidFill>
                        <a:latin typeface="LG스마트체 Regular"/>
                        <a:ea typeface="LG스마트체 Regular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3.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고소작업대</a:t>
                      </a: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(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스카이</a:t>
                      </a: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)  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작업준비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 →  고소작업대 작업반경 휀스로 주변 통제 구역 설정     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       아웃트리거 최대 확장 및 지반침하 방지 장치 확인</a:t>
                      </a:r>
                      <a:endParaRPr lang="en-US" altLang="ko-KR" sz="1200" i="0" dirty="0">
                        <a:solidFill>
                          <a:srgbClr val="FF0000"/>
                        </a:solidFill>
                        <a:latin typeface="LG스마트체 Regular"/>
                        <a:ea typeface="LG스마트체 Regular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       고소작업대 장치 이상유무 확인후 작업 투입</a:t>
                      </a:r>
                      <a:endParaRPr lang="en-US" altLang="ko-KR" sz="1200" i="0" dirty="0">
                        <a:solidFill>
                          <a:srgbClr val="FF0000"/>
                        </a:solidFill>
                        <a:latin typeface="LG스마트체 Regular"/>
                        <a:ea typeface="LG스마트체 Regular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200" i="0" dirty="0">
                        <a:solidFill>
                          <a:srgbClr val="FF0000"/>
                        </a:solidFill>
                        <a:latin typeface="LG스마트체 Regular"/>
                        <a:ea typeface="LG스마트체 Regular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4.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 고소작업대</a:t>
                      </a: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(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스카이</a:t>
                      </a: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)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로 작업자 지붕으로 이동</a:t>
                      </a:r>
                      <a:endParaRPr lang="en-US" altLang="ko-KR" sz="1200" i="0" dirty="0">
                        <a:solidFill>
                          <a:srgbClr val="FF0000"/>
                        </a:solidFill>
                        <a:latin typeface="LG스마트체 Regular"/>
                        <a:ea typeface="LG스마트체 Regular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→ 안전난간대 </a:t>
                      </a: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4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면 설치 및 안전대 착용 </a:t>
                      </a: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, 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생명줄 설치</a:t>
                      </a:r>
                      <a:endParaRPr lang="en-US" altLang="ko-KR" sz="1200" i="0" dirty="0">
                        <a:solidFill>
                          <a:srgbClr val="FF0000"/>
                        </a:solidFill>
                        <a:latin typeface="LG스마트체 Regular"/>
                        <a:ea typeface="LG스마트체 Regular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200" i="0" dirty="0">
                        <a:solidFill>
                          <a:srgbClr val="FF0000"/>
                        </a:solidFill>
                        <a:latin typeface="LG스마트체 Regular"/>
                        <a:ea typeface="LG스마트체 Regular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5. 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지붕 점검 작업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   </a:t>
                      </a: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+mn-ea"/>
                        </a:rPr>
                        <a:t>→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  누수 점검 및 간단 보수 작업</a:t>
                      </a:r>
                      <a:endParaRPr lang="en-US" altLang="ko-KR" sz="1200" i="0" dirty="0">
                        <a:solidFill>
                          <a:srgbClr val="FF0000"/>
                        </a:solidFill>
                        <a:latin typeface="LG스마트체 Regular"/>
                        <a:ea typeface="LG스마트체 Regular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         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지붕 점검 작업 구간 휀스 설치로 주변 통제</a:t>
                      </a:r>
                      <a:endParaRPr lang="en-US" altLang="ko-KR" sz="1200" i="0" dirty="0">
                        <a:solidFill>
                          <a:srgbClr val="FF0000"/>
                        </a:solidFill>
                        <a:latin typeface="LG스마트체 Regular"/>
                        <a:ea typeface="LG스마트체 Regular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200" i="0" dirty="0">
                        <a:solidFill>
                          <a:srgbClr val="FF0000"/>
                        </a:solidFill>
                        <a:latin typeface="LG스마트체 Regular"/>
                        <a:ea typeface="LG스마트체 Regular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6.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기타  작업 수행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  </a:t>
                      </a: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→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 공구 사용시  고글 </a:t>
                      </a: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, 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절단방지 장갑 </a:t>
                      </a: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, 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호흡 보호구 착용 </a:t>
                      </a: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, MSDS 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비치</a:t>
                      </a:r>
                      <a:endParaRPr lang="en-US" altLang="ko-KR" sz="1200" i="0" dirty="0">
                        <a:solidFill>
                          <a:srgbClr val="FF0000"/>
                        </a:solidFill>
                        <a:latin typeface="LG스마트체 Regular"/>
                        <a:ea typeface="LG스마트체 Regular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        </a:t>
                      </a:r>
                      <a:r>
                        <a:rPr lang="ko-KR" altLang="en-US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작업 완료후 현장 정리 정돈 확인</a:t>
                      </a:r>
                      <a:endParaRPr lang="en-US" altLang="ko-KR" sz="1200" i="0" dirty="0">
                        <a:solidFill>
                          <a:srgbClr val="FF0000"/>
                        </a:solidFill>
                        <a:latin typeface="LG스마트체 Regular"/>
                        <a:ea typeface="LG스마트체 Regular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i="0" dirty="0">
                          <a:solidFill>
                            <a:srgbClr val="FF0000"/>
                          </a:solidFill>
                          <a:latin typeface="LG스마트체 Regular"/>
                          <a:ea typeface="LG스마트체 Regular"/>
                        </a:rPr>
                        <a:t>        </a:t>
                      </a:r>
                      <a:endParaRPr lang="ko-KR" altLang="en-US" sz="1200" i="0" dirty="0">
                        <a:solidFill>
                          <a:srgbClr val="FF0000"/>
                        </a:solidFill>
                        <a:latin typeface="LG스마트체 Regular"/>
                        <a:ea typeface="LG스마트체 Regular"/>
                      </a:endParaRPr>
                    </a:p>
                  </a:txBody>
                  <a:tcPr marL="87923" marR="87923" marT="43962" marB="439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524151"/>
              </p:ext>
            </p:extLst>
          </p:nvPr>
        </p:nvGraphicFramePr>
        <p:xfrm>
          <a:off x="581580" y="2733971"/>
          <a:ext cx="5957521" cy="907368"/>
        </p:xfrm>
        <a:graphic>
          <a:graphicData uri="http://schemas.openxmlformats.org/drawingml/2006/table">
            <a:tbl>
              <a:tblPr firstRow="1" bandRow="1"/>
              <a:tblGrid>
                <a:gridCol w="994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2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2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3769">
                <a:tc gridSpan="6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200" b="1" i="0" dirty="0">
                          <a:latin typeface="LG스마트체 Regular"/>
                          <a:ea typeface="LG스마트체 Regular"/>
                        </a:rPr>
                        <a:t>2. </a:t>
                      </a:r>
                      <a:r>
                        <a:rPr lang="ko-KR" altLang="en-US" sz="1200" b="1" i="0" dirty="0">
                          <a:latin typeface="LG스마트체 Regular"/>
                          <a:ea typeface="LG스마트체 Regular"/>
                        </a:rPr>
                        <a:t>고위험작업 체크 </a:t>
                      </a:r>
                      <a:r>
                        <a:rPr lang="en-US" altLang="ko-KR" sz="1200" b="1" i="0" dirty="0">
                          <a:latin typeface="LG스마트체 Regular"/>
                          <a:ea typeface="LG스마트체 Regular"/>
                        </a:rPr>
                        <a:t>(</a:t>
                      </a:r>
                      <a:r>
                        <a:rPr lang="ko-KR" altLang="en-US" sz="1200" b="1" i="0" dirty="0">
                          <a:latin typeface="LG스마트체 Regular"/>
                          <a:ea typeface="LG스마트체 Regular"/>
                        </a:rPr>
                        <a:t>허가서 발행시 필요한 작업허가 종류</a:t>
                      </a:r>
                      <a:r>
                        <a:rPr lang="en-US" altLang="ko-KR" sz="1200" b="1" i="0" dirty="0">
                          <a:latin typeface="LG스마트체 Regular"/>
                          <a:ea typeface="LG스마트체 Regular"/>
                        </a:rPr>
                        <a:t>)</a:t>
                      </a:r>
                    </a:p>
                  </a:txBody>
                  <a:tcPr marL="87923" marR="87923" marT="43962" marB="439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7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LG스마트체 Regular"/>
                          <a:ea typeface="+mn-ea"/>
                        </a:rPr>
                        <a:t>□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일반작업</a:t>
                      </a:r>
                    </a:p>
                  </a:txBody>
                  <a:tcPr marL="87923" marR="87923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LG스마트체 Regular"/>
                          <a:ea typeface="+mn-ea"/>
                        </a:rPr>
                        <a:t>□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화기작업</a:t>
                      </a:r>
                    </a:p>
                  </a:txBody>
                  <a:tcPr marL="87923" marR="87923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LG스마트체 Regular"/>
                          <a:ea typeface="+mn-ea"/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■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 고소작업</a:t>
                      </a:r>
                    </a:p>
                  </a:txBody>
                  <a:tcPr marL="87923" marR="87923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LG스마트체 Regular"/>
                          <a:ea typeface="+mn-ea"/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■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LG스마트체 Regular"/>
                          <a:ea typeface="+mn-ea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 중장비</a:t>
                      </a:r>
                    </a:p>
                  </a:txBody>
                  <a:tcPr marL="87923" marR="87923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□ 전기작업</a:t>
                      </a:r>
                    </a:p>
                  </a:txBody>
                  <a:tcPr marL="87923" marR="87923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□ 밀폐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/ </a:t>
                      </a: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방사선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굴착</a:t>
                      </a:r>
                    </a:p>
                  </a:txBody>
                  <a:tcPr marL="87923" marR="87923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581576" y="3621216"/>
          <a:ext cx="5980592" cy="998808"/>
        </p:xfrm>
        <a:graphic>
          <a:graphicData uri="http://schemas.openxmlformats.org/drawingml/2006/table">
            <a:tbl>
              <a:tblPr/>
              <a:tblGrid>
                <a:gridCol w="996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6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6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200" b="0" i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3. </a:t>
                      </a:r>
                      <a:r>
                        <a:rPr lang="ko-KR" altLang="en-US" sz="1200" b="0" i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도면변경 여부 체크 </a:t>
                      </a:r>
                      <a:r>
                        <a:rPr lang="en-US" altLang="ko-KR" sz="1200" b="0" i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(</a:t>
                      </a:r>
                      <a:r>
                        <a:rPr lang="ko-KR" altLang="en-US" sz="1200" b="0" i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공사로 인해 변경이 필요한 도면 종류</a:t>
                      </a:r>
                      <a:r>
                        <a:rPr lang="en-US" altLang="ko-KR" sz="1200" b="0" i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)</a:t>
                      </a:r>
                    </a:p>
                  </a:txBody>
                  <a:tcPr marL="87923" marR="87923" marT="43962" marB="439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383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□  건축평면도</a:t>
                      </a:r>
                    </a:p>
                  </a:txBody>
                  <a:tcPr marL="87923" marR="87923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□ 국소배기 </a:t>
                      </a:r>
                      <a:br>
                        <a:rPr lang="en-US" altLang="ko-KR" sz="1050" b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</a:b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계통도</a:t>
                      </a:r>
                    </a:p>
                  </a:txBody>
                  <a:tcPr marL="87923" marR="87923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□ 공조설비</a:t>
                      </a:r>
                      <a:br>
                        <a:rPr lang="en-US" altLang="ko-KR" sz="1050" b="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</a:b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 배치도 및 계통도</a:t>
                      </a:r>
                    </a:p>
                  </a:txBody>
                  <a:tcPr marL="87923" marR="87923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□ 소방 전기</a:t>
                      </a: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/</a:t>
                      </a: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기계</a:t>
                      </a:r>
                    </a:p>
                  </a:txBody>
                  <a:tcPr marL="87923" marR="87923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□ 긴급세척시설</a:t>
                      </a: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보호구</a:t>
                      </a: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방재도구 배치도</a:t>
                      </a:r>
                    </a:p>
                  </a:txBody>
                  <a:tcPr marL="87923" marR="87923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□ 방화구획</a:t>
                      </a:r>
                      <a:br>
                        <a:rPr lang="en-US" altLang="ko-KR" sz="1050" b="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</a:b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LG스마트체 Regular"/>
                          <a:ea typeface="LG스마트체 Regular"/>
                        </a:rPr>
                        <a:t>도면</a:t>
                      </a:r>
                    </a:p>
                  </a:txBody>
                  <a:tcPr marL="87923" marR="87923" marT="43962" marB="439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5935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/>
          <p:nvPr>
            <p:extLst>
              <p:ext uri="{D42A27DB-BD31-4B8C-83A1-F6EECF244321}">
                <p14:modId xmlns:p14="http://schemas.microsoft.com/office/powerpoint/2010/main" val="2570232583"/>
              </p:ext>
            </p:extLst>
          </p:nvPr>
        </p:nvGraphicFramePr>
        <p:xfrm>
          <a:off x="593875" y="283522"/>
          <a:ext cx="5956000" cy="8801969"/>
        </p:xfrm>
        <a:graphic>
          <a:graphicData uri="http://schemas.openxmlformats.org/drawingml/2006/table">
            <a:tbl>
              <a:tblPr firstRow="1" bandRow="1"/>
              <a:tblGrid>
                <a:gridCol w="59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781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500" i="0">
                          <a:latin typeface="LG스마트체 Regular"/>
                          <a:ea typeface="LG스마트체 Regular"/>
                        </a:rPr>
                        <a:t>5. </a:t>
                      </a:r>
                      <a:r>
                        <a:rPr lang="ko-KR" altLang="en-US" sz="1500" i="0">
                          <a:latin typeface="LG스마트체 Regular"/>
                          <a:ea typeface="LG스마트체 Regular"/>
                        </a:rPr>
                        <a:t>공사 관련 사진 </a:t>
                      </a:r>
                      <a:r>
                        <a:rPr lang="en-US" altLang="ko-KR" sz="1500" i="0">
                          <a:latin typeface="LG스마트체 Regular"/>
                          <a:ea typeface="LG스마트체 Regular"/>
                        </a:rPr>
                        <a:t>(</a:t>
                      </a:r>
                      <a:r>
                        <a:rPr lang="ko-KR" altLang="en-US" sz="1500" i="0">
                          <a:latin typeface="LG스마트체 Regular"/>
                          <a:ea typeface="LG스마트체 Regular"/>
                        </a:rPr>
                        <a:t>장소</a:t>
                      </a:r>
                      <a:r>
                        <a:rPr lang="en-US" altLang="ko-KR" sz="1500" i="0">
                          <a:latin typeface="LG스마트체 Regular"/>
                          <a:ea typeface="LG스마트체 Regular"/>
                        </a:rPr>
                        <a:t>, </a:t>
                      </a:r>
                      <a:r>
                        <a:rPr lang="ko-KR" altLang="en-US" sz="1500" i="0">
                          <a:latin typeface="LG스마트체 Regular"/>
                          <a:ea typeface="LG스마트체 Regular"/>
                        </a:rPr>
                        <a:t>장비 등</a:t>
                      </a:r>
                      <a:r>
                        <a:rPr lang="en-US" altLang="ko-KR" sz="1500" i="0">
                          <a:latin typeface="LG스마트체 Regular"/>
                          <a:ea typeface="LG스마트체 Regular"/>
                        </a:rPr>
                        <a:t>)</a:t>
                      </a:r>
                    </a:p>
                  </a:txBody>
                  <a:tcPr marL="87923" marR="87923" marT="43962" marB="439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6188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en-US" altLang="ko-KR" sz="1200" i="0" dirty="0">
                        <a:latin typeface="LG스마트체 Regular"/>
                        <a:ea typeface="LG스마트체 Regular"/>
                      </a:endParaRPr>
                    </a:p>
                  </a:txBody>
                  <a:tcPr marL="87923" marR="87923" marT="43962" marB="439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77900521-D3B2-0153-AE43-DF2AF6B6D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740" y="1030470"/>
            <a:ext cx="4582800" cy="345647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26CDDD0-1E59-85BA-0994-B8D87A216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740" y="4944557"/>
            <a:ext cx="4582800" cy="368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31050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G스마트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275</Words>
  <Application>Microsoft Office PowerPoint</Application>
  <PresentationFormat>사용자 지정</PresentationFormat>
  <Paragraphs>62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LG스마트체 Regular</vt:lpstr>
      <vt:lpstr>Arial</vt:lpstr>
      <vt:lpstr>Arial Narrow</vt:lpstr>
      <vt:lpstr>1_Office 테마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이충현(Lee chung hyun)[chunghyun]/선임/마곡.환경안전팀</dc:creator>
  <cp:lastModifiedBy>승덕 박</cp:lastModifiedBy>
  <cp:revision>262</cp:revision>
  <dcterms:created xsi:type="dcterms:W3CDTF">2021-05-26T23:30:30Z</dcterms:created>
  <dcterms:modified xsi:type="dcterms:W3CDTF">2026-04-20T06:28:53Z</dcterms:modified>
  <cp:version/>
</cp:coreProperties>
</file>