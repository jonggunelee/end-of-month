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3" d="100"/>
          <a:sy n="83" d="100"/>
        </p:scale>
        <p:origin x="363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2025-12-22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</a:t>
            </a:r>
            <a:r>
              <a:rPr lang="en-US" altLang="ko-KR" b="1" dirty="0">
                <a:latin typeface="+mn-ea"/>
              </a:rPr>
              <a:t>5</a:t>
            </a:r>
            <a:r>
              <a:rPr lang="ko-KR" altLang="en-US" b="1" dirty="0">
                <a:latin typeface="+mn-ea"/>
              </a:rPr>
              <a:t>동 경비실 중계기 </a:t>
            </a:r>
            <a:r>
              <a:rPr lang="ko-KR" altLang="en-US" b="1" dirty="0" err="1">
                <a:latin typeface="+mn-ea"/>
              </a:rPr>
              <a:t>전원반</a:t>
            </a:r>
            <a:r>
              <a:rPr lang="ko-KR" altLang="en-US" b="1" dirty="0">
                <a:latin typeface="+mn-ea"/>
              </a:rPr>
              <a:t>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사택 </a:t>
            </a:r>
            <a:r>
              <a:rPr lang="en-US" altLang="ko-KR" sz="1000" dirty="0">
                <a:latin typeface="+mn-ea"/>
              </a:rPr>
              <a:t>5</a:t>
            </a:r>
            <a:r>
              <a:rPr lang="ko-KR" altLang="en-US" sz="1000" dirty="0">
                <a:latin typeface="+mn-ea"/>
              </a:rPr>
              <a:t>동 경비실 중계기 </a:t>
            </a:r>
            <a:r>
              <a:rPr lang="ko-KR" altLang="en-US" sz="1000" dirty="0" err="1">
                <a:latin typeface="+mn-ea"/>
              </a:rPr>
              <a:t>전원반</a:t>
            </a:r>
            <a:r>
              <a:rPr lang="ko-KR" altLang="en-US" sz="1000" dirty="0">
                <a:latin typeface="+mn-ea"/>
              </a:rPr>
              <a:t> 교체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5</a:t>
            </a:r>
            <a:r>
              <a:rPr lang="ko-KR" altLang="en-US" sz="1000"/>
              <a:t>동 경비실 내부 소방 중계기 전원반 고장으로 인한 교체
① 소방 중계기 전원반 고장발생
② 전원반 고장으로 인해 중계기 집합함 내부 중계기 전원 공급 안됨
</a:t>
            </a:r>
            <a:r>
              <a:rPr lang="en-US" altLang="ko-KR" sz="1000"/>
              <a:t>(</a:t>
            </a:r>
            <a:r>
              <a:rPr lang="ko-KR" altLang="en-US" sz="1000"/>
              <a:t>관리사무실 화재수신반에 중계기 통신장애 </a:t>
            </a:r>
            <a:r>
              <a:rPr lang="en-US" altLang="ko-KR" sz="1000"/>
              <a:t>36</a:t>
            </a:r>
            <a:r>
              <a:rPr lang="ko-KR" altLang="en-US" sz="1000"/>
              <a:t>개 발생</a:t>
            </a:r>
            <a:r>
              <a:rPr lang="en-US" altLang="ko-KR" sz="1000"/>
              <a:t>)
</a:t>
            </a:r>
            <a:r>
              <a:rPr lang="ko-KR" altLang="en-US" sz="1000"/>
              <a:t>중계기 전원반</a:t>
            </a:r>
            <a:r>
              <a:rPr lang="en-US" altLang="ko-KR" sz="1000"/>
              <a:t>(15A)_AC220V_ 15A_ 7AH: 1</a:t>
            </a:r>
            <a:r>
              <a:rPr lang="ko-KR" altLang="en-US" sz="1000"/>
              <a:t>대
</a:t>
            </a:r>
            <a:r>
              <a:rPr lang="en-US" altLang="ko-KR" sz="1000"/>
              <a:t>※ </a:t>
            </a:r>
            <a:r>
              <a:rPr lang="ko-KR" altLang="en-US" sz="1000"/>
              <a:t>참고 </a:t>
            </a:r>
            <a:r>
              <a:rPr lang="en-US" altLang="ko-KR" sz="1000"/>
              <a:t>: </a:t>
            </a:r>
            <a:r>
              <a:rPr lang="ko-KR" altLang="en-US" sz="1000"/>
              <a:t>중계기 전원반 설치년도 </a:t>
            </a:r>
            <a:r>
              <a:rPr lang="en-US" altLang="ko-KR" sz="1000"/>
              <a:t>: 2017</a:t>
            </a:r>
            <a:r>
              <a:rPr lang="ko-KR" altLang="en-US" sz="1000"/>
              <a:t>년 </a:t>
            </a:r>
            <a:r>
              <a:rPr lang="en-US" altLang="ko-KR" sz="1000"/>
              <a:t>8</a:t>
            </a:r>
            <a:r>
              <a:rPr lang="ko-KR" altLang="en-US" sz="1000"/>
              <a:t>월 </a:t>
            </a:r>
            <a:r>
              <a:rPr lang="en-US" altLang="ko-KR" sz="1000"/>
              <a:t>/ 8</a:t>
            </a:r>
            <a:r>
              <a:rPr lang="ko-KR" altLang="en-US" sz="1000"/>
              <a:t>년 경과됨
교체 완료후 시험 테스트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이종근(Jong Guen Lee)[dandi]</cp:lastModifiedBy>
  <cp:revision>490</cp:revision>
  <dcterms:created xsi:type="dcterms:W3CDTF">2015-01-28T03:52:40Z</dcterms:created>
  <dcterms:modified xsi:type="dcterms:W3CDTF">2025-12-22T05:53:11Z</dcterms:modified>
</cp:coreProperties>
</file>