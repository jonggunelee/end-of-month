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공동현관 강화문 수리</a:t>
            </a:r>
            <a:r>
              <a:rPr lang="en-US" altLang="ko-KR" b="1">
                <a:latin typeface="+mn-ea"/>
              </a:rPr>
              <a:t>(7</a:t>
            </a:r>
            <a:r>
              <a:rPr lang="ko-KR" altLang="en-US" b="1">
                <a:latin typeface="+mn-ea"/>
              </a:rPr>
              <a:t>동</a:t>
            </a:r>
            <a:r>
              <a:rPr lang="en-US" altLang="ko-KR" b="1">
                <a:latin typeface="+mn-ea"/>
              </a:rPr>
              <a:t>_8</a:t>
            </a:r>
            <a:r>
              <a:rPr lang="ko-KR" altLang="en-US" b="1">
                <a:latin typeface="+mn-ea"/>
              </a:rPr>
              <a:t>동</a:t>
            </a:r>
            <a:r>
              <a:rPr lang="en-US" altLang="ko-KR" b="1">
                <a:latin typeface="+mn-ea"/>
              </a:rPr>
              <a:t>_9</a:t>
            </a:r>
            <a:r>
              <a:rPr lang="ko-KR" altLang="en-US" b="1">
                <a:latin typeface="+mn-ea"/>
              </a:rPr>
              <a:t>동</a:t>
            </a:r>
            <a:r>
              <a:rPr lang="en-US" altLang="ko-KR" b="1">
                <a:latin typeface="+mn-ea"/>
              </a:rPr>
              <a:t>) </a:t>
            </a:r>
            <a:r>
              <a:rPr lang="ko-KR" altLang="en-US" b="1">
                <a:latin typeface="+mn-ea"/>
              </a:rPr>
              <a:t>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공동현관 강화문 수리</a:t>
            </a:r>
            <a:r>
              <a:rPr lang="en-US" altLang="ko-KR" sz="1000">
                <a:latin typeface="+mn-ea"/>
              </a:rPr>
              <a:t>(7</a:t>
            </a:r>
            <a:r>
              <a:rPr lang="ko-KR" altLang="en-US" sz="1000">
                <a:latin typeface="+mn-ea"/>
              </a:rPr>
              <a:t>동</a:t>
            </a:r>
            <a:r>
              <a:rPr lang="en-US" altLang="ko-KR" sz="1000">
                <a:latin typeface="+mn-ea"/>
              </a:rPr>
              <a:t>_8</a:t>
            </a:r>
            <a:r>
              <a:rPr lang="ko-KR" altLang="en-US" sz="1000">
                <a:latin typeface="+mn-ea"/>
              </a:rPr>
              <a:t>동</a:t>
            </a:r>
            <a:r>
              <a:rPr lang="en-US" altLang="ko-KR" sz="1000">
                <a:latin typeface="+mn-ea"/>
              </a:rPr>
              <a:t>_9</a:t>
            </a:r>
            <a:r>
              <a:rPr lang="ko-KR" altLang="en-US" sz="1000">
                <a:latin typeface="+mn-ea"/>
              </a:rPr>
              <a:t>동</a:t>
            </a:r>
            <a:r>
              <a:rPr lang="en-US" altLang="ko-KR" sz="100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공동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890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-</a:t>
            </a:r>
            <a:r>
              <a:rPr lang="ko-KR" altLang="en-US" sz="1000"/>
              <a:t>사택 강화도어 수리 </a:t>
            </a:r>
            <a:r>
              <a:rPr lang="en-US" altLang="ko-KR" sz="1000"/>
              <a:t>: </a:t>
            </a:r>
            <a:r>
              <a:rPr lang="ko-KR" altLang="en-US" sz="1000"/>
              <a:t>총 </a:t>
            </a:r>
            <a:r>
              <a:rPr lang="en-US" altLang="ko-KR" sz="1000"/>
              <a:t>6</a:t>
            </a:r>
            <a:r>
              <a:rPr lang="ko-KR" altLang="en-US" sz="1000"/>
              <a:t>개
</a:t>
            </a:r>
            <a:r>
              <a:rPr lang="en-US" altLang="ko-KR" sz="1000"/>
              <a:t>-7</a:t>
            </a:r>
            <a:r>
              <a:rPr lang="ko-KR" altLang="en-US" sz="1000"/>
              <a:t>동 </a:t>
            </a:r>
            <a:r>
              <a:rPr lang="en-US" altLang="ko-KR" sz="1000"/>
              <a:t>7~8</a:t>
            </a:r>
            <a:r>
              <a:rPr lang="ko-KR" altLang="en-US" sz="1000"/>
              <a:t>라인 좌</a:t>
            </a:r>
            <a:r>
              <a:rPr lang="en-US" altLang="ko-KR" sz="1000"/>
              <a:t>_ </a:t>
            </a:r>
            <a:r>
              <a:rPr lang="ko-KR" altLang="en-US" sz="1000"/>
              <a:t>우측 강화도어 바닥 끌림</a:t>
            </a:r>
            <a:r>
              <a:rPr lang="en-US" altLang="ko-KR" sz="1000"/>
              <a:t>: 2</a:t>
            </a:r>
            <a:r>
              <a:rPr lang="ko-KR" altLang="en-US" sz="1000"/>
              <a:t>개
</a:t>
            </a:r>
            <a:r>
              <a:rPr lang="en-US" altLang="ko-KR" sz="1000"/>
              <a:t>-8</a:t>
            </a:r>
            <a:r>
              <a:rPr lang="ko-KR" altLang="en-US" sz="1000"/>
              <a:t>동 </a:t>
            </a:r>
            <a:r>
              <a:rPr lang="en-US" altLang="ko-KR" sz="1000"/>
              <a:t>1~2</a:t>
            </a:r>
            <a:r>
              <a:rPr lang="ko-KR" altLang="en-US" sz="1000"/>
              <a:t>라인 좌</a:t>
            </a:r>
            <a:r>
              <a:rPr lang="en-US" altLang="ko-KR" sz="1000"/>
              <a:t>_ </a:t>
            </a:r>
            <a:r>
              <a:rPr lang="ko-KR" altLang="en-US" sz="1000"/>
              <a:t>우측 강화도어 바닥 끌림</a:t>
            </a:r>
            <a:r>
              <a:rPr lang="en-US" altLang="ko-KR" sz="1000"/>
              <a:t>: 2</a:t>
            </a:r>
            <a:r>
              <a:rPr lang="ko-KR" altLang="en-US" sz="1000"/>
              <a:t>개
</a:t>
            </a:r>
            <a:r>
              <a:rPr lang="en-US" altLang="ko-KR" sz="1000"/>
              <a:t>-9</a:t>
            </a:r>
            <a:r>
              <a:rPr lang="ko-KR" altLang="en-US" sz="1000"/>
              <a:t>동 </a:t>
            </a:r>
            <a:r>
              <a:rPr lang="en-US" altLang="ko-KR" sz="1000"/>
              <a:t>5~6</a:t>
            </a:r>
            <a:r>
              <a:rPr lang="ko-KR" altLang="en-US" sz="1000"/>
              <a:t>라인 좌</a:t>
            </a:r>
            <a:r>
              <a:rPr lang="en-US" altLang="ko-KR" sz="1000"/>
              <a:t>_ </a:t>
            </a:r>
            <a:r>
              <a:rPr lang="ko-KR" altLang="en-US" sz="1000"/>
              <a:t>우측 강화도어 상부 끌림</a:t>
            </a:r>
            <a:r>
              <a:rPr lang="en-US" altLang="ko-KR" sz="1000"/>
              <a:t>: 2</a:t>
            </a:r>
            <a:r>
              <a:rPr lang="ko-KR" altLang="en-US" sz="1000"/>
              <a:t>개
</a:t>
            </a:r>
            <a:r>
              <a:rPr lang="en-US" altLang="ko-KR" sz="1000"/>
              <a:t>※ </a:t>
            </a:r>
            <a:r>
              <a:rPr lang="ko-KR" altLang="en-US" sz="1000"/>
              <a:t>전체 좌</a:t>
            </a:r>
            <a:r>
              <a:rPr lang="en-US" altLang="ko-KR" sz="1000"/>
              <a:t>_ </a:t>
            </a:r>
            <a:r>
              <a:rPr lang="ko-KR" altLang="en-US" sz="1000"/>
              <a:t>우측문 상</a:t>
            </a:r>
            <a:r>
              <a:rPr lang="en-US" altLang="ko-KR" sz="1000"/>
              <a:t>_ </a:t>
            </a:r>
            <a:r>
              <a:rPr lang="ko-KR" altLang="en-US" sz="1000"/>
              <a:t>하 힌지 교체
</a:t>
            </a:r>
            <a:r>
              <a:rPr lang="en-US" altLang="ko-KR" sz="1000"/>
              <a:t>※ </a:t>
            </a:r>
            <a:r>
              <a:rPr lang="ko-KR" altLang="en-US" sz="1000"/>
              <a:t>전체 상</a:t>
            </a:r>
            <a:r>
              <a:rPr lang="en-US" altLang="ko-KR" sz="1000"/>
              <a:t>_ </a:t>
            </a:r>
            <a:r>
              <a:rPr lang="ko-KR" altLang="en-US" sz="1000"/>
              <a:t>하 </a:t>
            </a:r>
            <a:r>
              <a:rPr lang="en-US" altLang="ko-KR" sz="1000"/>
              <a:t>H</a:t>
            </a:r>
            <a:r>
              <a:rPr lang="ko-KR" altLang="en-US" sz="1000"/>
              <a:t>바 프레임 교체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875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2025-12-25T22:55:38Z</dcterms:modified>
</cp:coreProperties>
</file>