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2025-12-15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수장작업 한다슬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선행개발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수장작업 한다슬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선행개발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초원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천장 및 벽 스위치 철거 및 보양 작업
기존 도배 철거 작업
초배지 설치 작업
도배지 설치 작업
천장 및 벽 스위치 설치 및 복원 작업 
주변 정리정돈 작업
철거 폐기물 반출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2025-12-15T00:03:53Z</dcterms:modified>
</cp:coreProperties>
</file>