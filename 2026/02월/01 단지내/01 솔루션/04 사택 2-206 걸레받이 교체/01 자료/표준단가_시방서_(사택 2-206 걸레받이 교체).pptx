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2-206 </a:t>
            </a:r>
            <a:r>
              <a:rPr lang="ko-KR" altLang="en-US" b="1">
                <a:latin typeface="+mn-ea"/>
              </a:rPr>
              <a:t>걸레받이 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2-206 </a:t>
            </a:r>
            <a:r>
              <a:rPr lang="ko-KR" altLang="en-US" sz="1000" b="1">
                <a:latin typeface="+mn-ea"/>
              </a:rPr>
              <a:t>걸레받이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274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거실 및 방 기존 걸레받이 철거 작업
거실 및 방 걸레 받이 제단 작업
신규 걸레받이 설치 작업 
폐기물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806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2026-01-18T02:39:19Z</dcterms:modified>
</cp:coreProperties>
</file>