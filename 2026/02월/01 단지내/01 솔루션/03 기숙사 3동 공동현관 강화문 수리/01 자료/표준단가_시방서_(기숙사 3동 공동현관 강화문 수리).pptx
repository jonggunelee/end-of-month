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3</a:t>
            </a:r>
            <a:r>
              <a:rPr lang="ko-KR" altLang="en-US" b="1">
                <a:latin typeface="+mn-ea"/>
              </a:rPr>
              <a:t>동 공동현관 강화문 수리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동 공동현관 강화문 수리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- 3</a:t>
            </a:r>
            <a:r>
              <a:rPr lang="ko-KR" altLang="en-US" sz="1000"/>
              <a:t>동 강화도어 수리 </a:t>
            </a:r>
            <a:r>
              <a:rPr lang="en-US" altLang="ko-KR" sz="1000"/>
              <a:t>: </a:t>
            </a:r>
            <a:r>
              <a:rPr lang="ko-KR" altLang="en-US" sz="1000"/>
              <a:t>총 </a:t>
            </a:r>
            <a:r>
              <a:rPr lang="en-US" altLang="ko-KR" sz="1000"/>
              <a:t>6</a:t>
            </a:r>
            <a:r>
              <a:rPr lang="ko-KR" altLang="en-US" sz="1000"/>
              <a:t>개
</a:t>
            </a:r>
            <a:r>
              <a:rPr lang="en-US" altLang="ko-KR" sz="1000"/>
              <a:t>- 3</a:t>
            </a:r>
            <a:r>
              <a:rPr lang="ko-KR" altLang="en-US" sz="1000"/>
              <a:t>동 </a:t>
            </a:r>
            <a:r>
              <a:rPr lang="en-US" altLang="ko-KR" sz="1000"/>
              <a:t>1</a:t>
            </a:r>
            <a:r>
              <a:rPr lang="ko-KR" altLang="en-US" sz="1000"/>
              <a:t>층 중앙현관 
*외부</a:t>
            </a:r>
            <a:r>
              <a:rPr lang="en-US" altLang="ko-KR" sz="1000"/>
              <a:t>_</a:t>
            </a:r>
            <a:r>
              <a:rPr lang="ko-KR" altLang="en-US" sz="1000"/>
              <a:t>내부 좌</a:t>
            </a:r>
            <a:r>
              <a:rPr lang="en-US" altLang="ko-KR" sz="1000"/>
              <a:t>_ </a:t>
            </a:r>
            <a:r>
              <a:rPr lang="ko-KR" altLang="en-US" sz="1000"/>
              <a:t>우측 강화도어 상부 힌지 탈락</a:t>
            </a:r>
            <a:r>
              <a:rPr lang="en-US" altLang="ko-KR" sz="1000"/>
              <a:t>(</a:t>
            </a:r>
            <a:r>
              <a:rPr lang="ko-KR" altLang="en-US" sz="1000"/>
              <a:t>고정불량</a:t>
            </a:r>
            <a:r>
              <a:rPr lang="en-US" altLang="ko-KR" sz="1000"/>
              <a:t>) :  4</a:t>
            </a:r>
            <a:r>
              <a:rPr lang="ko-KR" altLang="en-US" sz="1000"/>
              <a:t>개
</a:t>
            </a:r>
            <a:r>
              <a:rPr lang="en-US" altLang="ko-KR" sz="1000"/>
              <a:t>-3</a:t>
            </a:r>
            <a:r>
              <a:rPr lang="ko-KR" altLang="en-US" sz="1000"/>
              <a:t>동 </a:t>
            </a:r>
            <a:r>
              <a:rPr lang="en-US" altLang="ko-KR" sz="1000"/>
              <a:t>1</a:t>
            </a:r>
            <a:r>
              <a:rPr lang="ko-KR" altLang="en-US" sz="1000"/>
              <a:t>층 </a:t>
            </a:r>
            <a:r>
              <a:rPr lang="en-US" altLang="ko-KR" sz="1000"/>
              <a:t>GS</a:t>
            </a:r>
            <a:r>
              <a:rPr lang="ko-KR" altLang="en-US" sz="1000"/>
              <a:t>편의점 방면 
*외부 좌</a:t>
            </a:r>
            <a:r>
              <a:rPr lang="en-US" altLang="ko-KR" sz="1000"/>
              <a:t>_ </a:t>
            </a:r>
            <a:r>
              <a:rPr lang="ko-KR" altLang="en-US" sz="1000"/>
              <a:t>우측 강화도어 상부 </a:t>
            </a:r>
            <a:r>
              <a:rPr lang="en-US" altLang="ko-KR" sz="1000"/>
              <a:t>H</a:t>
            </a:r>
            <a:r>
              <a:rPr lang="ko-KR" altLang="en-US" sz="1000"/>
              <a:t>바 파손</a:t>
            </a:r>
            <a:r>
              <a:rPr lang="en-US" altLang="ko-KR" sz="1000"/>
              <a:t>: 2</a:t>
            </a:r>
            <a:r>
              <a:rPr lang="ko-KR" altLang="en-US" sz="1000"/>
              <a:t>개
</a:t>
            </a:r>
            <a:r>
              <a:rPr lang="en-US" altLang="ko-KR" sz="1000"/>
              <a:t>(☞ </a:t>
            </a:r>
            <a:r>
              <a:rPr lang="ko-KR" altLang="en-US" sz="1000"/>
              <a:t>기존 잠금장치</a:t>
            </a:r>
            <a:r>
              <a:rPr lang="en-US" altLang="ko-KR" sz="1000"/>
              <a:t>: </a:t>
            </a:r>
            <a:r>
              <a:rPr lang="ko-KR" altLang="en-US" sz="1000"/>
              <a:t>상부 수직 핀형을 수평형 전자석 방식 검토</a:t>
            </a:r>
            <a:r>
              <a:rPr lang="en-US" altLang="ko-KR" sz="1000"/>
              <a:t>) 
(※ </a:t>
            </a:r>
            <a:r>
              <a:rPr lang="ko-KR" altLang="en-US" sz="1000"/>
              <a:t>전체 좌</a:t>
            </a:r>
            <a:r>
              <a:rPr lang="en-US" altLang="ko-KR" sz="1000"/>
              <a:t>_ </a:t>
            </a:r>
            <a:r>
              <a:rPr lang="ko-KR" altLang="en-US" sz="1000"/>
              <a:t>우측문 상</a:t>
            </a:r>
            <a:r>
              <a:rPr lang="en-US" altLang="ko-KR" sz="1000"/>
              <a:t>_ </a:t>
            </a:r>
            <a:r>
              <a:rPr lang="ko-KR" altLang="en-US" sz="1000"/>
              <a:t>하 힌지 교체 및 상</a:t>
            </a:r>
            <a:r>
              <a:rPr lang="en-US" altLang="ko-KR" sz="1000"/>
              <a:t>_ </a:t>
            </a:r>
            <a:r>
              <a:rPr lang="ko-KR" altLang="en-US" sz="1000"/>
              <a:t>하 </a:t>
            </a:r>
            <a:r>
              <a:rPr lang="en-US" altLang="ko-KR" sz="1000"/>
              <a:t>H</a:t>
            </a:r>
            <a:r>
              <a:rPr lang="ko-KR" altLang="en-US" sz="1000"/>
              <a:t>바 프레임 교체</a:t>
            </a:r>
            <a:r>
              <a:rPr lang="en-US" altLang="ko-KR" sz="1000"/>
              <a:t>)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877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2025-12-25T22:55:34Z</dcterms:modified>
</cp:coreProperties>
</file>