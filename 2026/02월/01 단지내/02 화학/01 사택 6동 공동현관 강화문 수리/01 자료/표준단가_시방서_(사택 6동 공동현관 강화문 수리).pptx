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2025-12-26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6</a:t>
            </a:r>
            <a:r>
              <a:rPr lang="ko-KR" altLang="en-US" b="1">
                <a:latin typeface="+mn-ea"/>
              </a:rPr>
              <a:t>동 공동현관 강화문 수리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6</a:t>
            </a:r>
            <a:r>
              <a:rPr lang="ko-KR" altLang="en-US" sz="1000">
                <a:latin typeface="+mn-ea"/>
              </a:rPr>
              <a:t>동 공동현관 강화문 수리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6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8900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사택 </a:t>
            </a:r>
            <a:r>
              <a:rPr lang="en-US" altLang="ko-KR" sz="1000"/>
              <a:t>6</a:t>
            </a:r>
            <a:r>
              <a:rPr lang="ko-KR" altLang="en-US" sz="1000"/>
              <a:t>동 공동현관 강화도어 수리 </a:t>
            </a:r>
            <a:r>
              <a:rPr lang="en-US" altLang="ko-KR" sz="1000"/>
              <a:t>: </a:t>
            </a:r>
            <a:r>
              <a:rPr lang="ko-KR" altLang="en-US" sz="1000"/>
              <a:t>총 </a:t>
            </a:r>
            <a:r>
              <a:rPr lang="en-US" altLang="ko-KR" sz="1000"/>
              <a:t>4</a:t>
            </a:r>
            <a:r>
              <a:rPr lang="ko-KR" altLang="en-US" sz="1000"/>
              <a:t>개
</a:t>
            </a:r>
            <a:r>
              <a:rPr lang="en-US" altLang="ko-KR" sz="1000"/>
              <a:t>-3~4</a:t>
            </a:r>
            <a:r>
              <a:rPr lang="ko-KR" altLang="en-US" sz="1000"/>
              <a:t>라인 좌</a:t>
            </a:r>
            <a:r>
              <a:rPr lang="en-US" altLang="ko-KR" sz="1000"/>
              <a:t>_ </a:t>
            </a:r>
            <a:r>
              <a:rPr lang="ko-KR" altLang="en-US" sz="1000"/>
              <a:t>우측 강화도어 힌지 파손 </a:t>
            </a:r>
            <a:r>
              <a:rPr lang="en-US" altLang="ko-KR" sz="1000"/>
              <a:t>:  2</a:t>
            </a:r>
            <a:r>
              <a:rPr lang="ko-KR" altLang="en-US" sz="1000"/>
              <a:t>개
</a:t>
            </a:r>
            <a:r>
              <a:rPr lang="en-US" altLang="ko-KR" sz="1000"/>
              <a:t>-5~6</a:t>
            </a:r>
            <a:r>
              <a:rPr lang="ko-KR" altLang="en-US" sz="1000"/>
              <a:t>라인 좌</a:t>
            </a:r>
            <a:r>
              <a:rPr lang="en-US" altLang="ko-KR" sz="1000"/>
              <a:t>_ </a:t>
            </a:r>
            <a:r>
              <a:rPr lang="ko-KR" altLang="en-US" sz="1000"/>
              <a:t>우측 강화도어 바닥 끌림 </a:t>
            </a:r>
            <a:r>
              <a:rPr lang="en-US" altLang="ko-KR" sz="1000"/>
              <a:t>:  2</a:t>
            </a:r>
            <a:r>
              <a:rPr lang="ko-KR" altLang="en-US" sz="1000"/>
              <a:t>개
</a:t>
            </a:r>
            <a:r>
              <a:rPr lang="en-US" altLang="ko-KR" sz="1000"/>
              <a:t>-</a:t>
            </a:r>
            <a:r>
              <a:rPr lang="ko-KR" altLang="en-US" sz="1000"/>
              <a:t>전체 좌</a:t>
            </a:r>
            <a:r>
              <a:rPr lang="en-US" altLang="ko-KR" sz="1000"/>
              <a:t>_ </a:t>
            </a:r>
            <a:r>
              <a:rPr lang="ko-KR" altLang="en-US" sz="1000"/>
              <a:t>우측문 상</a:t>
            </a:r>
            <a:r>
              <a:rPr lang="en-US" altLang="ko-KR" sz="1000"/>
              <a:t>_ </a:t>
            </a:r>
            <a:r>
              <a:rPr lang="ko-KR" altLang="en-US" sz="1000"/>
              <a:t>하 힌지 교체
</a:t>
            </a:r>
            <a:r>
              <a:rPr lang="en-US" altLang="ko-KR" sz="1000"/>
              <a:t>-</a:t>
            </a:r>
            <a:r>
              <a:rPr lang="ko-KR" altLang="en-US" sz="1000"/>
              <a:t>전체 상</a:t>
            </a:r>
            <a:r>
              <a:rPr lang="en-US" altLang="ko-KR" sz="1000"/>
              <a:t>_ </a:t>
            </a:r>
            <a:r>
              <a:rPr lang="ko-KR" altLang="en-US" sz="1000"/>
              <a:t>하 </a:t>
            </a:r>
            <a:r>
              <a:rPr lang="en-US" altLang="ko-KR" sz="1000"/>
              <a:t>H</a:t>
            </a:r>
            <a:r>
              <a:rPr lang="ko-KR" altLang="en-US" sz="1000"/>
              <a:t>바 프레임 교체
</a:t>
            </a:r>
            <a:r>
              <a:rPr lang="en-US" altLang="ko-KR" sz="1000"/>
              <a:t>-</a:t>
            </a:r>
            <a:r>
              <a:rPr lang="ko-KR" altLang="en-US" sz="1000"/>
              <a:t>수리 완료후 수평 및 고정 상태 확인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2025-12-25T23:21:56Z</dcterms:modified>
</cp:coreProperties>
</file>