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71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82" d="100"/>
          <a:sy n="82" d="100"/>
        </p:scale>
        <p:origin x="102" y="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BACD917-4E0D-CB94-D248-981224B0B4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0FDCB8-F37B-3395-B845-B8D5FCA298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6C0E186C-7EA9-4106-9685-8F7A744999A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F1F87EC-B61A-94A2-79D7-575795014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EABC7D1-717C-ECBF-31B3-66B29A7D3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6C285E-3FBC-3DE5-7EF8-949673A178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CE7668-FFB9-F7F4-CC8D-E1AF780A5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2710E747-D2A1-451F-BC44-0484FB5FE0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CEC0CAFA-4D52-0E8B-2553-09E17602FF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CC0278F-9209-875C-3BE6-AEA35F1862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3468FCC9-F561-5948-4A7E-5CD09BDA7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B374CA3-7281-4EEA-803A-2DE955E73C5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F5C2C9-E6D7-E85A-40F2-F1426D6D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10FE2-8574-4C65-AB01-0933CA9C4E6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A2126-4A77-85E1-5054-B6D49294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2B0003-B819-393F-E861-17F71F4F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8784B-F7F7-4119-AABA-FDA2C49293A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67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9F8D8-08E0-2F6C-D375-FC3C76747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C4E5F-4DEE-4770-B591-916EA3458B22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4983E6-8F93-1506-F78F-ACAC3B1A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85C0D-D285-9300-EB92-CF51F515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42E86-4063-467E-B9B6-061BFC1EC83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339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498EC-3A95-F81D-0F36-19CC062D0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B4E41-C2B7-4BEC-91C7-DD5303C7B1A9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210319-84A9-E151-2CD0-DD5FC40D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580C96-324A-64AC-A875-366CC219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4E201-6FF1-4645-8B7B-2221C43467F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08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E9DE28F-F204-1C57-3500-C5C2BCF8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D07E2-0196-4E55-828C-EC56C5E2CAC8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E58D4BC9-CE4B-A66E-3F04-45CE3AEAD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23867D3-67E8-795F-D447-94A4A89A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39BAA-DC48-4D7B-A115-1F6CCC7C725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96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F88D5DA9-E810-9553-B08E-34E39A36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F7A69-45E9-4216-9988-799E45735112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8CD6757-EB93-960C-485B-05B4D3A3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CA3CA4E1-E2F5-B6AD-B321-BBD56F13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BB3BC-B003-488A-95CF-F88E6F3D3F8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56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96637B9-CB86-84A3-FF8F-C84F8928C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F7166-77BF-4F0E-9CBE-B3D6A121ED1F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BE3174C9-CE17-F24D-6340-71C0F634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19D9EC2-A251-F70E-48A2-5D050CE5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BC607-EEB9-4B31-BE67-2C4FEBC7F33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1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22B7CD91-069B-54F6-6120-F5F27251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456C1-81C2-45EE-9B91-AB12CAE6E452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C8EBE05C-A7F7-5183-B177-196AC98F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9E70198-742D-CC7D-10BF-29A18D90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E984B-9C14-466B-B047-6C1031464B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05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B969840-5BDC-2301-EC05-3A7DAD399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4A724-8239-471B-83A0-E711B8FDCC8A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F380FDC-7A4E-25FC-078D-6AEC6710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1729265-CB0B-CBC0-36F7-C301776B1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AB2EC-3764-42F6-A078-3FB710416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44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503B137-8F89-7314-8F10-3CC106ED3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D675F-16B9-4A3B-85AB-3DE641EBCE17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4849492-864D-ECC5-9F48-1EAF0B45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838BF37-EFB1-B7EC-6175-A6CAB104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DDC800-D469-4480-B92A-052EA683A7A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09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0663F9-801F-7864-A8CB-6FC6E4A55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20CF4-A91F-4248-85D7-A62FD894AF4C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922D1-C97E-B538-29FE-BB0C6EB1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FF0F5-1118-51D2-510C-E656A1C2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CA60-7011-45F5-8ADF-B5721CCC9A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07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F23F6-CC3B-C15E-E858-C37FBFD4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04D93-8CD6-4D69-A915-2910944519CE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EFDEF-E843-3FA6-452C-4A970468F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79BE4A-5A19-5F6D-5F47-DF912A61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0510C-6931-47E3-ADF2-FD0BF0BD57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10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20603ACE-CD5A-15CC-4C59-C1945FAC496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02531E4A-6B70-537C-7954-BE419279503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5EC3AF-104E-9BD5-6E44-68F652F75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F7AE497-3BEC-4604-A965-57A0BDBCEF0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4E3B7-617B-688F-78D3-521252FCA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2FD3A0-41F5-BAB6-4170-9AB3C64F5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4CE12DA-F24B-43B2-B78A-CA14198BB79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9A48840-E91A-D990-EA9C-5345403CF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202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37CA888D-2DFF-D37C-1B2A-F2A79C6BC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DF45078-07A3-E3E7-D4EC-E0BD82FAA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5A74BB3-CCA6-25B8-65F8-7AF8E6402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202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8113EE79-7458-9630-820F-9D84C21A8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C707FD8-E0D0-F11B-E1AF-5D15AC9FD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88B05F8-F3D3-4C60-6C6C-62A92A3B2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202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7CD47CDA-9F9A-FFC4-479D-89E5C26BE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836863"/>
            <a:ext cx="86328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주방 씽크대 상판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 하부장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설치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 하부장 걸레받이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 상부장 문짝 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걸레받이 방수 도장 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걸레받이 전체 교체</a:t>
            </a:r>
            <a:r>
              <a:rPr kumimoji="0" lang="en-US" altLang="ko-KR" sz="1200" b="1"/>
              <a:t>-(</a:t>
            </a:r>
            <a:r>
              <a:rPr kumimoji="0" lang="ko-KR" altLang="en-US" sz="1200" b="1"/>
              <a:t>안방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현관입구 등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     </a:t>
            </a:r>
            <a:r>
              <a:rPr kumimoji="0" lang="ko-KR" altLang="en-US" sz="1200" b="1"/>
              <a:t>   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8A57C0B4-5D1D-22E6-D590-88B926CF5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F882AA66-CC7F-7845-D854-BBBAFB8D9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37C4BACD-46D6-FF79-9291-2A171AA08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2830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EA9D09-A7A4-8F5A-38BB-76C57351181B}"/>
              </a:ext>
            </a:extLst>
          </p:cNvPr>
          <p:cNvSpPr/>
          <p:nvPr/>
        </p:nvSpPr>
        <p:spPr bwMode="auto">
          <a:xfrm>
            <a:off x="3425825" y="49355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94AABC89-4284-3AB2-0421-D60EE4E6F708}"/>
              </a:ext>
            </a:extLst>
          </p:cNvPr>
          <p:cNvSpPr/>
          <p:nvPr/>
        </p:nvSpPr>
        <p:spPr>
          <a:xfrm>
            <a:off x="4284663" y="5805488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43674-08D0-005E-BFF7-F288BE3CB3B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600" b="1" dirty="0"/>
              <a:t>앞</a:t>
            </a:r>
            <a:r>
              <a:rPr lang="en-US" altLang="ko-KR" sz="3600" b="1" dirty="0"/>
              <a:t>, </a:t>
            </a:r>
            <a:r>
              <a:rPr lang="ko-KR" altLang="en-US" sz="3600" b="1" dirty="0" err="1"/>
              <a:t>뒤베란다</a:t>
            </a:r>
            <a:r>
              <a:rPr lang="ko-KR" altLang="en-US" sz="3600" b="1" dirty="0"/>
              <a:t> 걸레받이 방수 도장 작업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2FF1DB-6754-93DB-85E0-F4895E1D55D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1">
            <a:extLst>
              <a:ext uri="{FF2B5EF4-FFF2-40B4-BE49-F238E27FC236}">
                <a16:creationId xmlns:a16="http://schemas.microsoft.com/office/drawing/2014/main" id="{0EC7607B-856C-53E0-7794-6FBA746DE5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51BD2C0-A7F9-3565-8CC8-01DF5964CE15}"/>
              </a:ext>
            </a:extLst>
          </p:cNvPr>
          <p:cNvSpPr/>
          <p:nvPr/>
        </p:nvSpPr>
        <p:spPr>
          <a:xfrm>
            <a:off x="2555875" y="3716338"/>
            <a:ext cx="6119813" cy="4333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34C29E0-793F-D075-4117-367634B981D8}"/>
              </a:ext>
            </a:extLst>
          </p:cNvPr>
          <p:cNvSpPr/>
          <p:nvPr/>
        </p:nvSpPr>
        <p:spPr>
          <a:xfrm rot="6639674">
            <a:off x="1007268" y="4710907"/>
            <a:ext cx="2309813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2425</TotalTime>
  <Words>150</Words>
  <Application>Microsoft Office PowerPoint</Application>
  <PresentationFormat>화면 슬라이드 쇼(4:3)</PresentationFormat>
  <Paragraphs>20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앞, 뒤베란다 걸레받이 방수 도장 작업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408</cp:revision>
  <cp:lastPrinted>2022-08-17T02:53:58Z</cp:lastPrinted>
  <dcterms:created xsi:type="dcterms:W3CDTF">2012-05-23T04:33:26Z</dcterms:created>
  <dcterms:modified xsi:type="dcterms:W3CDTF">2026-06-01T02:06:26Z</dcterms:modified>
</cp:coreProperties>
</file>