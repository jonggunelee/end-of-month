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2026-06-01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102-202 </a:t>
            </a:r>
            <a:r>
              <a:rPr lang="ko-KR" altLang="en-US" b="1">
                <a:latin typeface="+mn-ea"/>
              </a:rPr>
              <a:t>베란다 누수</a:t>
            </a:r>
            <a:r>
              <a:rPr lang="en-US" altLang="ko-KR" b="1">
                <a:latin typeface="+mn-ea"/>
              </a:rPr>
              <a:t>(</a:t>
            </a:r>
            <a:r>
              <a:rPr lang="ko-KR" altLang="en-US" b="1">
                <a:latin typeface="+mn-ea"/>
              </a:rPr>
              <a:t>전후면</a:t>
            </a:r>
            <a:r>
              <a:rPr lang="en-US" altLang="ko-KR" b="1">
                <a:latin typeface="+mn-ea"/>
              </a:rPr>
              <a:t>)</a:t>
            </a:r>
            <a:r>
              <a:rPr lang="ko-KR" altLang="en-US" b="1">
                <a:latin typeface="+mn-ea"/>
              </a:rPr>
              <a:t>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102-202 </a:t>
            </a:r>
            <a:r>
              <a:rPr lang="ko-KR" altLang="en-US" sz="1000" b="1">
                <a:latin typeface="+mn-ea"/>
              </a:rPr>
              <a:t>베란다 누수</a:t>
            </a:r>
            <a:r>
              <a:rPr lang="en-US" altLang="ko-KR" sz="1000" b="1">
                <a:latin typeface="+mn-ea"/>
              </a:rPr>
              <a:t>(</a:t>
            </a:r>
            <a:r>
              <a:rPr lang="ko-KR" altLang="en-US" sz="1000" b="1">
                <a:latin typeface="+mn-ea"/>
              </a:rPr>
              <a:t>전후면</a:t>
            </a:r>
            <a:r>
              <a:rPr lang="en-US" altLang="ko-KR" sz="1000" b="1">
                <a:latin typeface="+mn-ea"/>
              </a:rPr>
              <a:t>)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앞뒷 베란다 걸레받이</a:t>
            </a:r>
            <a:r>
              <a:rPr lang="en-US" altLang="ko-KR" sz="1000"/>
              <a:t>(</a:t>
            </a:r>
            <a:r>
              <a:rPr lang="ko-KR" altLang="en-US" sz="1000"/>
              <a:t>포맥스</a:t>
            </a:r>
            <a:r>
              <a:rPr lang="en-US" altLang="ko-KR" sz="1000"/>
              <a:t>) </a:t>
            </a:r>
            <a:r>
              <a:rPr lang="ko-KR" altLang="en-US" sz="1000"/>
              <a:t>제단 작업
앞뒷 베란다 걸레받이</a:t>
            </a:r>
            <a:r>
              <a:rPr lang="en-US" altLang="ko-KR" sz="1000"/>
              <a:t>(</a:t>
            </a:r>
            <a:r>
              <a:rPr lang="ko-KR" altLang="en-US" sz="1000"/>
              <a:t>포맥스</a:t>
            </a:r>
            <a:r>
              <a:rPr lang="en-US" altLang="ko-KR" sz="1000"/>
              <a:t>) </a:t>
            </a:r>
            <a:r>
              <a:rPr lang="ko-KR" altLang="en-US" sz="1000"/>
              <a:t>가공 작업
앞뒷 베란다 걸레받이</a:t>
            </a:r>
            <a:r>
              <a:rPr lang="en-US" altLang="ko-KR" sz="1000"/>
              <a:t>(</a:t>
            </a:r>
            <a:r>
              <a:rPr lang="ko-KR" altLang="en-US" sz="1000"/>
              <a:t>포맥스</a:t>
            </a:r>
            <a:r>
              <a:rPr lang="en-US" altLang="ko-KR" sz="1000"/>
              <a:t>) </a:t>
            </a:r>
            <a:r>
              <a:rPr lang="ko-KR" altLang="en-US" sz="1000"/>
              <a:t>설치 작업
앞뒷 베란다 걸레받이</a:t>
            </a:r>
            <a:r>
              <a:rPr lang="en-US" altLang="ko-KR" sz="1000"/>
              <a:t>(</a:t>
            </a:r>
            <a:r>
              <a:rPr lang="ko-KR" altLang="en-US" sz="1000"/>
              <a:t>포맥스</a:t>
            </a:r>
            <a:r>
              <a:rPr lang="en-US" altLang="ko-KR" sz="1000"/>
              <a:t>) </a:t>
            </a:r>
            <a:r>
              <a:rPr lang="ko-KR" altLang="en-US" sz="1000"/>
              <a:t>실리콘 작업        
앞뒷 베란다 걸레받이</a:t>
            </a:r>
            <a:r>
              <a:rPr lang="en-US" altLang="ko-KR" sz="1000"/>
              <a:t>(</a:t>
            </a:r>
            <a:r>
              <a:rPr lang="ko-KR" altLang="en-US" sz="1000"/>
              <a:t>포맥스</a:t>
            </a:r>
            <a:r>
              <a:rPr lang="en-US" altLang="ko-KR" sz="1000"/>
              <a:t>) </a:t>
            </a:r>
            <a:r>
              <a:rPr lang="ko-KR" altLang="en-US" sz="1000"/>
              <a:t>도장 작업
작업 완료후 폐기물 처리 작업
작업 완료후 주변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2026-06-01T05:00:56Z</dcterms:modified>
</cp:coreProperties>
</file>