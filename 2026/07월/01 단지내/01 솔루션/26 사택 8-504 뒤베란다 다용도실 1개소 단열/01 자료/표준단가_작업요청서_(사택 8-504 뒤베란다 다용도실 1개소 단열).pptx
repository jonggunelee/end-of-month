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95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9B93A00-D465-0581-B9DC-0C46F41C43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7E622E-95DB-6D0A-97E5-9D545A0C48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30E5C82B-67B8-4484-AE6E-F6BC382EDA6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F3D2C0C-0B66-3802-6E8E-791864305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9C5CD7B-43E0-D096-45BE-141A4F846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F38289-F205-486D-4859-2AAC5ADCC5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2C382C-D20D-91E1-D7CA-0B16EB61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6DD1C58-620A-4413-ABC3-42B9E16502F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F057CF4-97AC-90B0-2DE3-9CD2EC2D97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EBFBE59C-A5DA-51F9-EF23-6040C3E685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DDBD089-DCF3-A969-F5F7-8BDB588BE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3D8B6A2-38AE-4EDA-95DB-42E08858B4B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8A52E-5F6D-1928-7958-96C2ED14E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C2B70-18CE-4861-9513-947AD445920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92CB15-7461-2DBB-A69F-7284FFAD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CAB03-2F33-7F86-A717-BA083132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0F41C-16D2-43CA-B253-880FE11A06C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61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9615C-B538-45BB-FD8E-A291FDD1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A4850-3BD8-485A-A781-2FF7BD71E7A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A9DBF1-8762-921E-E1F3-C385310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D4D3B-84B2-A1F8-34BA-6B4D3664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8D040-084B-474F-B691-8FFBF98C138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2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C0AB9-5418-4DEE-56C6-8F8CDC68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F0558-EF4E-4579-8B68-F35CDACE247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DC734-813A-01B3-DAD6-49392E81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C18B1E-6ACE-1895-F25E-0D37AD0B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2E846-ABB2-4284-887B-FD480B0305E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1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1903941-DAE9-96BF-1E61-DA84027C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EA4DA-823A-412B-9988-248277752FE1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A0FCABB-903F-F564-683E-97BD7255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22DA0CD-BB9B-B4EB-2AC4-6B93B36F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9AB85-100E-4371-B843-3817A320FD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5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8EAEE03-CFA4-D40B-5B4B-8487DE00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ED617-1EBC-48FE-8C5B-48D4A4E49B1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776B4AD-BE00-69F8-75CD-2218CA3B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E51C1BF-E4EA-B41C-0426-ACCBFF2A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E4FFB-E038-4A6C-990D-479170D5BC9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0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30A8123-27CF-0EA5-98D4-CD8DB52F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BF2DF-3E50-4D5C-9670-4A2C8917956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21F51FB-16BE-2D0A-B8B6-44599486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DFDFDCC-3FCE-1E07-4A6D-F9E39AD6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F3A3D-D8CD-4F97-B919-570F871A68E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00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0FA48D9-D2F4-C1F5-F979-CAAFF84B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C6697-10FF-412C-8268-4277A373EC0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0CF8085-B5DD-5FAC-4DF0-82EBAD74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37CCA94-4B54-84E8-1D3A-6D9E1C00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359AEB-190B-4048-AB0A-7B7306B78E9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14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B368B09-ECC7-8202-E45A-E4F3C2FA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BB218-216D-4307-AF80-A568C11FF04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5AC9646-9C6B-D2F0-F188-EB784CDCF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FF0308A-92EE-B34D-D294-94A8537E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37C7D-CE54-43B4-B15D-5A0AF0E4E0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36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0B871D0-E011-B37C-D412-AA0C68A0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8059B-572F-4560-A0CC-DDCE1C18011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52EF2F6-2945-C520-DDDD-DE134445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1743FF8-42E2-4F6F-F470-832C744D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6303B-CD7A-4B23-8E57-ECABEE46506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81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8D33E8-2B95-053C-0053-F4A8DF0A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9E5AE-9D41-41D2-A768-3C39BAB4D1C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090BC9-497E-114A-E58D-3CE875EE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C3C23-8803-435C-FDA1-6A2AE499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85E8A-59A4-497A-A8EC-E013073EE9F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11383-EE10-C8C5-EE22-2F39A3CA8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53E98-918F-482F-824B-8424D10CEFE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6B7872-1F68-488B-6D18-A949488E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B6E108-B521-3DA9-C6B8-A66BB122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A8A74-604B-4A1F-A1C8-3DAA49DD27F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81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2C1787D-A3DB-211B-F702-7F0BFA9C977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FCB24BD-1A80-4219-A6A3-07237BF42B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B04DE3-97E7-B15F-7227-537BD3490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9ABB614-E4C4-4340-8BE4-75C2170E616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63580-A1AF-0562-288B-4093E4BFC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5D8A3-724E-C2EB-D41C-DEC6E4F78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6554987-4542-4F6D-B7FD-0EF94057224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F4863D2-1208-0FB6-712B-BF9369870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9BC9393-1FA2-2CEA-0A0C-B3AD040B8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548F0B2-D990-C60E-5460-EF9C1EFF1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641CC1E-F48A-6502-2174-77368DB60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2F1C710-A0DD-963C-321C-4C0B85BCA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A014ECD-E5E9-2BC9-8E7C-D5ED7E63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124C31D-BA88-51B6-EB9E-5E2E80ED3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504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91CB0579-7CFB-8A69-762E-13D0EAEBC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51125"/>
            <a:ext cx="84423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-6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 제거 포함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좌측방 천정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FA1CE25D-197A-27D2-A08F-0047EE6F3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140200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420286A-9C6A-F3E8-3CD6-3DDD6BC2B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438F2C33-BA53-D677-9B51-609E659D0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B530E84-E6B6-081A-C564-370E87538375}"/>
              </a:ext>
            </a:extLst>
          </p:cNvPr>
          <p:cNvSpPr/>
          <p:nvPr/>
        </p:nvSpPr>
        <p:spPr bwMode="auto">
          <a:xfrm>
            <a:off x="3425825" y="477996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888C044D-0A00-FF3F-B15D-938210FCBFEC}"/>
              </a:ext>
            </a:extLst>
          </p:cNvPr>
          <p:cNvSpPr/>
          <p:nvPr/>
        </p:nvSpPr>
        <p:spPr>
          <a:xfrm>
            <a:off x="4284663" y="57340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D26E3-6C61-5368-48B6-34C96151E7D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800" b="1" dirty="0"/>
              <a:t>방충망</a:t>
            </a:r>
            <a:r>
              <a:rPr lang="en-US" altLang="ko-KR" sz="2800" b="1" dirty="0"/>
              <a:t>-6</a:t>
            </a:r>
            <a:r>
              <a:rPr lang="ko-KR" altLang="en-US" sz="2800" b="1" dirty="0"/>
              <a:t>개</a:t>
            </a:r>
            <a:r>
              <a:rPr lang="en-US" altLang="ko-KR" sz="2800" b="1" dirty="0"/>
              <a:t>(</a:t>
            </a:r>
            <a:r>
              <a:rPr lang="ko-KR" altLang="en-US" sz="2800" b="1" dirty="0" err="1"/>
              <a:t>앞베란다</a:t>
            </a:r>
            <a:r>
              <a:rPr lang="en-US" altLang="ko-KR" sz="2800" b="1" dirty="0"/>
              <a:t>(2</a:t>
            </a:r>
            <a:r>
              <a:rPr lang="ko-KR" altLang="en-US" sz="2800" b="1" dirty="0"/>
              <a:t>개</a:t>
            </a:r>
            <a:r>
              <a:rPr lang="en-US" altLang="ko-KR" sz="2800" b="1" dirty="0"/>
              <a:t>), </a:t>
            </a:r>
            <a:r>
              <a:rPr lang="ko-KR" altLang="en-US" sz="2800" b="1" dirty="0" err="1"/>
              <a:t>뒤베란다</a:t>
            </a:r>
            <a:r>
              <a:rPr lang="en-US" altLang="ko-KR" sz="2800" b="1" dirty="0"/>
              <a:t>(4</a:t>
            </a:r>
            <a:r>
              <a:rPr lang="ko-KR" altLang="en-US" sz="2800" b="1" dirty="0"/>
              <a:t>개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교체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D38C78-B300-6AE8-0A3A-96E0F2E5030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926808E4-06A6-1744-940C-0C3EC00887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BDE68A9-8A18-359A-9873-0F97A309CC5E}"/>
              </a:ext>
            </a:extLst>
          </p:cNvPr>
          <p:cNvSpPr/>
          <p:nvPr/>
        </p:nvSpPr>
        <p:spPr>
          <a:xfrm>
            <a:off x="4932363" y="2565400"/>
            <a:ext cx="1368425" cy="2735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C54D4-9175-13F0-A7CC-E8C75BB4029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4CB9D8-F266-30A0-F05F-3DFBBA51B84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0D12CC8-202F-605B-4414-C8EBB76F6B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356B6C9-70B5-BE90-74CC-96B5594271FE}"/>
              </a:ext>
            </a:extLst>
          </p:cNvPr>
          <p:cNvSpPr/>
          <p:nvPr/>
        </p:nvSpPr>
        <p:spPr>
          <a:xfrm>
            <a:off x="2627313" y="2060575"/>
            <a:ext cx="4248150" cy="1081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0BBB35-2234-72EB-C04E-11CE660FED41}"/>
              </a:ext>
            </a:extLst>
          </p:cNvPr>
          <p:cNvSpPr/>
          <p:nvPr/>
        </p:nvSpPr>
        <p:spPr>
          <a:xfrm>
            <a:off x="3059113" y="4365625"/>
            <a:ext cx="3744912" cy="792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A1662-9F00-0F29-6C3B-89595F203D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주방 </a:t>
            </a:r>
            <a:r>
              <a:rPr lang="ko-KR" altLang="en-US" b="1" dirty="0" err="1"/>
              <a:t>난방분배기</a:t>
            </a:r>
            <a:r>
              <a:rPr lang="ko-KR" altLang="en-US" b="1" dirty="0"/>
              <a:t> 교체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2798A9-C7B6-F913-87F1-CFC26EEDCDD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34D4547A-CFC7-7B61-DB7D-72541A914E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4473DB5-9AE7-0009-E246-D4DE0A223756}"/>
              </a:ext>
            </a:extLst>
          </p:cNvPr>
          <p:cNvSpPr/>
          <p:nvPr/>
        </p:nvSpPr>
        <p:spPr>
          <a:xfrm>
            <a:off x="4427538" y="2852738"/>
            <a:ext cx="504825" cy="720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989C1-B2B9-E742-1C9D-A1069F97D2E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800" b="1" dirty="0"/>
              <a:t>화장실 벽면 모서리</a:t>
            </a:r>
            <a:r>
              <a:rPr lang="en-US" altLang="ko-KR" sz="2800" b="1" dirty="0"/>
              <a:t>(4</a:t>
            </a:r>
            <a:r>
              <a:rPr lang="ko-KR" altLang="en-US" sz="2800" b="1" dirty="0"/>
              <a:t>군데</a:t>
            </a:r>
            <a:r>
              <a:rPr lang="en-US" altLang="ko-KR" sz="2800" b="1" dirty="0"/>
              <a:t>) </a:t>
            </a:r>
            <a:r>
              <a:rPr lang="ko-KR" altLang="en-US" sz="2800" b="1" dirty="0"/>
              <a:t>실리콘 </a:t>
            </a:r>
            <a:r>
              <a:rPr lang="ko-KR" altLang="en-US" sz="2800" b="1" dirty="0" err="1"/>
              <a:t>코킹작업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CC8C3A-8474-A02F-19FD-742CFC207EA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7C7F31C9-BFA7-FB9C-053B-35CF4A6799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3" cy="451643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9A79F393-6D0F-BD50-29B4-DD608C86DCDF}"/>
              </a:ext>
            </a:extLst>
          </p:cNvPr>
          <p:cNvSpPr/>
          <p:nvPr/>
        </p:nvSpPr>
        <p:spPr>
          <a:xfrm>
            <a:off x="4859338" y="1628775"/>
            <a:ext cx="360362" cy="4248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647D6-728A-EB47-C402-FA2F422151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800" b="1" dirty="0" err="1"/>
              <a:t>뒤베란다</a:t>
            </a:r>
            <a:r>
              <a:rPr lang="ko-KR" altLang="en-US" sz="2800" b="1" dirty="0"/>
              <a:t> 창고 단열재 시공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곰팡이 제거 포함</a:t>
            </a:r>
            <a:r>
              <a:rPr lang="en-US" altLang="ko-KR" sz="2800" b="1" dirty="0"/>
              <a:t>)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F26B89-5233-712B-0D63-04C7E646756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8D2A6773-91C8-2046-24D8-78BE7D03F0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24657C3-44D8-2EF6-4FC3-088F4038E125}"/>
              </a:ext>
            </a:extLst>
          </p:cNvPr>
          <p:cNvSpPr/>
          <p:nvPr/>
        </p:nvSpPr>
        <p:spPr>
          <a:xfrm>
            <a:off x="4500563" y="1628775"/>
            <a:ext cx="935037" cy="4464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16007-729C-310A-BFC8-C46A2EEA860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3200" b="1" dirty="0"/>
            </a:br>
            <a:r>
              <a:rPr lang="ko-KR" altLang="en-US" sz="3200" b="1" dirty="0"/>
              <a:t>화장실 </a:t>
            </a:r>
            <a:r>
              <a:rPr lang="ko-KR" altLang="en-US" sz="3200" b="1" dirty="0" err="1"/>
              <a:t>좌측방</a:t>
            </a:r>
            <a:r>
              <a:rPr lang="ko-KR" altLang="en-US" sz="3200" b="1" dirty="0"/>
              <a:t> 천정 </a:t>
            </a:r>
            <a:r>
              <a:rPr lang="ko-KR" altLang="en-US" sz="3200" b="1" dirty="0" err="1"/>
              <a:t>누수점검</a:t>
            </a:r>
            <a:r>
              <a:rPr lang="ko-KR" altLang="en-US" sz="3200" b="1" dirty="0"/>
              <a:t> 및 보수</a:t>
            </a:r>
            <a:br>
              <a:rPr lang="ko-KR" altLang="en-US" sz="3200" b="1" dirty="0">
                <a:latin typeface="+mj-ea"/>
              </a:rPr>
            </a:br>
            <a:endParaRPr lang="ko-KR" altLang="en-US" sz="32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47070C-FBEA-5C42-4444-92C9C7A8360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1">
            <a:extLst>
              <a:ext uri="{FF2B5EF4-FFF2-40B4-BE49-F238E27FC236}">
                <a16:creationId xmlns:a16="http://schemas.microsoft.com/office/drawing/2014/main" id="{7C3E67EA-E933-6E50-FE07-9CFBEB2EAB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97154A8-D1D7-1D5A-DFCB-74826B9758A9}"/>
              </a:ext>
            </a:extLst>
          </p:cNvPr>
          <p:cNvSpPr/>
          <p:nvPr/>
        </p:nvSpPr>
        <p:spPr>
          <a:xfrm>
            <a:off x="3851275" y="3717925"/>
            <a:ext cx="1296988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219</Words>
  <Application>Microsoft Office PowerPoint</Application>
  <PresentationFormat>화면 슬라이드 쇼(4:3)</PresentationFormat>
  <Paragraphs>26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방충망-6개(앞베란다(2개), 뒤베란다(4개)교체</vt:lpstr>
      <vt:lpstr>주방 씽크대(상부장, 하부장) 문짝(서럽장, 몰딩포함) 전체교체</vt:lpstr>
      <vt:lpstr>주방 난방분배기 교체</vt:lpstr>
      <vt:lpstr>화장실 벽면 모서리(4군데) 실리콘 코킹작업</vt:lpstr>
      <vt:lpstr>뒤베란다 창고 단열재 시공(곰팡이 제거 포함)</vt:lpstr>
      <vt:lpstr> 화장실 좌측방 천정 누수점검 및 보수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503</cp:revision>
  <dcterms:created xsi:type="dcterms:W3CDTF">2012-05-23T04:33:26Z</dcterms:created>
  <dcterms:modified xsi:type="dcterms:W3CDTF">2026-06-08T05:26:58Z</dcterms:modified>
</cp:coreProperties>
</file>