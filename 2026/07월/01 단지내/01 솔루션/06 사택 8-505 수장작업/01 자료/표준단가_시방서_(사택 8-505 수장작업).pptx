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8-505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8-505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방화문내부</a:t>
            </a:r>
            <a:r>
              <a:rPr lang="en-US" altLang="ko-KR" sz="1000"/>
              <a:t>_ </a:t>
            </a:r>
            <a:r>
              <a:rPr lang="ko-KR" altLang="en-US" sz="1000"/>
              <a:t>거실 걸레받이</a:t>
            </a:r>
            <a:r>
              <a:rPr lang="en-US" altLang="ko-KR" sz="1000"/>
              <a:t>) </a:t>
            </a:r>
            <a:r>
              <a:rPr lang="ko-KR" altLang="en-US" sz="1000"/>
              <a:t>작업
폐기물 반출 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817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2026-05-26T01:12:28Z</dcterms:modified>
</cp:coreProperties>
</file>