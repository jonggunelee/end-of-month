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95" r:id="rId3"/>
    <p:sldId id="263" r:id="rId4"/>
    <p:sldId id="264" r:id="rId5"/>
    <p:sldId id="281" r:id="rId6"/>
    <p:sldId id="282" r:id="rId7"/>
    <p:sldId id="284" r:id="rId8"/>
  </p:sldIdLst>
  <p:sldSz cx="9144000" cy="6858000" type="screen4x3"/>
  <p:notesSz cx="6807200" cy="99393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94560" autoAdjust="0"/>
  </p:normalViewPr>
  <p:slideViewPr>
    <p:cSldViewPr>
      <p:cViewPr varScale="1">
        <p:scale>
          <a:sx n="109" d="100"/>
          <a:sy n="109" d="100"/>
        </p:scale>
        <p:origin x="190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CC77BF24-FC5E-2092-C85A-6760B01C0B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B44C510-193A-437C-2915-197D617EB82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FAC0BA01-DA6A-4C87-95FC-75FB0A04F571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BF81317A-BF71-E01A-6A48-A28E54D23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CB02A478-3FBD-2EE0-4522-17C12C3654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1038" y="4721225"/>
            <a:ext cx="5445125" cy="447198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E3C0E4-FD70-275D-4921-82E14F4B27F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F05B57-D5A2-952F-5C0D-349FA4A912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14AD0102-A82A-48AB-8C81-D44C07557BD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CC1EF837-6E56-E0BB-25B6-3D38CADB870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FC1BAA04-7805-F18C-8E45-99274F41CB2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C1E94367-D8D9-473C-EADF-61D539A327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9E627EEB-AB51-4070-A206-8D3F027F7211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3033CA-18EA-42EE-DEBA-98A6C5E15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C6D161-D679-4F9A-81A3-282F3B9D6F4B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F7AD90-4074-2BA8-88A1-9DFBED5B7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63F3B84-67D4-915A-9F04-87BD3DA23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31CCE0-3550-4430-B00A-97F9954B3A3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72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DC9503-0BE3-0E37-D047-E532922BC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DD6091-0E4B-47BC-A0EC-33C30E707985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C7A0-7902-9AA7-66E8-AC9AA0A07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27C550-070E-40B4-D694-216539874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CF8B00-831E-4258-9FA3-419A062E2F45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8431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459058-578D-E131-96D5-6661DA13B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ECD93E-4115-45E1-BDE7-0BE16CC073B8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798736-D4F6-863A-9F24-ED59F9689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776F9E-0029-14AE-35A6-DEC754CB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234E2C-14FD-4DD4-B894-94D56290741B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2885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A656004B-D07F-AEBB-1EB7-1029340C4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F7B1E0-7E6C-48BC-92A3-B0FD0AC27A45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F79B4BFA-56EA-953C-4B99-DC87E6DC6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A99365A7-ECFA-EDC0-9292-6143A7377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40F7F44-D589-4943-B45E-F1588A670F5D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2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430BC986-D2F3-36BD-65E5-CAF281A3C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6F7AF4-3820-4373-BCD4-ED3FD9197DA6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C70DA2B3-B12C-449A-A1B4-616E48E58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015510B3-9871-1911-E8B8-95349BEB0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D4626A-CC3F-48E1-A32A-623A2F33F9B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833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20A4206D-DC8A-2D09-44E3-DA2EB8E05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464E49-4EA9-4E29-B728-7BB5573E115F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06139C17-8202-DFF6-7B28-9F98F96F1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79AA7580-24EE-380E-5B90-CFD31ACA6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F68A21-CC5E-4BE0-8B65-EEFD00E4564C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600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952DBBC5-65DF-4D0F-D13A-CFA7428FE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A50A15-5F2C-43CE-BFF0-70199DD77175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D6CA4D4B-096A-85D0-9D31-EF211F7FF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8F586236-F3D9-9B4D-C827-5A5E70F96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B8598D5-1366-46E0-8C25-8280F74E60A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3525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809CA1B-C210-3B75-8D2C-F881D53E3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77E5EA-DCDE-4819-8547-888B24E4BDBA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0FE3C1E-1354-B8A6-D270-7A9D63E33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5DCF7D1-B364-BF23-342E-0E54AB08A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3BC6B7-F914-4DC2-B984-6ABA6A431EF7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432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1A0F47C3-8492-C584-2DAB-87829872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8CE5B-1464-43A8-BC0E-651EEAAAFE5D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3AF47C4D-73F1-2CD3-75B5-6F4A86FCC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ED69E5C1-BC23-AE97-F282-7FF1F1885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A00912-4E75-4448-833B-E0AAF88B4AB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438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2D243F-D0BB-C85C-6906-D013A7A85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37440B-D3FB-458A-B979-49DF187D7933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05B797-46EA-8E29-2197-5D21A3334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EE8934-01B9-EC5B-E6F6-D5056539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D336F3-0718-4357-90F3-E73B460B86D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28493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543D2D-089B-C056-E351-03769DF15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DB6541-3F32-4F2B-8741-8101354D25FF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D12FEF-1858-8EE1-4ED2-2D617F9B7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8AFA8A-84AA-F900-4BE8-541E1FFD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10F85B-71AA-462B-993D-6844958A343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368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6026DD1B-5E66-C46A-2CF1-D43289F5612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85F59848-1504-A9A0-F1DD-B08A3F29616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F06448-6234-E589-0D23-99799E051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9223A973-7C99-47CD-8750-5416BC5D5D33}" type="datetimeFigureOut">
              <a:rPr lang="ko-KR" altLang="en-US"/>
              <a:pPr>
                <a:defRPr/>
              </a:pPr>
              <a:t>2026-05-26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FD0C18-740A-7153-AB59-83179AEA6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C9FD579-7FD5-9B4C-0190-4D999A2C61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3D9C666-A8CC-493C-9ECF-D23739D1DE3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82872CEC-413B-99E5-6A05-DEF47A767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1866900"/>
            <a:ext cx="5976938" cy="554038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8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505</a:t>
            </a:r>
            <a:r>
              <a:rPr kumimoji="0" lang="ko-KR" altLang="en-US" sz="3000" b="1"/>
              <a:t>호 수장공사 작업의뢰서</a:t>
            </a:r>
            <a:endParaRPr kumimoji="0" lang="ko-KR" altLang="en-US" sz="3000" b="1">
              <a:solidFill>
                <a:srgbClr val="FF0000"/>
              </a:solidFill>
            </a:endParaRP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E83E703B-3313-7F3E-9161-B56F9A9CC8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899150"/>
            <a:ext cx="1416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62677C92-966D-6B12-8A91-554ED66893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4214813"/>
            <a:ext cx="1387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2026. 05. 21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A5BEB36-6C35-FDE4-E9FE-8AD3C4A2DF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8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505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A25A95FE-8C8A-D725-4278-B6617010D2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58888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05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21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C8B7F63B-0281-D0E0-861F-CE4F64D66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1131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BAC4024B-BF33-0F84-ED6D-58A7C98604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3686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8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505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728B8C97-5DAB-4F81-B432-E3073CF00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5300" y="2636838"/>
            <a:ext cx="844232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도색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문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문틀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방화문내부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거실 걸레받이</a:t>
            </a:r>
            <a:r>
              <a:rPr kumimoji="0" lang="en-US" altLang="ko-KR" sz="1200" b="1"/>
              <a:t>),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  <a:r>
              <a:rPr kumimoji="0" lang="ko-KR" altLang="en-US" sz="1200" b="1"/>
              <a:t>보수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공사 요함</a:t>
            </a:r>
            <a:endParaRPr kumimoji="0" lang="en-US" altLang="ko-KR" sz="1200" b="1"/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                    </a:t>
            </a:r>
          </a:p>
        </p:txBody>
      </p:sp>
      <p:sp>
        <p:nvSpPr>
          <p:cNvPr id="5127" name="TextBox 45">
            <a:extLst>
              <a:ext uri="{FF2B5EF4-FFF2-40B4-BE49-F238E27FC236}">
                <a16:creationId xmlns:a16="http://schemas.microsoft.com/office/drawing/2014/main" id="{1735CD17-6199-A98D-CB38-24A1D65E55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63537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5128" name="TextBox 4">
            <a:extLst>
              <a:ext uri="{FF2B5EF4-FFF2-40B4-BE49-F238E27FC236}">
                <a16:creationId xmlns:a16="http://schemas.microsoft.com/office/drawing/2014/main" id="{C6441B0B-3BFD-938E-D730-E2DCE6C7EC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925638"/>
            <a:ext cx="28384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9" name="TextBox 21">
            <a:extLst>
              <a:ext uri="{FF2B5EF4-FFF2-40B4-BE49-F238E27FC236}">
                <a16:creationId xmlns:a16="http://schemas.microsoft.com/office/drawing/2014/main" id="{689A07E6-356A-9AAA-EA06-E373729122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5775" y="2263775"/>
            <a:ext cx="2784475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 월      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CBA198A6-7F4F-CC18-B3F5-23246AE2BDA0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47" name="아래쪽 화살표 46">
            <a:extLst>
              <a:ext uri="{FF2B5EF4-FFF2-40B4-BE49-F238E27FC236}">
                <a16:creationId xmlns:a16="http://schemas.microsoft.com/office/drawing/2014/main" id="{8165CFF1-78E4-041A-8A93-228C1E254AE8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048E3E-ADAA-E772-7635-3755F50D4394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 eaLnBrk="1" hangingPunct="1">
              <a:defRPr/>
            </a:pPr>
            <a:r>
              <a:rPr lang="ko-KR" altLang="en-US" b="1">
                <a:latin typeface="+mj-ea"/>
              </a:rPr>
              <a:t>장판</a:t>
            </a:r>
            <a:r>
              <a:rPr lang="en-US" altLang="ko-KR" b="1">
                <a:latin typeface="+mj-ea"/>
              </a:rPr>
              <a:t>(</a:t>
            </a:r>
            <a:r>
              <a:rPr lang="ko-KR" altLang="en-US" b="1">
                <a:latin typeface="+mj-ea"/>
              </a:rPr>
              <a:t>거실</a:t>
            </a:r>
            <a:r>
              <a:rPr lang="en-US" altLang="ko-KR" b="1">
                <a:latin typeface="+mj-ea"/>
              </a:rPr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29D34F-6DF2-08A7-E7BE-177E2222B57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Picture 32">
            <a:extLst>
              <a:ext uri="{FF2B5EF4-FFF2-40B4-BE49-F238E27FC236}">
                <a16:creationId xmlns:a16="http://schemas.microsoft.com/office/drawing/2014/main" id="{805EDEFA-3093-0A8A-6897-FB4DD2F3113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597BEEA5-D603-F229-5539-CE17DC2E1AF3}"/>
              </a:ext>
            </a:extLst>
          </p:cNvPr>
          <p:cNvSpPr/>
          <p:nvPr/>
        </p:nvSpPr>
        <p:spPr>
          <a:xfrm>
            <a:off x="3995738" y="3357563"/>
            <a:ext cx="1800225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9AE833-E11F-925C-9320-DACCDF3ECAC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장판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99B0060-136B-89B8-0846-F5F045DBE62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Picture 31">
            <a:extLst>
              <a:ext uri="{FF2B5EF4-FFF2-40B4-BE49-F238E27FC236}">
                <a16:creationId xmlns:a16="http://schemas.microsoft.com/office/drawing/2014/main" id="{5315E4A4-345B-A13D-9910-ABFB517CD81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8" name="타원 7">
            <a:extLst>
              <a:ext uri="{FF2B5EF4-FFF2-40B4-BE49-F238E27FC236}">
                <a16:creationId xmlns:a16="http://schemas.microsoft.com/office/drawing/2014/main" id="{A10B4261-1A6B-8204-6650-EE800F07DBE2}"/>
              </a:ext>
            </a:extLst>
          </p:cNvPr>
          <p:cNvSpPr/>
          <p:nvPr/>
        </p:nvSpPr>
        <p:spPr>
          <a:xfrm>
            <a:off x="4067175" y="2997200"/>
            <a:ext cx="1584325" cy="18716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52106A-3B39-8A08-7AE3-BDAE721C3981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문</a:t>
            </a:r>
            <a:r>
              <a:rPr lang="en-US" altLang="ko-KR" b="1" dirty="0">
                <a:latin typeface="+mj-ea"/>
              </a:rPr>
              <a:t>,</a:t>
            </a:r>
            <a:r>
              <a:rPr lang="ko-KR" altLang="en-US" b="1" dirty="0">
                <a:latin typeface="+mj-ea"/>
              </a:rPr>
              <a:t>문틀</a:t>
            </a:r>
            <a:r>
              <a:rPr lang="en-US" altLang="ko-KR" b="1" dirty="0">
                <a:latin typeface="+mj-ea"/>
              </a:rPr>
              <a:t>-</a:t>
            </a:r>
            <a:r>
              <a:rPr lang="ko-KR" altLang="en-US" b="1" dirty="0">
                <a:latin typeface="+mj-ea"/>
              </a:rPr>
              <a:t>방</a:t>
            </a:r>
            <a:r>
              <a:rPr lang="en-US" altLang="ko-KR" b="1" dirty="0">
                <a:latin typeface="+mj-ea"/>
              </a:rPr>
              <a:t>3</a:t>
            </a:r>
            <a:r>
              <a:rPr lang="ko-KR" altLang="en-US" b="1" dirty="0">
                <a:latin typeface="+mj-ea"/>
              </a:rPr>
              <a:t>곳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293D208-9A3B-151B-D9C2-57C9D4323DF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Picture 33">
            <a:extLst>
              <a:ext uri="{FF2B5EF4-FFF2-40B4-BE49-F238E27FC236}">
                <a16:creationId xmlns:a16="http://schemas.microsoft.com/office/drawing/2014/main" id="{8B23EEDD-176A-3695-288B-389B9CBC08C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8813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8DDCE637-DB5C-739D-D276-95EDE303049C}"/>
              </a:ext>
            </a:extLst>
          </p:cNvPr>
          <p:cNvSpPr/>
          <p:nvPr/>
        </p:nvSpPr>
        <p:spPr>
          <a:xfrm>
            <a:off x="2339975" y="3359150"/>
            <a:ext cx="4679950" cy="13652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76A92-F758-93D3-AE8F-AEC341952516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 err="1">
                <a:latin typeface="+mj-ea"/>
              </a:rPr>
              <a:t>방화문내부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F33394-AF01-8F4B-5E7C-F55FBCE9F459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Picture 33">
            <a:extLst>
              <a:ext uri="{FF2B5EF4-FFF2-40B4-BE49-F238E27FC236}">
                <a16:creationId xmlns:a16="http://schemas.microsoft.com/office/drawing/2014/main" id="{AA9564B5-5CB9-6F7C-6784-08052945C2C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28775"/>
            <a:ext cx="8207375" cy="4464050"/>
          </a:xfrm>
          <a:noFill/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BAFC950-6312-6D7B-EC16-601C5F631451}"/>
              </a:ext>
            </a:extLst>
          </p:cNvPr>
          <p:cNvSpPr/>
          <p:nvPr/>
        </p:nvSpPr>
        <p:spPr>
          <a:xfrm>
            <a:off x="4787900" y="3213100"/>
            <a:ext cx="647700" cy="14398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D17839-A31E-9926-3765-ED7B6A5735A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>
                <a:latin typeface="+mj-ea"/>
              </a:rPr>
            </a:br>
            <a:r>
              <a:rPr lang="ko-KR" altLang="en-US" b="1" dirty="0">
                <a:latin typeface="+mj-ea"/>
              </a:rPr>
              <a:t>도색</a:t>
            </a:r>
            <a:r>
              <a:rPr lang="en-US" altLang="ko-KR" b="1" dirty="0">
                <a:latin typeface="+mj-ea"/>
              </a:rPr>
              <a:t>(</a:t>
            </a:r>
            <a:r>
              <a:rPr lang="ko-KR" altLang="en-US" b="1" dirty="0">
                <a:latin typeface="+mj-ea"/>
              </a:rPr>
              <a:t>거실걸레받이</a:t>
            </a:r>
            <a:r>
              <a:rPr lang="en-US" altLang="ko-KR" b="1" dirty="0">
                <a:latin typeface="+mj-ea"/>
              </a:rPr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395AA025-8C1A-069D-C41C-F7B2AA2FF445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Picture 27">
            <a:extLst>
              <a:ext uri="{FF2B5EF4-FFF2-40B4-BE49-F238E27FC236}">
                <a16:creationId xmlns:a16="http://schemas.microsoft.com/office/drawing/2014/main" id="{277BDE7F-E3ED-5610-6410-4AA69827198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79425" y="1628775"/>
            <a:ext cx="8207375" cy="4492625"/>
          </a:xfrm>
          <a:noFill/>
        </p:spPr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36B95F14-B049-931A-7B40-0641F7CC4D00}"/>
              </a:ext>
            </a:extLst>
          </p:cNvPr>
          <p:cNvSpPr/>
          <p:nvPr/>
        </p:nvSpPr>
        <p:spPr>
          <a:xfrm rot="21079597">
            <a:off x="2947988" y="3154363"/>
            <a:ext cx="4025900" cy="104933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2750</TotalTime>
  <Words>153</Words>
  <Application>Microsoft Office PowerPoint</Application>
  <PresentationFormat>화면 슬라이드 쇼(4:3)</PresentationFormat>
  <Paragraphs>21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장판(거실)</vt:lpstr>
      <vt:lpstr> 장판(방3곳) </vt:lpstr>
      <vt:lpstr> 도색(문,문틀-방3곳) </vt:lpstr>
      <vt:lpstr> 도색(방화문내부) </vt:lpstr>
      <vt:lpstr> 도색(거실걸레받이)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497</cp:revision>
  <dcterms:created xsi:type="dcterms:W3CDTF">2012-05-23T04:33:26Z</dcterms:created>
  <dcterms:modified xsi:type="dcterms:W3CDTF">2026-05-26T00:04:01Z</dcterms:modified>
</cp:coreProperties>
</file>