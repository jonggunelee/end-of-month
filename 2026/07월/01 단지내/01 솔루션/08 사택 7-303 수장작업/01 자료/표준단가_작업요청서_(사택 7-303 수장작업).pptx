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4" r:id="rId6"/>
    <p:sldId id="265" r:id="rId7"/>
    <p:sldId id="260" r:id="rId8"/>
    <p:sldId id="261" r:id="rId9"/>
    <p:sldId id="262" r:id="rId10"/>
  </p:sldIdLst>
  <p:sldSz cx="9144000" cy="6858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4" autoAdjust="0"/>
    <p:restoredTop sz="94560" autoAdjust="0"/>
  </p:normalViewPr>
  <p:slideViewPr>
    <p:cSldViewPr>
      <p:cViewPr varScale="1">
        <p:scale>
          <a:sx n="109" d="100"/>
          <a:sy n="109" d="100"/>
        </p:scale>
        <p:origin x="18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D7BDC8A7-3D2B-989F-0EAD-F5FA5564A8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4C6EFA5-9F24-CB33-BFCF-1FCF82A16A0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1275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03887785-7DCE-4227-B88B-57DB7B66635B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09D7B2B7-084D-515D-D430-8F8F96A8BD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6" rIns="91312" bIns="45656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42700BEF-B848-4CDF-4B68-ABAC68D9FD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312" tIns="45656" rIns="91312" bIns="45656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900A3AB-416D-E955-093C-7CDE759DA66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2E2C9D0-F4A6-F519-BCDB-61CEBABA87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1275" y="9428163"/>
            <a:ext cx="2944813" cy="496887"/>
          </a:xfrm>
          <a:prstGeom prst="rect">
            <a:avLst/>
          </a:prstGeom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A636AD72-3F55-42A1-B9D7-AEEF0B729544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70874EB4-E692-B1E2-39CB-B5539CF4C6D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2B32B502-5937-804B-EDA9-8F661C1D766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788C1BD4-97EB-D839-D43D-12917E30F8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8C870F3D-9ECD-4A56-AD67-F60BD9537751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89E129-1856-E30F-46DE-F0A4CCED8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91074F-46EF-41BE-8863-46F41AF886B8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F1DB67-6B7C-3F56-4F0B-ABB3BFA92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9F139F-9039-CC22-42FD-173B31FF0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CFF6D2-0769-4AF3-8BA7-BB0ADDE16FA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774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E1DD8B-89E4-0157-AA6A-1836E2BC2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22C6B1-7508-4B26-959E-C946C49D7476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E4A9F2-545E-D827-09E7-7D3D80D98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C2A26A-D458-FDF3-5E35-909B5C4B3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F2EF19-F89D-420C-9939-9F6FA472553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9089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C4E122-ED65-403B-9629-F0019065C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B96D70-9AC8-432D-8C0C-D5BB2BAEDBD6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02B9D2-2DA7-078F-2FC4-1F7BAFC8F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FE94C6-4F8C-28ED-3B05-B49BF7630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AB9B9D-DF64-425D-8F96-36B60833540B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1773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69CA842E-F6E1-33BF-C1EF-C3DF9B98D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016D5D-A37F-41EF-8314-C271FEEE49C3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0AA12101-43C3-AB1B-905D-D70F3BF03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FB5D3BC-7AE9-1C05-822D-EE636458D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23604F-AE38-4B2A-9B60-5ECD2F3288E0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1550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3D251A85-20DF-B4EB-A8EE-55D071362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D96140-E622-4FB3-9599-6001EF3D12BD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5134E5A4-0B44-0F8A-620C-B4CBA8491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C1D2D5B1-F0E9-2B98-25EF-B9F638B2C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656839-DF72-4FC6-8663-61E3D487880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4299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6B8D4081-192A-33DF-8DFF-0CA7C162C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395CBA-8109-4854-8230-799203D4A494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7D8EED8B-A3CA-7583-B6C7-2DD473BD2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CE38C4EF-3C92-F296-DC7B-8FA4A26B3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D327A9-3C07-44DF-85E9-9125D83F0962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3471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C41DF7E8-0427-EBCB-59C5-093ACA13F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C0B941-70AA-41C1-9337-DE6913A69464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D796272B-12FC-B9E7-BF0A-1198FAA06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2423FD68-4E39-8382-147B-D226A01A9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3A6ABC-31F0-4EE6-BCFC-C232305A6DC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1361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27866276-FE05-2628-873B-ECF42BF38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4B3532-123C-427B-A0FE-E2AA1AD8054A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F0CCD6B0-6B01-7416-8FD7-17148C449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43B60FA3-B227-C963-9452-EDB2AFDA8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5E177F-1CBE-4B4A-8E57-6746B5D2A84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59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FB295C16-64AE-2B67-D6AA-CC573583A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6DE7C8-36A8-4929-BEE5-5FB01A07F30D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46C6D64F-E29D-BB1E-077D-FD3C67CFA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49A01D65-4FFD-2A2B-570A-773DB861D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A0BA11-195F-4F02-BA75-A3AF87FBC4D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859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940D3D-4666-EDDF-2358-E201356F1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DD38AE-0044-4EC8-8259-0FD81A540F44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31839C-487A-DB44-5284-191C59716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9C2749-F0B6-742E-7D97-66050FCBB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4A56E1-34ED-484D-A67E-04F665D211F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1583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3071A3-3DE0-6EBF-BF94-5A8D3139F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12ECE6-C6B1-4ABA-996F-44E6AE1F5C37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6F18B8-E3A5-E1ED-D380-A1ACE403C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44EDD5-AA1D-FBF2-19B7-8E6FF3657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737B63-88EB-4DB1-96C3-4E1EDC5150EF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233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D89DDDA8-6CB2-774B-1D4F-42F038E64BD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31D76EFF-7EC5-C7F2-1048-9681541F5F7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118C7F-8FBD-AD2E-E47B-DD293FAE38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893D896-002A-4417-B84F-896FA1A86DC0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D4B64E-066E-C2A5-A067-79BFDE2CBC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E494D9-1A7E-D20F-B524-6241F4A399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4D38CDF-42BA-41B3-A6F8-D40AB8494EEC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1DADCC5A-99D1-A0F6-A865-C83C4408F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1665288"/>
            <a:ext cx="6192838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7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303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AED900C8-B606-1541-BF82-71ED5172E5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08A0699A-CED0-F2BB-4A30-840C295C9C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2026. 04. 27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A590261A-342A-3B6F-A8A8-A7C5E4EDC8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7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303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647ECEE7-CC0A-4F4D-709F-339691AD82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04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27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17303448-778C-3A32-AFFD-DB6C98A8E0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180968B2-A309-35BB-5120-50877AF77F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7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303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F9F05FF7-CEA9-03F2-3CB5-D8C43876F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852738"/>
            <a:ext cx="86677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2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천정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2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장판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2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앞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뒤베란다 걸레받이 및 벽면 부분도색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앞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뒤베란다 창고바닥포함</a:t>
            </a:r>
            <a:r>
              <a:rPr kumimoji="0" lang="en-US" altLang="ko-KR" sz="1200" b="1"/>
              <a:t>)), </a:t>
            </a:r>
            <a:r>
              <a:rPr kumimoji="0" lang="ko-KR" altLang="en-US" sz="1200" b="1"/>
              <a:t>보수 공사 요함</a:t>
            </a:r>
            <a:r>
              <a:rPr kumimoji="0" lang="en-US" altLang="ko-KR" sz="1200" b="1"/>
              <a:t> </a:t>
            </a:r>
          </a:p>
        </p:txBody>
      </p:sp>
      <p:sp>
        <p:nvSpPr>
          <p:cNvPr id="5127" name="TextBox 4">
            <a:extLst>
              <a:ext uri="{FF2B5EF4-FFF2-40B4-BE49-F238E27FC236}">
                <a16:creationId xmlns:a16="http://schemas.microsoft.com/office/drawing/2014/main" id="{2E3AA15A-FFD0-F283-67D5-8A24431E32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060575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8" name="TextBox 21">
            <a:extLst>
              <a:ext uri="{FF2B5EF4-FFF2-40B4-BE49-F238E27FC236}">
                <a16:creationId xmlns:a16="http://schemas.microsoft.com/office/drawing/2014/main" id="{04AF3435-8E04-3A18-30F9-B58621E1E7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468563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5F40156-1B14-FA7F-A4C5-D6505589A9FE}"/>
              </a:ext>
            </a:extLst>
          </p:cNvPr>
          <p:cNvSpPr/>
          <p:nvPr/>
        </p:nvSpPr>
        <p:spPr bwMode="auto">
          <a:xfrm>
            <a:off x="3316288" y="4564063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11" name="아래쪽 화살표 10">
            <a:extLst>
              <a:ext uri="{FF2B5EF4-FFF2-40B4-BE49-F238E27FC236}">
                <a16:creationId xmlns:a16="http://schemas.microsoft.com/office/drawing/2014/main" id="{0E7F81CC-6724-AB05-B4B6-8E1BDEB2A299}"/>
              </a:ext>
            </a:extLst>
          </p:cNvPr>
          <p:cNvSpPr/>
          <p:nvPr/>
        </p:nvSpPr>
        <p:spPr>
          <a:xfrm>
            <a:off x="4176713" y="5518150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5131" name="TextBox 45">
            <a:extLst>
              <a:ext uri="{FF2B5EF4-FFF2-40B4-BE49-F238E27FC236}">
                <a16:creationId xmlns:a16="http://schemas.microsoft.com/office/drawing/2014/main" id="{A9956878-0E67-4905-DA80-2D7FBEC869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488" y="3652838"/>
            <a:ext cx="8456612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D38F0B-8D2E-81FE-5223-E07E852259D2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거실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C75D14D-05D9-1226-D8AE-29A53C0AD390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36">
            <a:extLst>
              <a:ext uri="{FF2B5EF4-FFF2-40B4-BE49-F238E27FC236}">
                <a16:creationId xmlns:a16="http://schemas.microsoft.com/office/drawing/2014/main" id="{1C2B5AE1-E3CB-F9EF-774B-A2321D10786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0609CF98-B16D-EBF0-2FC6-0C999AA03DD2}"/>
              </a:ext>
            </a:extLst>
          </p:cNvPr>
          <p:cNvSpPr/>
          <p:nvPr/>
        </p:nvSpPr>
        <p:spPr>
          <a:xfrm>
            <a:off x="2843213" y="2565400"/>
            <a:ext cx="3529012" cy="29511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DAE3C6-8BDF-DD96-8A95-CB641CF9EE83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방</a:t>
            </a:r>
            <a:r>
              <a:rPr lang="en-US" altLang="ko-KR" b="1" dirty="0"/>
              <a:t>2</a:t>
            </a:r>
            <a:r>
              <a:rPr lang="ko-KR" altLang="en-US" b="1" dirty="0"/>
              <a:t>곳</a:t>
            </a:r>
            <a:r>
              <a:rPr lang="en-US" altLang="ko-KR" b="1" dirty="0"/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3742BFD-B3CC-60DE-1E36-78C971D73756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Picture 37">
            <a:extLst>
              <a:ext uri="{FF2B5EF4-FFF2-40B4-BE49-F238E27FC236}">
                <a16:creationId xmlns:a16="http://schemas.microsoft.com/office/drawing/2014/main" id="{8969799F-D69B-7E49-6A52-354EA5391F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628775"/>
            <a:ext cx="8207375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9814A446-D493-82D0-08BD-D23A66CEECC1}"/>
              </a:ext>
            </a:extLst>
          </p:cNvPr>
          <p:cNvSpPr/>
          <p:nvPr/>
        </p:nvSpPr>
        <p:spPr>
          <a:xfrm>
            <a:off x="2339975" y="2205038"/>
            <a:ext cx="4537075" cy="33115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0E68F9-BCE8-A445-C102-3BCA073634D6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천정</a:t>
            </a:r>
            <a:r>
              <a:rPr lang="en-US" altLang="ko-KR" b="1" dirty="0"/>
              <a:t>-</a:t>
            </a:r>
            <a:r>
              <a:rPr lang="ko-KR" altLang="en-US" b="1" dirty="0"/>
              <a:t>거실</a:t>
            </a:r>
            <a:r>
              <a:rPr lang="en-US" altLang="ko-KR" b="1" dirty="0"/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0AB6537-4BCB-40D0-CEAA-6C380EE60448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8196" name="Picture 37">
            <a:extLst>
              <a:ext uri="{FF2B5EF4-FFF2-40B4-BE49-F238E27FC236}">
                <a16:creationId xmlns:a16="http://schemas.microsoft.com/office/drawing/2014/main" id="{12E41864-7B79-E36C-04B2-8A2B027EC0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28775"/>
            <a:ext cx="8207375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타원 2">
            <a:extLst>
              <a:ext uri="{FF2B5EF4-FFF2-40B4-BE49-F238E27FC236}">
                <a16:creationId xmlns:a16="http://schemas.microsoft.com/office/drawing/2014/main" id="{5C41CCCC-FA0E-DCD3-4F50-C272F3709E76}"/>
              </a:ext>
            </a:extLst>
          </p:cNvPr>
          <p:cNvSpPr/>
          <p:nvPr/>
        </p:nvSpPr>
        <p:spPr>
          <a:xfrm>
            <a:off x="2916238" y="2708275"/>
            <a:ext cx="3455987" cy="23050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EEA12F-F7B0-A5DE-39CB-B9196A9BF103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천정</a:t>
            </a:r>
            <a:r>
              <a:rPr lang="en-US" altLang="ko-KR" b="1" dirty="0"/>
              <a:t>-</a:t>
            </a:r>
            <a:r>
              <a:rPr lang="ko-KR" altLang="en-US" b="1" dirty="0"/>
              <a:t>방</a:t>
            </a:r>
            <a:r>
              <a:rPr lang="en-US" altLang="ko-KR" b="1" dirty="0"/>
              <a:t>2</a:t>
            </a:r>
            <a:r>
              <a:rPr lang="ko-KR" altLang="en-US" b="1" dirty="0"/>
              <a:t>곳</a:t>
            </a:r>
            <a:r>
              <a:rPr lang="en-US" altLang="ko-KR" b="1" dirty="0"/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815EF98-E57F-FC42-A021-E12F6CAA147B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9220" name="Picture 37">
            <a:extLst>
              <a:ext uri="{FF2B5EF4-FFF2-40B4-BE49-F238E27FC236}">
                <a16:creationId xmlns:a16="http://schemas.microsoft.com/office/drawing/2014/main" id="{B9DB2919-B1F9-1A54-9D4F-C090DE92E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628775"/>
            <a:ext cx="8207375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C7D7B177-F770-1839-C963-A61ECB0EB9F6}"/>
              </a:ext>
            </a:extLst>
          </p:cNvPr>
          <p:cNvSpPr/>
          <p:nvPr/>
        </p:nvSpPr>
        <p:spPr>
          <a:xfrm>
            <a:off x="3419475" y="3213100"/>
            <a:ext cx="2797175" cy="19446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AFAA15-BFE7-5FB8-FDD7-F68E912687F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>
                <a:latin typeface="+mj-ea"/>
              </a:rPr>
              <a:t>장판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거실</a:t>
            </a:r>
            <a:r>
              <a:rPr lang="en-US" altLang="ko-KR" b="1" dirty="0">
                <a:latin typeface="+mj-ea"/>
              </a:rPr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8D46E87-93D7-9E32-361D-15AD70F4A691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10244" name="내용 개체 틀 2">
            <a:extLst>
              <a:ext uri="{FF2B5EF4-FFF2-40B4-BE49-F238E27FC236}">
                <a16:creationId xmlns:a16="http://schemas.microsoft.com/office/drawing/2014/main" id="{680E3596-C5A5-98BF-1F51-0724E1C4E6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245" name="Picture 38">
            <a:extLst>
              <a:ext uri="{FF2B5EF4-FFF2-40B4-BE49-F238E27FC236}">
                <a16:creationId xmlns:a16="http://schemas.microsoft.com/office/drawing/2014/main" id="{F4AA1FD6-017A-1883-89AB-0A2001108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628775"/>
            <a:ext cx="8207375" cy="466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D8BE3DF5-D45E-31C7-82A4-7C06D10BE17F}"/>
              </a:ext>
            </a:extLst>
          </p:cNvPr>
          <p:cNvSpPr/>
          <p:nvPr/>
        </p:nvSpPr>
        <p:spPr>
          <a:xfrm>
            <a:off x="3846513" y="3390900"/>
            <a:ext cx="1804987" cy="12255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B26E83-7AA9-287D-8D16-3DDCD7AD56C3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장판</a:t>
            </a:r>
            <a:r>
              <a:rPr lang="en-US" altLang="ko-KR" b="1" dirty="0"/>
              <a:t>(</a:t>
            </a:r>
            <a:r>
              <a:rPr lang="ko-KR" altLang="en-US" b="1" dirty="0"/>
              <a:t>방</a:t>
            </a:r>
            <a:r>
              <a:rPr lang="en-US" altLang="ko-KR" b="1" dirty="0"/>
              <a:t>2</a:t>
            </a:r>
            <a:r>
              <a:rPr lang="ko-KR" altLang="en-US" b="1" dirty="0"/>
              <a:t>곳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08D9572-FF6D-996A-D967-65633D678787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1268" name="Picture 39">
            <a:extLst>
              <a:ext uri="{FF2B5EF4-FFF2-40B4-BE49-F238E27FC236}">
                <a16:creationId xmlns:a16="http://schemas.microsoft.com/office/drawing/2014/main" id="{2CFA34E6-5C09-2D50-27EB-3653AF1A8E7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011C7925-56D0-6634-DAD0-3A009DBA1B8D}"/>
              </a:ext>
            </a:extLst>
          </p:cNvPr>
          <p:cNvSpPr/>
          <p:nvPr/>
        </p:nvSpPr>
        <p:spPr>
          <a:xfrm>
            <a:off x="3779838" y="3068638"/>
            <a:ext cx="1368425" cy="10080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00D2C2-A196-9C63-F130-2530A58051B0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sz="1800" b="1" dirty="0"/>
              <a:t>도색</a:t>
            </a:r>
            <a:r>
              <a:rPr lang="en-US" altLang="ko-KR" sz="1800" b="1" dirty="0"/>
              <a:t>(</a:t>
            </a:r>
            <a:r>
              <a:rPr lang="ko-KR" altLang="en-US" sz="1800" b="1" dirty="0"/>
              <a:t>앞</a:t>
            </a:r>
            <a:r>
              <a:rPr lang="en-US" altLang="ko-KR" sz="1800" b="1" dirty="0"/>
              <a:t>, </a:t>
            </a:r>
            <a:r>
              <a:rPr lang="ko-KR" altLang="en-US" sz="1800" b="1" dirty="0" err="1"/>
              <a:t>뒤베란다</a:t>
            </a:r>
            <a:r>
              <a:rPr lang="ko-KR" altLang="en-US" sz="1800" b="1" dirty="0"/>
              <a:t> 걸레받이 및 벽면 부분도색</a:t>
            </a:r>
            <a:r>
              <a:rPr lang="en-US" altLang="ko-KR" sz="1800" b="1" dirty="0"/>
              <a:t>(</a:t>
            </a:r>
            <a:r>
              <a:rPr lang="ko-KR" altLang="en-US" sz="1800" b="1" dirty="0"/>
              <a:t>앞</a:t>
            </a:r>
            <a:r>
              <a:rPr lang="en-US" altLang="ko-KR" sz="1800" b="1" dirty="0"/>
              <a:t>, </a:t>
            </a:r>
            <a:r>
              <a:rPr lang="ko-KR" altLang="en-US" sz="1800" b="1" dirty="0" err="1"/>
              <a:t>뒤베란다</a:t>
            </a:r>
            <a:r>
              <a:rPr lang="ko-KR" altLang="en-US" sz="1800" b="1" dirty="0"/>
              <a:t> 창고바닥포함</a:t>
            </a:r>
            <a:r>
              <a:rPr lang="en-US" altLang="ko-KR" sz="1800" b="1" dirty="0"/>
              <a:t>))</a:t>
            </a:r>
            <a:endParaRPr lang="ko-KR" altLang="en-US" sz="18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5161D49-DF8D-F38C-D118-B4DC61528DED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2292" name="Picture 36">
            <a:extLst>
              <a:ext uri="{FF2B5EF4-FFF2-40B4-BE49-F238E27FC236}">
                <a16:creationId xmlns:a16="http://schemas.microsoft.com/office/drawing/2014/main" id="{68560A75-CC1E-2FA8-4E97-584BFF5859B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6E2F7413-4329-EA62-D642-5B3E06E69FF1}"/>
              </a:ext>
            </a:extLst>
          </p:cNvPr>
          <p:cNvSpPr/>
          <p:nvPr/>
        </p:nvSpPr>
        <p:spPr>
          <a:xfrm>
            <a:off x="2701925" y="3425825"/>
            <a:ext cx="3670300" cy="8683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2038</TotalTime>
  <Words>194</Words>
  <Application>Microsoft Office PowerPoint</Application>
  <PresentationFormat>화면 슬라이드 쇼(4:3)</PresentationFormat>
  <Paragraphs>21</Paragraphs>
  <Slides>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굴림</vt:lpstr>
      <vt:lpstr>Arial</vt:lpstr>
      <vt:lpstr>맑은 고딕</vt:lpstr>
      <vt:lpstr>Office 테마</vt:lpstr>
      <vt:lpstr>PowerPoint 프레젠테이션</vt:lpstr>
      <vt:lpstr>PowerPoint 프레젠테이션</vt:lpstr>
      <vt:lpstr>도배(벽-거실)</vt:lpstr>
      <vt:lpstr> 도배(벽-방2곳) </vt:lpstr>
      <vt:lpstr> 도배(천정-거실) </vt:lpstr>
      <vt:lpstr> 도배(천정-방2곳) </vt:lpstr>
      <vt:lpstr>장판(거실)</vt:lpstr>
      <vt:lpstr>장판(방2곳)</vt:lpstr>
      <vt:lpstr>도색(앞, 뒤베란다 걸레받이 및 벽면 부분도색(앞, 뒤베란다 창고바닥포함))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370</cp:revision>
  <cp:lastPrinted>2022-08-17T04:02:57Z</cp:lastPrinted>
  <dcterms:created xsi:type="dcterms:W3CDTF">2012-05-23T04:33:26Z</dcterms:created>
  <dcterms:modified xsi:type="dcterms:W3CDTF">2026-05-28T06:11:06Z</dcterms:modified>
</cp:coreProperties>
</file>