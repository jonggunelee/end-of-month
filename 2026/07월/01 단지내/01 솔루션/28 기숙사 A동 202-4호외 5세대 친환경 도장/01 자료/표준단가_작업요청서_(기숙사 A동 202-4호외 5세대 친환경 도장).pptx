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1" r:id="rId2"/>
    <p:sldId id="256" r:id="rId3"/>
    <p:sldId id="257" r:id="rId4"/>
    <p:sldId id="258" r:id="rId5"/>
    <p:sldId id="262" r:id="rId6"/>
    <p:sldId id="263" r:id="rId7"/>
    <p:sldId id="264" r:id="rId8"/>
    <p:sldId id="260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84" autoAdjust="0"/>
    <p:restoredTop sz="94560" autoAdjust="0"/>
  </p:normalViewPr>
  <p:slideViewPr>
    <p:cSldViewPr>
      <p:cViewPr varScale="1">
        <p:scale>
          <a:sx n="99" d="100"/>
          <a:sy n="99" d="100"/>
        </p:scale>
        <p:origin x="210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6DC89E0-0528-0AF1-99E9-EC67A73F64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9DBDF3-A73B-209E-0A63-3C978A9BC5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CAD0DFF6-927E-4338-8598-6ED225AD64F7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7F058F06-47A9-35FC-CF82-FC80091C24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C00DA6C3-D2D5-DCA7-3238-3C4B971B93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3539A6-D9BF-5D76-2CAF-71E6E61970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B2D909-96A1-1CE4-72D6-56747419F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38B3D6E8-2EBB-4851-A499-6FA023C9EE2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6D4B8754-5456-DC23-0C68-94BC819A96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7DB6A15A-7CD9-1BA8-CE3E-EDC8CE8C56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CD9311B2-538A-7C3E-38FE-2B7D30EDC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C5EDD38-9CAE-4F5A-BC14-AAE654D3F6D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70CF2BC7-D12B-C31B-C5BA-B3E4FD8E1C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CE434139-368C-FB33-AC39-1A37C0A6A0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A45E8B24-5889-6160-2505-961F470D2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EA7DAAA-3798-4AB8-8BED-AD49CB2201CD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5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2821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955889EA-9E41-4517-BB1B-EE0085E3A7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33A53866-BB9E-C8FC-1823-C77382F94E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FF3AB802-8CEE-CD7A-A2D1-F7BB8FD34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2793E9D-01CD-4129-8CA2-998B05F5F453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9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0097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2A64C24B-E7D9-83ED-BF19-7F796ED2D9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27C6B7A3-71B7-6373-7A07-627D3590F5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0F2B0D0E-90FA-B9C7-34AC-31CD33A17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5A58B31-EDFA-4594-8532-860A48C1E51C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12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9750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4DF0A304-85B5-F817-574E-3F7A410F41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0384061-1618-468E-473B-3DD24DEFFB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82B5BCE4-650D-A9CB-3FEF-A3B4E93A6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119F15C-E121-46B8-B4EC-B9D1B99F3731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16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8790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38873EEA-B465-E69D-CD9C-F232B3066F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6AF82F65-F506-1DF4-B41A-247BBC8CC1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0C99175B-FAB6-6D3C-BFCA-D9A1C7FCE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7AC2FBC-1719-4108-88F5-191905609F3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20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3833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5C444B-5007-8954-F901-B1C857AA0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F21B98-2853-4CE6-94EC-C0125FACA80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F4B11C-91F8-2814-72D7-0F4B0E409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6747B9-0A0F-00B2-0D90-28516FF0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86FA82-D0ED-4629-8C2D-323E30754B9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28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12DA79-6DC4-0AB9-EF88-7A7E8CDE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5616F-8491-4A24-8619-C0BA51B4A68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ADEB1C-1273-682E-EF5F-EF1892CB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FBDA0D-EDB1-12C4-1D50-B3EA1969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9D349A-0B42-452F-B048-F3256B2409E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17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115F84-BE52-CD07-F3F2-97BE67BD3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37CEA3-DF38-4A13-AEC9-9AD0A719AF0D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85AD0C-7EA2-44A6-2058-CDF61EA70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1C9102-06B9-E741-94F9-AF7CF2A64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7007D7-AEA7-4B84-88BA-331DAED74CE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93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801A9D4-22F6-2BF7-C48F-90AAD036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0377E-BB79-452B-877B-90E78E108048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38E54E0-75BC-402E-0B39-13CC77C6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79BA47F-FA62-415C-8588-C92E0885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691C03-90E1-4A6F-8F7B-54830D29207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75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9E905969-9AFB-2504-00E1-38E7C6C80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03309-072E-44ED-8C65-9835692F7F4D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F4C07F66-E9EE-7824-D78C-CB978EC0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796994B-5994-D66D-859C-97B5B391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E8231E-A4F0-4BB2-8673-DB0396557EB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63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1CF1B00E-0403-FC42-8AE1-410D7CC8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78785-D8E3-4D0D-ADA7-D5AA0419A87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A4A3B56E-4490-E664-B374-0ED85ECA3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208AC3C0-266E-F8C3-C447-611703A4D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213367-CA8D-4E6B-9CED-B28C9EA0B9A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208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A928BFA-BF5B-A384-DB2F-5A4A95C9F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544258-F39E-4824-A836-4714FF0075B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86070E43-8633-B323-8984-11D2CF950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8C4A32E9-0A84-C426-4701-B7ED66C8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78BD50-4779-44D8-A2A2-6B76A306D61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4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3CEFB78-B092-92A9-BC98-606009F7D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41044-EB8A-47F1-9EB1-FE8603493C0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E946779-C2D2-6EFD-10AC-548D89A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DFB4F47-C9E1-EB1E-5204-DAC905D46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C3DB51-04A0-416C-90E5-1D1777E14C8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338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C883321-0E02-E70B-EB8B-F73066E11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3D14B5-35A9-48B4-AEFB-1576B8E2231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17D6D39-7466-F026-8BE5-9735C8F0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20640A9-6FBD-C99B-6F71-1A878A12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F6822F-BD58-4082-9DB7-76B476A0D00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27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B67326-43D6-2602-AD8F-614A79F63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5704EA-5C89-4862-BA5C-1D46675DA24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B520CA-9030-4234-C29A-93DDB5B43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9CED3E-7F95-1D7D-A7CB-207DD5DED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D4E98-DA29-406A-A66A-BBB708DB34B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712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274483-CF5D-9A78-05A3-E9D6B2D2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53A7D-86DB-4AB6-A70E-CC36637D7C6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8668E-6EA2-2A25-EED5-B9A257804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91EBFA-097F-5810-4B92-264F85F06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5CED6A-075D-47FB-84CD-49906FABD4A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28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DF2A44C5-89AE-8DE4-6818-09DE4FE69E4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6F7D01E9-06CB-464F-1395-ABF825CDC1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5A3FF5-3390-DE55-DFD1-D7A929E76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C32B581-F5A0-4ECE-A1D6-572D7FA25925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ED2446-4279-3804-0BEB-E173B6950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F3350-629C-D06D-C521-78243C6E2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6E1F00C-29D9-424C-9550-B4DEA1093667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654C2C-6FD1-7294-695C-31B18BC977A0}"/>
              </a:ext>
            </a:extLst>
          </p:cNvPr>
          <p:cNvSpPr txBox="1"/>
          <p:nvPr/>
        </p:nvSpPr>
        <p:spPr>
          <a:xfrm>
            <a:off x="45121" y="75149"/>
            <a:ext cx="8870056" cy="39395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2000" b="1" dirty="0"/>
              <a:t>병합된 파일 목록</a:t>
            </a:r>
            <a:r>
              <a:rPr lang="en-US" altLang="ko-KR" sz="2000" b="1" dirty="0"/>
              <a:t>: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A</a:t>
            </a:r>
            <a:r>
              <a:rPr lang="ko-KR" altLang="en-US" sz="1400" b="1" dirty="0"/>
              <a:t>동 </a:t>
            </a:r>
            <a:r>
              <a:rPr lang="en-US" altLang="ko-KR" sz="1400" b="1" dirty="0"/>
              <a:t>202-4</a:t>
            </a:r>
            <a:r>
              <a:rPr lang="ko-KR" altLang="en-US" sz="1400" b="1" dirty="0"/>
              <a:t>호 수장작업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문끌림</a:t>
            </a:r>
            <a:r>
              <a:rPr lang="en-US" altLang="ko-KR" sz="1400" b="1" dirty="0"/>
              <a:t>-</a:t>
            </a:r>
            <a:r>
              <a:rPr lang="ko-KR" altLang="en-US" sz="1400" b="1" dirty="0"/>
              <a:t>화장실문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유가파손</a:t>
            </a:r>
            <a:r>
              <a:rPr lang="en-US" altLang="ko-KR" sz="1400" b="1" dirty="0"/>
              <a:t>(2</a:t>
            </a:r>
            <a:r>
              <a:rPr lang="ko-KR" altLang="en-US" sz="1400" b="1" dirty="0"/>
              <a:t>개</a:t>
            </a:r>
            <a:r>
              <a:rPr lang="en-US" altLang="ko-KR" sz="1400" b="1" dirty="0"/>
              <a:t>)) </a:t>
            </a:r>
            <a:r>
              <a:rPr lang="ko-KR" altLang="en-US" sz="1400" b="1" dirty="0"/>
              <a:t>작업요청서 </a:t>
            </a:r>
            <a:r>
              <a:rPr lang="en-US" altLang="ko-KR" sz="1400" b="1" dirty="0"/>
              <a:t>(26.04.07)-</a:t>
            </a:r>
            <a:r>
              <a:rPr lang="ko-KR" altLang="en-US" sz="1400" b="1" dirty="0"/>
              <a:t>에너지솔루션</a:t>
            </a:r>
            <a:r>
              <a:rPr lang="en-US" altLang="ko-KR" sz="1400" b="1" dirty="0"/>
              <a:t>.ppt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A</a:t>
            </a:r>
            <a:r>
              <a:rPr lang="ko-KR" altLang="en-US" sz="1400" b="1" dirty="0"/>
              <a:t>동 </a:t>
            </a:r>
            <a:r>
              <a:rPr lang="en-US" altLang="ko-KR" sz="1400" b="1" dirty="0"/>
              <a:t>504-3</a:t>
            </a:r>
            <a:r>
              <a:rPr lang="ko-KR" altLang="en-US" sz="1400" b="1" dirty="0"/>
              <a:t>호 수장작업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발코니전체도색</a:t>
            </a:r>
            <a:r>
              <a:rPr lang="en-US" altLang="ko-KR" sz="1400" b="1" dirty="0"/>
              <a:t>-</a:t>
            </a:r>
            <a:r>
              <a:rPr lang="ko-KR" altLang="en-US" sz="1400" b="1" dirty="0"/>
              <a:t>곰팡이제거포함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작업요청서 </a:t>
            </a:r>
            <a:r>
              <a:rPr lang="en-US" altLang="ko-KR" sz="1400" b="1" dirty="0"/>
              <a:t>(26.06.10)-</a:t>
            </a:r>
            <a:r>
              <a:rPr lang="ko-KR" altLang="en-US" sz="1400" b="1" dirty="0"/>
              <a:t>에너지솔루션</a:t>
            </a:r>
            <a:r>
              <a:rPr lang="en-US" altLang="ko-KR" sz="1400" b="1" dirty="0"/>
              <a:t>.ppt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A</a:t>
            </a:r>
            <a:r>
              <a:rPr lang="ko-KR" altLang="en-US" sz="1400" b="1" dirty="0"/>
              <a:t>동 </a:t>
            </a:r>
            <a:r>
              <a:rPr lang="en-US" altLang="ko-KR" sz="1400" b="1" dirty="0"/>
              <a:t>703-2</a:t>
            </a:r>
            <a:r>
              <a:rPr lang="ko-KR" altLang="en-US" sz="1400" b="1" dirty="0"/>
              <a:t>호 수장작업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문끌림</a:t>
            </a:r>
            <a:r>
              <a:rPr lang="en-US" altLang="ko-KR" sz="1400" b="1" dirty="0"/>
              <a:t>-</a:t>
            </a:r>
            <a:r>
              <a:rPr lang="ko-KR" altLang="en-US" sz="1400" b="1" dirty="0"/>
              <a:t>방문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작업요청서 </a:t>
            </a:r>
            <a:r>
              <a:rPr lang="en-US" altLang="ko-KR" sz="1400" b="1" dirty="0"/>
              <a:t>(26.06.10)-</a:t>
            </a:r>
            <a:r>
              <a:rPr lang="ko-KR" altLang="en-US" sz="1400" b="1" dirty="0"/>
              <a:t>에너지솔루션</a:t>
            </a:r>
            <a:r>
              <a:rPr lang="en-US" altLang="ko-KR" sz="1400" b="1" dirty="0"/>
              <a:t>.ppt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A</a:t>
            </a:r>
            <a:r>
              <a:rPr lang="ko-KR" altLang="en-US" sz="1400" b="1" dirty="0"/>
              <a:t>동 </a:t>
            </a:r>
            <a:r>
              <a:rPr lang="en-US" altLang="ko-KR" sz="1400" b="1" dirty="0"/>
              <a:t>902-2</a:t>
            </a:r>
            <a:r>
              <a:rPr lang="ko-KR" altLang="en-US" sz="1400" b="1" dirty="0"/>
              <a:t>호 수장작업 작업요청서 </a:t>
            </a:r>
            <a:r>
              <a:rPr lang="en-US" altLang="ko-KR" sz="1400" b="1" dirty="0"/>
              <a:t>(26.06.10)-</a:t>
            </a:r>
            <a:r>
              <a:rPr lang="ko-KR" altLang="en-US" sz="1400" b="1" dirty="0"/>
              <a:t>에너지솔루션</a:t>
            </a:r>
            <a:r>
              <a:rPr lang="en-US" altLang="ko-KR" sz="1400" b="1" dirty="0"/>
              <a:t>.ppt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B</a:t>
            </a:r>
            <a:r>
              <a:rPr lang="ko-KR" altLang="en-US" sz="1400" b="1" dirty="0"/>
              <a:t>동 </a:t>
            </a:r>
            <a:r>
              <a:rPr lang="en-US" altLang="ko-KR" sz="1400" b="1" dirty="0"/>
              <a:t>903-3</a:t>
            </a:r>
            <a:r>
              <a:rPr lang="ko-KR" altLang="en-US" sz="1400" b="1" dirty="0"/>
              <a:t>호 수장작업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벽체들뜸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작업요청서 </a:t>
            </a:r>
            <a:r>
              <a:rPr lang="en-US" altLang="ko-KR" sz="1400" b="1" dirty="0"/>
              <a:t>(26.06.10)-</a:t>
            </a:r>
            <a:r>
              <a:rPr lang="ko-KR" altLang="en-US" sz="1400" b="1" dirty="0"/>
              <a:t>에너지솔루션</a:t>
            </a:r>
            <a:r>
              <a:rPr lang="en-US" altLang="ko-KR" sz="1400" b="1" dirty="0"/>
              <a:t>.ppt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B</a:t>
            </a:r>
            <a:r>
              <a:rPr lang="ko-KR" altLang="en-US" sz="1400" b="1" dirty="0"/>
              <a:t>동 </a:t>
            </a:r>
            <a:r>
              <a:rPr lang="en-US" altLang="ko-KR" sz="1400" b="1" dirty="0"/>
              <a:t>904-4</a:t>
            </a:r>
            <a:r>
              <a:rPr lang="ko-KR" altLang="en-US" sz="1400" b="1" dirty="0"/>
              <a:t>호 수장작업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문끌림</a:t>
            </a:r>
            <a:r>
              <a:rPr lang="en-US" altLang="ko-KR" sz="1400" b="1" dirty="0"/>
              <a:t>-</a:t>
            </a:r>
            <a:r>
              <a:rPr lang="ko-KR" altLang="en-US" sz="1400" b="1" dirty="0"/>
              <a:t>화장실문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작업요청서 </a:t>
            </a:r>
            <a:r>
              <a:rPr lang="en-US" altLang="ko-KR" sz="1400" b="1" dirty="0"/>
              <a:t>(26.06.10)-</a:t>
            </a:r>
            <a:r>
              <a:rPr lang="ko-KR" altLang="en-US" sz="1400" b="1" dirty="0"/>
              <a:t>에너지솔루션</a:t>
            </a:r>
            <a:r>
              <a:rPr lang="en-US" altLang="ko-KR" sz="1400" b="1" dirty="0"/>
              <a:t>.ppt</a:t>
            </a:r>
          </a:p>
          <a:p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25689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350F5033-9EA5-ADD3-F77D-34378E85F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202-4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652BF9F0-8A14-57D1-968A-A6776FB79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52119506-7DED-88F1-4BD4-66C9C4C61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71CDA948-0A24-75A9-1DBF-A758C428E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202-4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C9D6FC7A-FBAD-CACA-195C-A895CB33D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232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3D3A2165-B062-C17F-632D-0A465295D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DFEFA0B6-82F4-1920-6A3E-B2C87C1F4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2EDFD904-DE5A-ABE6-800B-8CC0B804E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202-4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823AF6EE-80BB-914C-553D-F2A0EC56F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538AA8C1-1614-ECB5-4C97-45E3086D4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95600"/>
            <a:ext cx="8667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면</a:t>
            </a:r>
            <a:r>
              <a:rPr kumimoji="0" lang="en-US" altLang="ko-KR" sz="1200" b="1"/>
              <a:t>, 2</a:t>
            </a:r>
            <a:r>
              <a:rPr kumimoji="0" lang="ko-KR" altLang="en-US" sz="1200" b="1"/>
              <a:t>면</a:t>
            </a:r>
            <a:r>
              <a:rPr kumimoji="0" lang="en-US" altLang="ko-KR" sz="1200" b="1"/>
              <a:t>, 3</a:t>
            </a:r>
            <a:r>
              <a:rPr kumimoji="0" lang="ko-KR" altLang="en-US" sz="1200" b="1"/>
              <a:t>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화장실 바닥 유가</a:t>
            </a:r>
            <a:r>
              <a:rPr kumimoji="0" lang="en-US" altLang="ko-KR" sz="1200" b="1"/>
              <a:t>-2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샤워기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세면대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파손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52284281-BB0C-A46E-FFD2-BF87EDD83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0681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8480A96-C5BA-9692-922B-85AE0B98E1CB}"/>
              </a:ext>
            </a:extLst>
          </p:cNvPr>
          <p:cNvSpPr/>
          <p:nvPr/>
        </p:nvSpPr>
        <p:spPr bwMode="auto">
          <a:xfrm>
            <a:off x="3316288" y="4503738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023CDFB6-9E72-7582-6BD5-0B82B05D6772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9AF59-B548-EA80-9646-346009D3495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-1</a:t>
            </a:r>
            <a:r>
              <a:rPr lang="ko-KR" altLang="en-US" b="1" dirty="0"/>
              <a:t>면</a:t>
            </a:r>
            <a:r>
              <a:rPr lang="en-US" altLang="ko-KR" b="1" dirty="0"/>
              <a:t>, 2</a:t>
            </a:r>
            <a:r>
              <a:rPr lang="ko-KR" altLang="en-US" b="1" dirty="0"/>
              <a:t>면</a:t>
            </a:r>
            <a:r>
              <a:rPr lang="en-US" altLang="ko-KR" b="1" dirty="0"/>
              <a:t>, 3</a:t>
            </a:r>
            <a:r>
              <a:rPr lang="ko-KR" altLang="en-US" b="1" dirty="0"/>
              <a:t>면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55B256-A45B-3FB8-BCCE-E17068296D5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18C03A73-16D2-4A2F-0B76-7FE854061A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93AE5F6-8628-BFA7-3D0B-8B9CC67D3155}"/>
              </a:ext>
            </a:extLst>
          </p:cNvPr>
          <p:cNvSpPr/>
          <p:nvPr/>
        </p:nvSpPr>
        <p:spPr>
          <a:xfrm>
            <a:off x="4211638" y="3141663"/>
            <a:ext cx="2279650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3EBF682F-581C-8AEC-1A78-02F2FAF61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504-3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482AB223-C201-9C0F-9C87-CDCD79DF0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A0A323B6-D16D-AE98-41E4-EC633093F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2026. 06. 10</a:t>
            </a:r>
          </a:p>
        </p:txBody>
      </p:sp>
    </p:spTree>
    <p:extLst>
      <p:ext uri="{BB962C8B-B14F-4D97-AF65-F5344CB8AC3E}">
        <p14:creationId xmlns:p14="http://schemas.microsoft.com/office/powerpoint/2010/main" val="74628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1BE3FBF6-44B6-1F9C-10F5-FEF3AB031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504-3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EB1B5D8A-BBB2-DC7A-45F7-4A8E3664B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10B18BD9-F13E-B76E-66D5-DF8FDBC72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01738"/>
            <a:ext cx="2686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10</a:t>
            </a:r>
            <a:r>
              <a:rPr kumimoji="0" lang="ko-KR" altLang="en-US" sz="1200" b="1"/>
              <a:t>일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0265E8A8-94E2-CBEE-E081-72686DDB9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8840358C-EB3E-FE36-0425-CACB340BA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504-3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F9CB6D08-33B1-729E-163C-8D4B4E1C4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7C0C45B1-825C-4B46-6BCB-C539EC70C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7350"/>
            <a:ext cx="866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곰팡이제거 포함</a:t>
            </a:r>
            <a:r>
              <a:rPr kumimoji="0" lang="en-US" altLang="ko-KR" sz="1200" b="1"/>
              <a:t>)),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                      발코니 전체 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곰팡이제거 포함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2E933192-C57F-E11D-F435-8F2DF6429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886200"/>
            <a:ext cx="8456613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CE3526D-8854-D361-156D-2D3809932D1A}"/>
              </a:ext>
            </a:extLst>
          </p:cNvPr>
          <p:cNvSpPr/>
          <p:nvPr/>
        </p:nvSpPr>
        <p:spPr bwMode="auto">
          <a:xfrm>
            <a:off x="3316288" y="4575175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14433A29-2D0B-6518-253E-068EE9F43D39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18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F26DD-F6C0-4AD0-1CF5-50DFF2DB862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sz="3600" b="1" dirty="0"/>
            </a:br>
            <a:r>
              <a:rPr lang="ko-KR" altLang="en-US" sz="3200" b="1" dirty="0"/>
              <a:t>도색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벽</a:t>
            </a:r>
            <a:r>
              <a:rPr lang="en-US" altLang="ko-KR" sz="3200" b="1" dirty="0"/>
              <a:t>-2</a:t>
            </a:r>
            <a:r>
              <a:rPr lang="ko-KR" altLang="en-US" sz="3200" b="1" dirty="0"/>
              <a:t>번 면 얼룩짐</a:t>
            </a:r>
            <a:r>
              <a:rPr lang="en-US" altLang="ko-KR" sz="3200" b="1" dirty="0"/>
              <a:t>(</a:t>
            </a:r>
            <a:r>
              <a:rPr lang="ko-KR" altLang="en-US" sz="3200" b="1" dirty="0" err="1"/>
              <a:t>곰팡이제거</a:t>
            </a:r>
            <a:r>
              <a:rPr lang="ko-KR" altLang="en-US" sz="3200" b="1" dirty="0"/>
              <a:t> 포함</a:t>
            </a:r>
            <a:r>
              <a:rPr lang="en-US" altLang="ko-KR" sz="3200" b="1" dirty="0"/>
              <a:t>))</a:t>
            </a:r>
            <a:br>
              <a:rPr lang="ko-KR" altLang="en-US" sz="3600" b="1" dirty="0">
                <a:latin typeface="+mj-ea"/>
              </a:rPr>
            </a:br>
            <a:endParaRPr lang="ko-KR" altLang="en-US" sz="36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14E2B8-2372-0918-9314-A10B51BDA56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A122D3A7-D4DF-C9BA-FABA-C59BB9AEA0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C7D2D2CB-CAE6-0845-3EBB-1EBBC5FFE973}"/>
              </a:ext>
            </a:extLst>
          </p:cNvPr>
          <p:cNvSpPr/>
          <p:nvPr/>
        </p:nvSpPr>
        <p:spPr>
          <a:xfrm>
            <a:off x="3924300" y="1773238"/>
            <a:ext cx="1727200" cy="38877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959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0FCD4F98-4AB1-D2F1-B571-B642D9011E1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sz="3600" b="1"/>
              <a:t>발코니 전체 도색</a:t>
            </a:r>
            <a:r>
              <a:rPr lang="en-US" altLang="ko-KR" sz="3600" b="1"/>
              <a:t>(</a:t>
            </a:r>
            <a:r>
              <a:rPr lang="ko-KR" altLang="en-US" sz="3600" b="1"/>
              <a:t>곰팡이제거 포함</a:t>
            </a:r>
            <a:r>
              <a:rPr lang="en-US" altLang="ko-KR" sz="3600" b="1"/>
              <a:t>)</a:t>
            </a:r>
            <a:endParaRPr lang="ko-KR" altLang="en-US" sz="36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8DF1B9-050A-FA0B-52FE-0EF32421AA2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712EC7EB-36D8-C044-4F43-932EAEF6EE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AA2B157-D23B-7C36-0DF5-6C0CC717B10F}"/>
              </a:ext>
            </a:extLst>
          </p:cNvPr>
          <p:cNvSpPr/>
          <p:nvPr/>
        </p:nvSpPr>
        <p:spPr>
          <a:xfrm>
            <a:off x="4284663" y="1700213"/>
            <a:ext cx="2159000" cy="39608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462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47674825-D1A7-849C-762D-446458611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703-2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7EC19816-5D38-8FA4-DAEC-C55D2DF70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B75A28DA-A213-ACE0-11A2-9CAFFBBA7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2026. 06. 10</a:t>
            </a:r>
          </a:p>
        </p:txBody>
      </p:sp>
    </p:spTree>
    <p:extLst>
      <p:ext uri="{BB962C8B-B14F-4D97-AF65-F5344CB8AC3E}">
        <p14:creationId xmlns:p14="http://schemas.microsoft.com/office/powerpoint/2010/main" val="3409701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1570CE91-CB1E-2D0B-6C6F-DE6DEEF61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703-2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98F0A90D-9D0D-AB08-7D20-DEA2753DF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232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EA1317E2-0671-3CA7-C37C-881B873DE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10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78BA4BEA-0A1D-6A48-2017-D3449535A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85C239A1-7624-EF5C-A631-C47F924F5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703-2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8A50F4C1-3EB5-A502-A834-9EE4BD2C0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5EF4671E-2B21-52F5-5121-852A9CEC3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7350"/>
            <a:ext cx="866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42C65AD0-FAB8-12C1-125A-27F3FA655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79838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CE93282-79E7-41B1-FD71-C279E75A054E}"/>
              </a:ext>
            </a:extLst>
          </p:cNvPr>
          <p:cNvSpPr/>
          <p:nvPr/>
        </p:nvSpPr>
        <p:spPr bwMode="auto">
          <a:xfrm>
            <a:off x="3316288" y="4575175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13FDA2B2-9F21-05C8-D2C0-E97061B27CAC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333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07E9A-3773-E378-F84D-AE25C314251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도색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-3</a:t>
            </a:r>
            <a:r>
              <a:rPr lang="ko-KR" altLang="en-US" b="1"/>
              <a:t>번 면 </a:t>
            </a:r>
            <a:r>
              <a:rPr lang="ko-KR" altLang="en-US" b="1" dirty="0"/>
              <a:t>얼룩짐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20F8E1-BD7E-EAD1-452F-B1A05ECC13E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CF107F3A-55B7-EF18-37FE-48AFBC461A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72607F6-7793-CA4F-84EB-CB4A31F83AA8}"/>
              </a:ext>
            </a:extLst>
          </p:cNvPr>
          <p:cNvSpPr/>
          <p:nvPr/>
        </p:nvSpPr>
        <p:spPr>
          <a:xfrm>
            <a:off x="1979613" y="3141663"/>
            <a:ext cx="5113337" cy="14398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640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ED4D6718-1183-5441-95B9-A43938395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902-2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7C56FAA5-607F-2C48-D6FF-1B8CF0523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1D9BB4F5-4F13-0748-BA87-7B1B7B7ED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4214813"/>
            <a:ext cx="1266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2026. 6. 10</a:t>
            </a:r>
          </a:p>
        </p:txBody>
      </p:sp>
    </p:spTree>
    <p:extLst>
      <p:ext uri="{BB962C8B-B14F-4D97-AF65-F5344CB8AC3E}">
        <p14:creationId xmlns:p14="http://schemas.microsoft.com/office/powerpoint/2010/main" val="3046379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1057F3AE-7316-F622-F5DB-C8896998B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902-2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F23427E6-5AF4-7E03-A52D-26F442AEB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614E126F-AB10-6386-F01B-C09C7562D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5955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10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8784CF0F-0847-0028-DA26-C47021F51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8D13EAA5-9CB8-D6FA-1A63-E2CFB6F39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902-2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E876EED5-E6F9-5A6C-F446-5F975C075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52B81591-8159-349D-8F2D-C9BF7B19A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7350"/>
            <a:ext cx="866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2D9E203F-A699-7A79-13CC-7CB5840F6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41738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EA4A1A-4A1C-2918-8E0B-9894D4E0F92E}"/>
              </a:ext>
            </a:extLst>
          </p:cNvPr>
          <p:cNvSpPr/>
          <p:nvPr/>
        </p:nvSpPr>
        <p:spPr bwMode="auto">
          <a:xfrm>
            <a:off x="3316288" y="4437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218DCE32-66E7-A035-415B-07C991B8578D}"/>
              </a:ext>
            </a:extLst>
          </p:cNvPr>
          <p:cNvSpPr/>
          <p:nvPr/>
        </p:nvSpPr>
        <p:spPr>
          <a:xfrm>
            <a:off x="4176713" y="54451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209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437B6F8A-56C3-C029-D308-20CFF71B4A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도색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-3</a:t>
            </a:r>
            <a:r>
              <a:rPr lang="ko-KR" altLang="en-US" b="1"/>
              <a:t>번 면 얼룩짐</a:t>
            </a:r>
            <a:r>
              <a:rPr lang="en-US" altLang="ko-KR" b="1"/>
              <a:t>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73C45A-B19F-89A2-D58A-EE88B7A3F9B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D0753EC0-19E7-BFBD-0276-C812D47E8E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E5092010-C570-15AE-8584-E5DF3641FE28}"/>
              </a:ext>
            </a:extLst>
          </p:cNvPr>
          <p:cNvSpPr/>
          <p:nvPr/>
        </p:nvSpPr>
        <p:spPr>
          <a:xfrm>
            <a:off x="1763713" y="3500438"/>
            <a:ext cx="5545137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76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1A4474F8-3089-247D-2D3E-49CCD76B5BD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도색</a:t>
            </a:r>
            <a:r>
              <a:rPr lang="en-US" altLang="ko-KR" b="1"/>
              <a:t>(</a:t>
            </a:r>
            <a:r>
              <a:rPr lang="ko-KR" altLang="en-US" b="1"/>
              <a:t>천정</a:t>
            </a:r>
            <a:r>
              <a:rPr lang="en-US" altLang="ko-KR" b="1"/>
              <a:t> </a:t>
            </a:r>
            <a:r>
              <a:rPr lang="ko-KR" altLang="en-US" b="1"/>
              <a:t>얼룩짐</a:t>
            </a:r>
            <a:r>
              <a:rPr lang="en-US" altLang="ko-KR" b="1"/>
              <a:t>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44E0A1-08D7-71B3-F923-ACF7A016E7B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F3FEC5C5-FF66-6C1A-1E44-946F0C8C20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180ECB35-B45D-E624-4EC2-329C7849511A}"/>
              </a:ext>
            </a:extLst>
          </p:cNvPr>
          <p:cNvSpPr/>
          <p:nvPr/>
        </p:nvSpPr>
        <p:spPr>
          <a:xfrm>
            <a:off x="3492500" y="3141663"/>
            <a:ext cx="3240088" cy="19446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494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4E9E057D-9DE2-8A0C-4169-07E8FD7A0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B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903-3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DDAE11B0-5B3C-DBA5-3A84-73D1AD595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EB186D52-D39B-0A60-1985-28A2F2945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2026. 06. 10</a:t>
            </a:r>
          </a:p>
        </p:txBody>
      </p:sp>
    </p:spTree>
    <p:extLst>
      <p:ext uri="{BB962C8B-B14F-4D97-AF65-F5344CB8AC3E}">
        <p14:creationId xmlns:p14="http://schemas.microsoft.com/office/powerpoint/2010/main" val="4048723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66D70B6-432A-747C-0CB3-C2E11AC42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B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903-3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BF77DBA7-F8F7-4DC3-E56B-95A148C08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7273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7C65A115-5482-989B-FC1E-237D68A27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10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A3BD72D2-DC77-B0AB-ED7B-07D4FE533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9BFBEC2D-10B4-0885-DDAB-AD8F4AED0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30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B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903-3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508C6309-90C0-54E5-2E87-B5CF60F81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211741F9-5FF9-068E-3CD1-1CCC3B116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7350"/>
            <a:ext cx="866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벽체들뜸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벽체 들뜸 재시공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147BA7F4-A3E5-2EAE-1342-D384DA056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79838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A621F09-9C04-A339-7302-8D93C6F08565}"/>
              </a:ext>
            </a:extLst>
          </p:cNvPr>
          <p:cNvSpPr/>
          <p:nvPr/>
        </p:nvSpPr>
        <p:spPr bwMode="auto">
          <a:xfrm>
            <a:off x="3316288" y="4503738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0FA6A635-36FF-15BF-AA93-DDD32A709847}"/>
              </a:ext>
            </a:extLst>
          </p:cNvPr>
          <p:cNvSpPr/>
          <p:nvPr/>
        </p:nvSpPr>
        <p:spPr>
          <a:xfrm>
            <a:off x="4176713" y="54451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259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F1454-1BAE-86F4-7DAA-E8E1E062CE0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/>
              <a:t>도색</a:t>
            </a:r>
            <a:r>
              <a:rPr lang="en-US" altLang="ko-KR" sz="3200" b="1" dirty="0"/>
              <a:t>(3</a:t>
            </a:r>
            <a:r>
              <a:rPr lang="ko-KR" altLang="en-US" sz="3200" b="1" dirty="0"/>
              <a:t>번 면 얼룩짐</a:t>
            </a:r>
            <a:r>
              <a:rPr lang="en-US" altLang="ko-KR" sz="3200" b="1" dirty="0"/>
              <a:t>, </a:t>
            </a:r>
            <a:r>
              <a:rPr lang="ko-KR" altLang="en-US" sz="3200" b="1" dirty="0" err="1"/>
              <a:t>벽체들뜸</a:t>
            </a:r>
            <a:r>
              <a:rPr lang="en-US" altLang="ko-KR" sz="3200" b="1" dirty="0"/>
              <a:t>)</a:t>
            </a: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16065D-7522-D5EB-AA39-40AD924581B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6E204496-825C-0FB3-B7EE-0DAF160A63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767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CF16538-FE4E-7B3A-914B-1EFBD11A4622}"/>
              </a:ext>
            </a:extLst>
          </p:cNvPr>
          <p:cNvSpPr/>
          <p:nvPr/>
        </p:nvSpPr>
        <p:spPr>
          <a:xfrm rot="174901">
            <a:off x="2347913" y="3717925"/>
            <a:ext cx="6032500" cy="10779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880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D2F3C-E5B0-2E2D-C4D5-7B754328A49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/>
              <a:t>벽체 들뜸 재시공</a:t>
            </a: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7C40E6-A258-CE47-F9CA-169CB975F69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064BFC19-3537-7959-5550-84BE700747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0F29A38-E869-EEFF-AD56-FED3F00AA972}"/>
              </a:ext>
            </a:extLst>
          </p:cNvPr>
          <p:cNvSpPr/>
          <p:nvPr/>
        </p:nvSpPr>
        <p:spPr>
          <a:xfrm rot="16200000">
            <a:off x="2782888" y="3222625"/>
            <a:ext cx="3867150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401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C2932D5-D1EC-46CE-56A7-52DB20851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79575"/>
            <a:ext cx="8280400" cy="5238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800" b="1"/>
              <a:t>B</a:t>
            </a:r>
            <a:r>
              <a:rPr kumimoji="0" lang="ko-KR" altLang="en-US" sz="2800" b="1"/>
              <a:t>동 </a:t>
            </a:r>
            <a:r>
              <a:rPr kumimoji="0" lang="en-US" altLang="ko-KR" sz="2800" b="1"/>
              <a:t>904-4</a:t>
            </a:r>
            <a:r>
              <a:rPr kumimoji="0" lang="ko-KR" altLang="en-US" sz="2800" b="1"/>
              <a:t>호 수장공사</a:t>
            </a:r>
            <a:r>
              <a:rPr kumimoji="0" lang="en-US" altLang="ko-KR" sz="2800" b="1"/>
              <a:t> </a:t>
            </a:r>
            <a:r>
              <a:rPr kumimoji="0" lang="ko-KR" altLang="en-US" sz="2800" b="1"/>
              <a:t>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44976732-AA14-F8EF-91D4-A4DBA6893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F2246870-024A-B743-AC43-FAF67D4FB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2026. 06.10 </a:t>
            </a:r>
          </a:p>
        </p:txBody>
      </p:sp>
    </p:spTree>
    <p:extLst>
      <p:ext uri="{BB962C8B-B14F-4D97-AF65-F5344CB8AC3E}">
        <p14:creationId xmlns:p14="http://schemas.microsoft.com/office/powerpoint/2010/main" val="638164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349E95A5-FCD6-AF4A-9AD0-7182960D1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71294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B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904-4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7EAE2D8A-4097-DF63-7DBB-797526C37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E1579FE1-E8F6-4127-E565-0C7FBD412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10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8D44A13-0C5E-4903-E183-CC0813D4E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61A4359C-7A45-979C-8987-483BFD990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30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B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904-4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BEBEDB31-3E4A-C56D-FA4E-D9229182A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F7526D35-EE34-E383-361C-15CF125F5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852738"/>
            <a:ext cx="8667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C9ECC548-5501-8521-411C-07D0B962C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41738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7EC87A-5893-51BE-5744-B97EA949119F}"/>
              </a:ext>
            </a:extLst>
          </p:cNvPr>
          <p:cNvSpPr/>
          <p:nvPr/>
        </p:nvSpPr>
        <p:spPr bwMode="auto">
          <a:xfrm>
            <a:off x="3316288" y="4503738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F30A8BCA-A53C-6205-0C22-27B8DF66D2D9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074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C6F4B-5BAB-6E9D-6972-985FBB6AEC2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도색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-2</a:t>
            </a:r>
            <a:r>
              <a:rPr lang="ko-KR" altLang="en-US" b="1" dirty="0"/>
              <a:t>번 면 얼룩짐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047CFB-1D8A-8C69-4AC8-2DB1F6FC5058}"/>
              </a:ext>
            </a:extLst>
          </p:cNvPr>
          <p:cNvSpPr/>
          <p:nvPr/>
        </p:nvSpPr>
        <p:spPr>
          <a:xfrm>
            <a:off x="468313" y="1628775"/>
            <a:ext cx="8207375" cy="4537075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3">
            <a:extLst>
              <a:ext uri="{FF2B5EF4-FFF2-40B4-BE49-F238E27FC236}">
                <a16:creationId xmlns:a16="http://schemas.microsoft.com/office/drawing/2014/main" id="{BAEE5B48-B18E-0F14-50CF-8A0B5C490D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537075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283D87CE-FD2B-90E9-13C2-94D5ED1F513F}"/>
              </a:ext>
            </a:extLst>
          </p:cNvPr>
          <p:cNvSpPr/>
          <p:nvPr/>
        </p:nvSpPr>
        <p:spPr>
          <a:xfrm>
            <a:off x="3275013" y="3321050"/>
            <a:ext cx="2881312" cy="16557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86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</TotalTime>
  <Words>838</Words>
  <Application>Microsoft Office PowerPoint</Application>
  <PresentationFormat>화면 슬라이드 쇼(4:3)</PresentationFormat>
  <Paragraphs>106</Paragraphs>
  <Slides>22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도배(벽-1면, 2면, 3면)</vt:lpstr>
      <vt:lpstr>PowerPoint 프레젠테이션</vt:lpstr>
      <vt:lpstr>PowerPoint 프레젠테이션</vt:lpstr>
      <vt:lpstr> 도색(벽-2번 면 얼룩짐(곰팡이제거 포함)) </vt:lpstr>
      <vt:lpstr>발코니 전체 도색(곰팡이제거 포함)</vt:lpstr>
      <vt:lpstr>PowerPoint 프레젠테이션</vt:lpstr>
      <vt:lpstr>PowerPoint 프레젠테이션</vt:lpstr>
      <vt:lpstr>도색(벽-3번 면 얼룩짐)</vt:lpstr>
      <vt:lpstr>PowerPoint 프레젠테이션</vt:lpstr>
      <vt:lpstr>PowerPoint 프레젠테이션</vt:lpstr>
      <vt:lpstr>도색(벽-3번 면 얼룩짐)</vt:lpstr>
      <vt:lpstr>도색(천정 얼룩짐)</vt:lpstr>
      <vt:lpstr>PowerPoint 프레젠테이션</vt:lpstr>
      <vt:lpstr>PowerPoint 프레젠테이션</vt:lpstr>
      <vt:lpstr>도색(3번 면 얼룩짐, 벽체들뜸)</vt:lpstr>
      <vt:lpstr>벽체 들뜸 재시공</vt:lpstr>
      <vt:lpstr>PowerPoint 프레젠테이션</vt:lpstr>
      <vt:lpstr>PowerPoint 프레젠테이션</vt:lpstr>
      <vt:lpstr> 도색(벽-2번 면 얼룩짐)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309</cp:revision>
  <dcterms:created xsi:type="dcterms:W3CDTF">2012-05-23T04:33:26Z</dcterms:created>
  <dcterms:modified xsi:type="dcterms:W3CDTF">2026-06-23T05:50:45Z</dcterms:modified>
</cp:coreProperties>
</file>