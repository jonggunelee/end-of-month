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202-4</a:t>
            </a:r>
            <a:r>
              <a:rPr lang="ko-KR" altLang="en-US" b="1">
                <a:latin typeface="+mn-ea"/>
              </a:rPr>
              <a:t>호외 </a:t>
            </a:r>
            <a:r>
              <a:rPr lang="en-US" altLang="ko-KR" b="1">
                <a:latin typeface="+mn-ea"/>
              </a:rPr>
              <a:t>5</a:t>
            </a:r>
            <a:r>
              <a:rPr lang="ko-KR" altLang="en-US" b="1">
                <a:latin typeface="+mn-ea"/>
              </a:rPr>
              <a:t>세대 친환경 도장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A</a:t>
            </a:r>
            <a:r>
              <a:rPr lang="ko-KR" altLang="en-US" sz="1000" b="1">
                <a:latin typeface="+mn-ea"/>
              </a:rPr>
              <a:t>동 </a:t>
            </a:r>
            <a:r>
              <a:rPr lang="en-US" altLang="ko-KR" sz="1000" b="1">
                <a:latin typeface="+mn-ea"/>
              </a:rPr>
              <a:t>202-4</a:t>
            </a:r>
            <a:r>
              <a:rPr lang="ko-KR" altLang="en-US" sz="1000" b="1">
                <a:latin typeface="+mn-ea"/>
              </a:rPr>
              <a:t>호외 </a:t>
            </a:r>
            <a:r>
              <a:rPr lang="en-US" altLang="ko-KR" sz="1000" b="1">
                <a:latin typeface="+mn-ea"/>
              </a:rPr>
              <a:t>5</a:t>
            </a:r>
            <a:r>
              <a:rPr lang="ko-KR" altLang="en-US" sz="1000" b="1">
                <a:latin typeface="+mn-ea"/>
              </a:rPr>
              <a:t>세대 친환경 도장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A</a:t>
            </a:r>
            <a:r>
              <a:rPr lang="ko-KR" altLang="en-US" sz="1000"/>
              <a:t>동 </a:t>
            </a:r>
            <a:r>
              <a:rPr lang="en-US" altLang="ko-KR" sz="1000"/>
              <a:t>202-4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1</a:t>
            </a:r>
            <a:r>
              <a:rPr lang="ko-KR" altLang="en-US" sz="1000"/>
              <a:t>면</a:t>
            </a:r>
            <a:r>
              <a:rPr lang="en-US" altLang="ko-KR" sz="1000"/>
              <a:t>_ 2</a:t>
            </a:r>
            <a:r>
              <a:rPr lang="ko-KR" altLang="en-US" sz="1000"/>
              <a:t>면</a:t>
            </a:r>
            <a:r>
              <a:rPr lang="en-US" altLang="ko-KR" sz="1000"/>
              <a:t>_ 3</a:t>
            </a:r>
            <a:r>
              <a:rPr lang="ko-KR" altLang="en-US" sz="1000"/>
              <a:t>면</a:t>
            </a:r>
            <a:r>
              <a:rPr lang="en-US" altLang="ko-KR" sz="1000"/>
              <a:t>)
A</a:t>
            </a:r>
            <a:r>
              <a:rPr lang="ko-KR" altLang="en-US" sz="1000"/>
              <a:t>동 </a:t>
            </a:r>
            <a:r>
              <a:rPr lang="en-US" altLang="ko-KR" sz="1000"/>
              <a:t>504-3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벽얼룩짐</a:t>
            </a:r>
            <a:r>
              <a:rPr lang="en-US" altLang="ko-KR" sz="1000"/>
              <a:t>(</a:t>
            </a:r>
            <a:r>
              <a:rPr lang="ko-KR" altLang="en-US" sz="1000"/>
              <a:t>곰팡이제거 포함</a:t>
            </a:r>
            <a:r>
              <a:rPr lang="en-US" altLang="ko-KR" sz="1000"/>
              <a:t>))
A</a:t>
            </a:r>
            <a:r>
              <a:rPr lang="ko-KR" altLang="en-US" sz="1000"/>
              <a:t>동 </a:t>
            </a:r>
            <a:r>
              <a:rPr lang="en-US" altLang="ko-KR" sz="1000"/>
              <a:t>703-2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벽얼룩짐</a:t>
            </a:r>
            <a:r>
              <a:rPr lang="en-US" altLang="ko-KR" sz="1000"/>
              <a:t>)
A</a:t>
            </a:r>
            <a:r>
              <a:rPr lang="ko-KR" altLang="en-US" sz="1000"/>
              <a:t>동 </a:t>
            </a:r>
            <a:r>
              <a:rPr lang="en-US" altLang="ko-KR" sz="1000"/>
              <a:t>902-2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벽얼룩짐</a:t>
            </a:r>
            <a:r>
              <a:rPr lang="en-US" altLang="ko-KR" sz="1000"/>
              <a:t>) </a:t>
            </a:r>
            <a:r>
              <a:rPr lang="ko-KR" altLang="en-US" sz="1000"/>
              <a:t>및 도장</a:t>
            </a:r>
            <a:r>
              <a:rPr lang="en-US" altLang="ko-KR" sz="1000"/>
              <a:t>(</a:t>
            </a:r>
            <a:r>
              <a:rPr lang="ko-KR" altLang="en-US" sz="1000"/>
              <a:t>천정얼룩짐</a:t>
            </a:r>
            <a:r>
              <a:rPr lang="en-US" altLang="ko-KR" sz="1000"/>
              <a:t>)
B</a:t>
            </a:r>
            <a:r>
              <a:rPr lang="ko-KR" altLang="en-US" sz="1000"/>
              <a:t>동 </a:t>
            </a:r>
            <a:r>
              <a:rPr lang="en-US" altLang="ko-KR" sz="1000"/>
              <a:t>903-3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벽얼룩짐</a:t>
            </a:r>
            <a:r>
              <a:rPr lang="en-US" altLang="ko-KR" sz="1000"/>
              <a:t>_ </a:t>
            </a:r>
            <a:r>
              <a:rPr lang="ko-KR" altLang="en-US" sz="1000"/>
              <a:t>벽체들뜸</a:t>
            </a:r>
            <a:r>
              <a:rPr lang="en-US" altLang="ko-KR" sz="1000"/>
              <a:t>)
B</a:t>
            </a:r>
            <a:r>
              <a:rPr lang="ko-KR" altLang="en-US" sz="1000"/>
              <a:t>동 </a:t>
            </a:r>
            <a:r>
              <a:rPr lang="en-US" altLang="ko-KR" sz="1000"/>
              <a:t>904-4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벽얼룩짐</a:t>
            </a:r>
            <a:r>
              <a:rPr lang="en-US" altLang="ko-KR" sz="1000"/>
              <a:t>)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2026-06-23T06:12:35Z</dcterms:modified>
</cp:coreProperties>
</file>