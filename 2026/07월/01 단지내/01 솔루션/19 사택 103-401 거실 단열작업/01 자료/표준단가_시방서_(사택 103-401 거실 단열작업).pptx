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103-401 </a:t>
            </a:r>
            <a:r>
              <a:rPr lang="ko-KR" altLang="en-US" b="1">
                <a:latin typeface="+mn-ea"/>
              </a:rPr>
              <a:t>거실 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103-401 </a:t>
            </a:r>
            <a:r>
              <a:rPr lang="ko-KR" altLang="en-US" sz="1000" b="1">
                <a:latin typeface="+mn-ea"/>
              </a:rPr>
              <a:t>거실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거실 창측 벽면 단열재 시공
거실 걸레받이 교체포함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폐기물 반출 작업
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2026-05-28T07:00:28Z</dcterms:modified>
</cp:coreProperties>
</file>