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70" r:id="rId4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5" d="100"/>
          <a:sy n="105" d="100"/>
        </p:scale>
        <p:origin x="19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CD57352-4139-32A4-95A3-C6EDFDF35D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22460EE-1530-B21A-E571-27DA431461B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C4D48616-CC31-4BDE-BFCF-2BD8DEE2DACE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4DD89015-624A-ABBF-3E6F-28F079F656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5785AAD8-49BA-0FD0-8D15-E1B0A7F588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513E62-56F2-681C-445C-7F8F376E67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B9D885-655B-2DA4-F775-F040000B4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D9CC91C7-5663-4ACF-8567-F8B463B67B1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DFFE3578-D72B-BE5D-59C1-84466A1218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F29EAA2E-863A-6BF9-E11F-7CED6D8D24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0E94D7DC-5AD3-FBB4-3CD4-A273F23AF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F5F4D8A-5F93-4B7E-B6EC-45AB4B2299FC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31B772-424D-F50E-ACB7-71B695981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FBF9A-5FE0-4941-AAE5-DC4A80FDA034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4778D9-0629-EB53-D828-6C62B8CC0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6843EF-5C40-7EF1-A3A3-3C415637B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D27A8C-CAFD-4E15-A5B2-C547EE2D4DA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073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717756-F1EA-F28F-6AEF-1986BF033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0B5F1-AA08-4DDA-B095-24FC49A3B68D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51DCD6-5580-1D9D-FEE4-2EC006D39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09C293-D921-E90C-BD5C-9634CB12A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9DBA9-9D10-4C14-B29E-6CE68D18F06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343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B7A1EA-5F0B-6C4C-EB57-AF3AA2D5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226E6C-C3DB-415A-B37B-44E8E63F3559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BE06B9-93D9-6E62-B2D1-56D1D776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A45B60-12A3-4507-3BEA-F7E21685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8A514D-1813-41CF-A45D-954E531FFBE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85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14E5946-5450-F073-EAF0-D1D10B842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A2D88-4B22-4B1D-9499-EAD3BC2D20BD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D6FFD86-EB5D-4AE1-EA62-C9C6ACFD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7D1A273-344E-9100-D7CE-0128BFB5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6C965-1E6F-4C5C-AC20-9D630934556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844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FC34F314-E742-1FFA-AE08-F8F1B2CA8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7E057-379C-45ED-8F59-AF753803066E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42CA60F4-6882-74F7-5F76-D346E467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D66D5E97-A747-2442-7E3E-CF3F8946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82F090-550F-4B3D-BEA2-E5464303D45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8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287D4FEE-B06F-CE83-F808-D1A8709D1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967F73-071B-4DB8-A195-E555F913082E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A1C631B3-AC67-F0F7-0671-97C024540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85152B55-B43C-CF53-7458-22045C32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26BB75-23BB-425F-A663-9D31C3FBC92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632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1515706D-6631-AE1D-9FB0-89D24B61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8399DA-64F9-434D-89A9-758FF5A2596B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42DD4CBF-266A-3422-83CA-B5EFA68F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7D661ADB-6AFC-31AF-5E12-7F4F9BD89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F6D785-7E98-42A2-BAAD-E0F8B0168FB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649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67138EE-4948-D378-ED8C-9362D1594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65905-99E1-4B4D-8F55-A32DF3E4DEDC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902F5A0-870F-6142-6FAC-E834E98BB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BCC6E88-940E-B1B8-6002-FC3DF61DC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AE6F7-799E-4581-A0D7-D998EE19C7F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386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F5288E6-32BE-C38D-E273-596CAD8DA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8D2063-CF44-4DDF-A36A-95993A79FC0C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6F06DE9-496A-602C-8ACA-781B1107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54AB53A-9842-6420-70FE-D06433B6A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F8049-EAE1-4835-B472-B61FAF8CCFD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769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3D28E-B5E3-3650-7820-069344A67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98D5-8C4F-4AA1-9C6E-8EC034E7DF1D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D6325A-D07B-2B3C-838B-5AB1649C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217878-B52A-9D81-7E83-27A460B29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976B6-3B77-41A4-8BFD-3F5A166028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348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599490-8B6E-C334-E91F-8AF1D3A6D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786477-F661-4EB7-94CC-0AF9D06F9538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234490-B283-04D3-1D90-C15032AB6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8C12BD-7C6C-1A81-DF55-4CDBE3640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9DAECE-7A98-40F5-B801-217C11220F3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998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6A50FD55-0D6F-9039-4044-20E86DC3767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ABAB6EB8-8C5D-4450-0878-4B46BA8097D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424B19-63C8-DFC1-F6F9-60590A5E8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75FCEB9-467F-40AF-82FB-2F55BAF51572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C54DB-1493-72CE-C228-B41FDDC60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629AA3-A0C9-E85A-A214-B1ACCF688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0AC1D88-C993-48D9-9BCB-3D2FC04E5BE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F995BB8F-0C1F-1695-BDA6-9D6016214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665288"/>
            <a:ext cx="6337300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103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401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2674CC2A-1658-7235-9F24-FF884E97A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BEF8923D-6774-7C84-3130-D57BF3421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AC9D0CE9-8DC6-1541-9007-CDF107B73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103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401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F84C2B77-FFCF-752A-6296-1ACABAE25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27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2863DAC4-EA68-13A3-1DFC-D0821D19C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6A9AAFA4-DFA9-944D-EA2F-6EAD7341F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80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103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401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18EED434-131D-CE0F-BF9A-B0B967115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2876550"/>
            <a:ext cx="86328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방충망</a:t>
            </a:r>
            <a:r>
              <a:rPr kumimoji="0" lang="en-US" altLang="ko-KR" sz="1200" b="1"/>
              <a:t>-2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주방우측방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걸레받이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군데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안방</a:t>
            </a:r>
            <a:r>
              <a:rPr kumimoji="0" lang="en-US" altLang="ko-KR" sz="1200" b="1"/>
              <a:t>(1</a:t>
            </a:r>
            <a:r>
              <a:rPr kumimoji="0" lang="ko-KR" altLang="en-US" sz="1200" b="1"/>
              <a:t>군데</a:t>
            </a:r>
            <a:r>
              <a:rPr kumimoji="0" lang="en-US" altLang="ko-KR" sz="1200" b="1"/>
              <a:t>)),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거실 창측 벽면 단열재 시공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신발장 문짝</a:t>
            </a:r>
            <a:r>
              <a:rPr kumimoji="0" lang="en-US" altLang="ko-KR" sz="1200" b="1"/>
              <a:t>(1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안방화장실문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보수 공사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요함</a:t>
            </a:r>
            <a:r>
              <a:rPr kumimoji="0" lang="en-US" altLang="ko-KR" sz="1200" b="1"/>
              <a:t>.      </a:t>
            </a:r>
            <a:r>
              <a:rPr kumimoji="0" lang="ko-KR" altLang="en-US" sz="1200" b="1"/>
              <a:t>   </a:t>
            </a:r>
            <a:endParaRPr kumimoji="0" lang="en-US" altLang="ko-KR" sz="1200" b="1"/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1A4048B6-AB68-D134-FE60-FFC4F6142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7289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4ADF4314-D81E-9449-4FF1-F0CEE0A6E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71738"/>
            <a:ext cx="26812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9E5E186A-2D9C-0C31-BF4A-8F7A6D5E3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40671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8012DD-C9F5-48DB-0EF5-CCFC90373C69}"/>
              </a:ext>
            </a:extLst>
          </p:cNvPr>
          <p:cNvSpPr/>
          <p:nvPr/>
        </p:nvSpPr>
        <p:spPr bwMode="auto">
          <a:xfrm>
            <a:off x="3429000" y="4652963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2" name="아래쪽 화살표 11">
            <a:extLst>
              <a:ext uri="{FF2B5EF4-FFF2-40B4-BE49-F238E27FC236}">
                <a16:creationId xmlns:a16="http://schemas.microsoft.com/office/drawing/2014/main" id="{8928671A-0ACA-5CF0-6A31-89DDD475964A}"/>
              </a:ext>
            </a:extLst>
          </p:cNvPr>
          <p:cNvSpPr/>
          <p:nvPr/>
        </p:nvSpPr>
        <p:spPr>
          <a:xfrm>
            <a:off x="4287838" y="5607050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023B9-4006-EA4D-7065-6580FD50F61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거실 창측 벽면 단열재 시공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E048C3-DA61-CC64-A303-B6E712A0DFA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30">
            <a:extLst>
              <a:ext uri="{FF2B5EF4-FFF2-40B4-BE49-F238E27FC236}">
                <a16:creationId xmlns:a16="http://schemas.microsoft.com/office/drawing/2014/main" id="{AF58264E-5BEA-F91B-27C4-9621E7B91C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F74C941-B1ED-1590-C954-C855974FF7D8}"/>
              </a:ext>
            </a:extLst>
          </p:cNvPr>
          <p:cNvSpPr/>
          <p:nvPr/>
        </p:nvSpPr>
        <p:spPr>
          <a:xfrm flipH="1">
            <a:off x="1835150" y="2565400"/>
            <a:ext cx="1152525" cy="27352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6B2D7C8-0569-C78F-E4B2-8E7BD43CCB3D}"/>
              </a:ext>
            </a:extLst>
          </p:cNvPr>
          <p:cNvSpPr/>
          <p:nvPr/>
        </p:nvSpPr>
        <p:spPr>
          <a:xfrm flipH="1">
            <a:off x="5364163" y="2636838"/>
            <a:ext cx="1295400" cy="2663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2539</TotalTime>
  <Words>145</Words>
  <Application>Microsoft Office PowerPoint</Application>
  <PresentationFormat>화면 슬라이드 쇼(4:3)</PresentationFormat>
  <Paragraphs>19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거실 창측 벽면 단열재 시공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434</cp:revision>
  <cp:lastPrinted>2022-08-17T02:53:58Z</cp:lastPrinted>
  <dcterms:created xsi:type="dcterms:W3CDTF">2012-05-23T04:33:26Z</dcterms:created>
  <dcterms:modified xsi:type="dcterms:W3CDTF">2026-05-28T06:12:01Z</dcterms:modified>
</cp:coreProperties>
</file>