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7-108 </a:t>
            </a:r>
            <a:r>
              <a:rPr lang="ko-KR" altLang="en-US" b="1">
                <a:latin typeface="+mn-ea"/>
              </a:rPr>
              <a:t>외벽세대 단열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7-108 </a:t>
            </a:r>
            <a:r>
              <a:rPr lang="ko-KR" altLang="en-US" sz="1000" b="1">
                <a:latin typeface="+mn-ea"/>
              </a:rPr>
              <a:t>외벽세대 단열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작업장소</a:t>
            </a:r>
            <a:r>
              <a:rPr lang="en-US" altLang="ko-KR" sz="1000"/>
              <a:t>: </a:t>
            </a:r>
            <a:r>
              <a:rPr lang="ko-KR" altLang="en-US" sz="1000"/>
              <a:t>화장실</a:t>
            </a:r>
            <a:r>
              <a:rPr lang="en-US" altLang="ko-KR" sz="1000"/>
              <a:t>(</a:t>
            </a:r>
            <a:r>
              <a:rPr lang="ko-KR" altLang="en-US" sz="1000"/>
              <a:t>좌측방</a:t>
            </a:r>
            <a:r>
              <a:rPr lang="en-US" altLang="ko-KR" sz="1000"/>
              <a:t>_ </a:t>
            </a:r>
            <a:r>
              <a:rPr lang="ko-KR" altLang="en-US" sz="1000"/>
              <a:t>우측방</a:t>
            </a:r>
            <a:r>
              <a:rPr lang="en-US" altLang="ko-KR" sz="1000"/>
              <a:t>-2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붙박이장 뒤 외벽 철거 및 신규 열반사 단열재 설치
붙박이장 뒤 외벽 </a:t>
            </a:r>
            <a:r>
              <a:rPr lang="en-US" altLang="ko-KR" sz="1000"/>
              <a:t>PF</a:t>
            </a:r>
            <a:r>
              <a:rPr lang="ko-KR" altLang="en-US" sz="1000"/>
              <a:t>보드 단열판 설치 작업
붙박이장 뒤 외벽 </a:t>
            </a:r>
            <a:r>
              <a:rPr lang="en-US" altLang="ko-KR" sz="1000"/>
              <a:t>PF</a:t>
            </a:r>
            <a:r>
              <a:rPr lang="ko-KR" altLang="en-US" sz="1000"/>
              <a:t>보드 단열판 이음매 실리콘 작업
붙박이장 뒷판 교체 및 복원 작업
붙박이장 내부 피스 부분 스티커 붙임작업
작업 완료후 정리정돈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2026-05-26T01:12:03Z</dcterms:modified>
</cp:coreProperties>
</file>