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64" r:id="rId4"/>
  </p:sldIdLst>
  <p:sldSz cx="9144000" cy="6858000" type="screen4x3"/>
  <p:notesSz cx="6797675" cy="9926638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784" autoAdjust="0"/>
    <p:restoredTop sz="94560" autoAdjust="0"/>
  </p:normalViewPr>
  <p:slideViewPr>
    <p:cSldViewPr>
      <p:cViewPr varScale="1">
        <p:scale>
          <a:sx n="82" d="100"/>
          <a:sy n="82" d="100"/>
        </p:scale>
        <p:origin x="102" y="60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007FF073-CC59-6B5E-C7E2-8E1B2984A74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813" cy="496888"/>
          </a:xfrm>
          <a:prstGeom prst="rect">
            <a:avLst/>
          </a:prstGeom>
        </p:spPr>
        <p:txBody>
          <a:bodyPr vert="horz" lIns="91312" tIns="45656" rIns="91312" bIns="45656" rtlCol="0"/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D992D81-29C9-92C4-4C70-491488664831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51275" y="0"/>
            <a:ext cx="2944813" cy="496888"/>
          </a:xfrm>
          <a:prstGeom prst="rect">
            <a:avLst/>
          </a:prstGeom>
        </p:spPr>
        <p:txBody>
          <a:bodyPr vert="horz" lIns="91312" tIns="45656" rIns="91312" bIns="45656" rtlCol="0"/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5874062D-14A3-4267-9174-FF0D8B3D0C9C}" type="datetimeFigureOut">
              <a:rPr lang="ko-KR" altLang="en-US"/>
              <a:pPr>
                <a:defRPr/>
              </a:pPr>
              <a:t>2026-05-26</a:t>
            </a:fld>
            <a:endParaRPr lang="ko-KR" altLang="en-US"/>
          </a:p>
        </p:txBody>
      </p:sp>
      <p:sp>
        <p:nvSpPr>
          <p:cNvPr id="4" name="슬라이드 이미지 개체 틀 3">
            <a:extLst>
              <a:ext uri="{FF2B5EF4-FFF2-40B4-BE49-F238E27FC236}">
                <a16:creationId xmlns:a16="http://schemas.microsoft.com/office/drawing/2014/main" id="{A4B672D5-664D-2074-2D8A-ECF9753983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4538"/>
            <a:ext cx="4959350" cy="3721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312" tIns="45656" rIns="91312" bIns="45656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>
            <a:extLst>
              <a:ext uri="{FF2B5EF4-FFF2-40B4-BE49-F238E27FC236}">
                <a16:creationId xmlns:a16="http://schemas.microsoft.com/office/drawing/2014/main" id="{9A32E4C1-BBD9-3A6B-CB88-3DFB69D79A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9450" y="4714875"/>
            <a:ext cx="5438775" cy="4467225"/>
          </a:xfrm>
          <a:prstGeom prst="rect">
            <a:avLst/>
          </a:prstGeom>
        </p:spPr>
        <p:txBody>
          <a:bodyPr vert="horz" lIns="91312" tIns="45656" rIns="91312" bIns="45656" rtlCol="0"/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B82D860-1F93-FF19-0211-CF088743567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4813" cy="496887"/>
          </a:xfrm>
          <a:prstGeom prst="rect">
            <a:avLst/>
          </a:prstGeom>
        </p:spPr>
        <p:txBody>
          <a:bodyPr vert="horz" lIns="91312" tIns="45656" rIns="91312" bIns="45656" rtlCol="0" anchor="b"/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970023A-B0BF-7FC1-82F6-0940847BC9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51275" y="9428163"/>
            <a:ext cx="2944813" cy="496887"/>
          </a:xfrm>
          <a:prstGeom prst="rect">
            <a:avLst/>
          </a:prstGeom>
        </p:spPr>
        <p:txBody>
          <a:bodyPr vert="horz" wrap="square" lIns="91312" tIns="45656" rIns="91312" bIns="45656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fld id="{D8167AD2-7F60-4815-8BC6-7520E7BD2DA0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슬라이드 이미지 개체 틀 1">
            <a:extLst>
              <a:ext uri="{FF2B5EF4-FFF2-40B4-BE49-F238E27FC236}">
                <a16:creationId xmlns:a16="http://schemas.microsoft.com/office/drawing/2014/main" id="{FF6C34D3-A485-60DB-AA08-2E3B0134289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슬라이드 노트 개체 틀 2">
            <a:extLst>
              <a:ext uri="{FF2B5EF4-FFF2-40B4-BE49-F238E27FC236}">
                <a16:creationId xmlns:a16="http://schemas.microsoft.com/office/drawing/2014/main" id="{2F0AD410-A72D-19A3-C091-1DC9E96234A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4100" name="슬라이드 번호 개체 틀 3">
            <a:extLst>
              <a:ext uri="{FF2B5EF4-FFF2-40B4-BE49-F238E27FC236}">
                <a16:creationId xmlns:a16="http://schemas.microsoft.com/office/drawing/2014/main" id="{17F27C59-E39D-AD49-6E6E-842F200D07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E9F1442A-B0ED-4638-A9ED-88EB8C900868}" type="slidenum"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pPr>
                <a:spcBef>
                  <a:spcPct val="0"/>
                </a:spcBef>
              </a:pPr>
              <a:t>1</a:t>
            </a:fld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9DF6A29-C105-D8D3-7337-C5259B9166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9C47C0-B152-4B61-8F63-557392CDF5FB}" type="datetimeFigureOut">
              <a:rPr lang="ko-KR" altLang="en-US"/>
              <a:pPr>
                <a:defRPr/>
              </a:pPr>
              <a:t>2026-05-26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2F2F7CA-C444-6E8B-DE5B-EB3D30D16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5F0DF85-EF04-A810-75F1-0EABD1DF5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40061A-F494-45F7-81D3-1520BE4402A6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71462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83074EC-BEB0-6CE2-4FF8-50DF71283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D0D555-6304-430A-8A67-17B8A55C8F86}" type="datetimeFigureOut">
              <a:rPr lang="ko-KR" altLang="en-US"/>
              <a:pPr>
                <a:defRPr/>
              </a:pPr>
              <a:t>2026-05-26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6B979E3-FF42-98F3-C26C-98AA704E7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06D172E-0F3D-2628-E6E5-EF94AD066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83B08AD-A10D-4505-99FB-A855389E672E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63019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A016411-2837-DAE8-C8CF-4013FBDD7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4AE9C4-3649-4377-A6F2-D3E3BB81FFDC}" type="datetimeFigureOut">
              <a:rPr lang="ko-KR" altLang="en-US"/>
              <a:pPr>
                <a:defRPr/>
              </a:pPr>
              <a:t>2026-05-26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54F4979-991D-83A1-F21C-6ED7D559FB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C223094-9DC6-C6A8-7074-3CBAEE42A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2EDD14-E650-4458-9F1F-4E3A5E0D8830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69169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FDB8E956-D31A-48DF-FD7B-E504ED5FB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869D6C-D8F5-4DDF-86F7-79170DCA7C18}" type="datetimeFigureOut">
              <a:rPr lang="ko-KR" altLang="en-US"/>
              <a:pPr>
                <a:defRPr/>
              </a:pPr>
              <a:t>2026-05-26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25906D83-D6EF-1BCF-429A-1C2218148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038576FB-B7C4-2D60-20F0-FE7F9543B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DA2CC82-43C5-4985-B874-43C13237A914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20562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3">
            <a:extLst>
              <a:ext uri="{FF2B5EF4-FFF2-40B4-BE49-F238E27FC236}">
                <a16:creationId xmlns:a16="http://schemas.microsoft.com/office/drawing/2014/main" id="{396CD365-F1E6-9BDE-D660-8AB534E138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4F5201-377E-48F4-8B89-C1342DE4CD15}" type="datetimeFigureOut">
              <a:rPr lang="ko-KR" altLang="en-US"/>
              <a:pPr>
                <a:defRPr/>
              </a:pPr>
              <a:t>2026-05-26</a:t>
            </a:fld>
            <a:endParaRPr lang="ko-KR" altLang="en-US"/>
          </a:p>
        </p:txBody>
      </p:sp>
      <p:sp>
        <p:nvSpPr>
          <p:cNvPr id="8" name="바닥글 개체 틀 4">
            <a:extLst>
              <a:ext uri="{FF2B5EF4-FFF2-40B4-BE49-F238E27FC236}">
                <a16:creationId xmlns:a16="http://schemas.microsoft.com/office/drawing/2014/main" id="{7EC6D873-3F0C-2A63-E048-1BE8879C7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580E0967-87F6-D5B1-92D6-B14983AEF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2F37B68-D72E-4546-B35D-537BF29F4755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53950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3">
            <a:extLst>
              <a:ext uri="{FF2B5EF4-FFF2-40B4-BE49-F238E27FC236}">
                <a16:creationId xmlns:a16="http://schemas.microsoft.com/office/drawing/2014/main" id="{825D737B-40E5-DCA2-D86D-40C7BA3ADF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BBF0A0-24C0-475A-AF7F-21ABB32E606C}" type="datetimeFigureOut">
              <a:rPr lang="ko-KR" altLang="en-US"/>
              <a:pPr>
                <a:defRPr/>
              </a:pPr>
              <a:t>2026-05-26</a:t>
            </a:fld>
            <a:endParaRPr lang="ko-KR" altLang="en-US"/>
          </a:p>
        </p:txBody>
      </p:sp>
      <p:sp>
        <p:nvSpPr>
          <p:cNvPr id="4" name="바닥글 개체 틀 4">
            <a:extLst>
              <a:ext uri="{FF2B5EF4-FFF2-40B4-BE49-F238E27FC236}">
                <a16:creationId xmlns:a16="http://schemas.microsoft.com/office/drawing/2014/main" id="{83BCA6C1-209D-6130-10D0-D5192BDB7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5">
            <a:extLst>
              <a:ext uri="{FF2B5EF4-FFF2-40B4-BE49-F238E27FC236}">
                <a16:creationId xmlns:a16="http://schemas.microsoft.com/office/drawing/2014/main" id="{67992458-EFB5-8188-B7E0-FEE44C14D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AA6E767-AE31-4CBE-95DD-0C9D8D5E1175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38509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>
            <a:extLst>
              <a:ext uri="{FF2B5EF4-FFF2-40B4-BE49-F238E27FC236}">
                <a16:creationId xmlns:a16="http://schemas.microsoft.com/office/drawing/2014/main" id="{273F7921-BBB0-EC42-3347-339D6FDA9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6A04EB-3EC0-4F66-A516-0C0105AAD005}" type="datetimeFigureOut">
              <a:rPr lang="ko-KR" altLang="en-US"/>
              <a:pPr>
                <a:defRPr/>
              </a:pPr>
              <a:t>2026-05-26</a:t>
            </a:fld>
            <a:endParaRPr lang="ko-KR" altLang="en-US"/>
          </a:p>
        </p:txBody>
      </p:sp>
      <p:sp>
        <p:nvSpPr>
          <p:cNvPr id="3" name="바닥글 개체 틀 4">
            <a:extLst>
              <a:ext uri="{FF2B5EF4-FFF2-40B4-BE49-F238E27FC236}">
                <a16:creationId xmlns:a16="http://schemas.microsoft.com/office/drawing/2014/main" id="{757220D2-EF8C-3E5C-0883-46D043B43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5">
            <a:extLst>
              <a:ext uri="{FF2B5EF4-FFF2-40B4-BE49-F238E27FC236}">
                <a16:creationId xmlns:a16="http://schemas.microsoft.com/office/drawing/2014/main" id="{F1E2BD20-3C17-7E59-FE62-465F9CAE3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CF5434B-1D71-49F6-88C6-FA733B6F4A1A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23415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18BEC17D-5B45-FCE9-7C8C-E280557211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EC7FB2-F9E5-47A1-8FE0-2ADD22C87BDD}" type="datetimeFigureOut">
              <a:rPr lang="ko-KR" altLang="en-US"/>
              <a:pPr>
                <a:defRPr/>
              </a:pPr>
              <a:t>2026-05-26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B34770CC-CF63-9BC0-C3C2-780C4EB62E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D64AA7F0-0162-89DA-D01A-F831764F3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C0306DA-7621-4F6C-987B-244E7BA14DBF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72856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78C8E11E-12ED-8BBB-CD38-214E8F1917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2D5698-3005-46F5-BE66-418FB1ED3D29}" type="datetimeFigureOut">
              <a:rPr lang="ko-KR" altLang="en-US"/>
              <a:pPr>
                <a:defRPr/>
              </a:pPr>
              <a:t>2026-05-26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1B08694B-2664-FDE1-0701-7B63ED7FBE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477D7B5C-A403-2AAF-3B79-95378A5CB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BE123BD-0397-429F-803F-88BD97F8E604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6727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372D4E9-87D5-3B6B-2A4C-AC87D54E19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CB0218-6FBB-4CAD-987F-7E8BB2B8E0E8}" type="datetimeFigureOut">
              <a:rPr lang="ko-KR" altLang="en-US"/>
              <a:pPr>
                <a:defRPr/>
              </a:pPr>
              <a:t>2026-05-26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BFCA2D2-1F49-398A-8DE2-F053AF9C8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58251B9-3EE7-20CB-11A5-CE47CF1CA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B64FE16-394F-49CC-A905-745BBE44FFDE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38403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CF4EA4B-0A61-E706-672C-384D8DE38C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5AA05F-1318-4C85-936B-4B97F0167E21}" type="datetimeFigureOut">
              <a:rPr lang="ko-KR" altLang="en-US"/>
              <a:pPr>
                <a:defRPr/>
              </a:pPr>
              <a:t>2026-05-26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EDA33A0-5965-EC22-3D79-0EAA43AD8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EB5DC9B-2A1F-F47D-547D-7EC0BCEAE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910CE34-C9ED-4333-A2CC-7734D465AC9D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56429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>
            <a:extLst>
              <a:ext uri="{FF2B5EF4-FFF2-40B4-BE49-F238E27FC236}">
                <a16:creationId xmlns:a16="http://schemas.microsoft.com/office/drawing/2014/main" id="{DA29F46F-4D2E-E8FC-9883-FE5D6936CA8F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>
            <a:extLst>
              <a:ext uri="{FF2B5EF4-FFF2-40B4-BE49-F238E27FC236}">
                <a16:creationId xmlns:a16="http://schemas.microsoft.com/office/drawing/2014/main" id="{3EAB7FB7-1ED6-F662-663C-9F4D4EA4C40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2865067-AAE1-6C8D-ECD6-B9273C277D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BB454B58-2C72-47CD-B69C-E31BFEAA7BA3}" type="datetimeFigureOut">
              <a:rPr lang="ko-KR" altLang="en-US"/>
              <a:pPr>
                <a:defRPr/>
              </a:pPr>
              <a:t>2026-05-26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B375065-813E-5871-8566-114E46840F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E65FFFC-F631-43F7-B297-C91C078B81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0" sz="1200">
                <a:solidFill>
                  <a:srgbClr val="898989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07B5513B-2873-411A-AB56-5260A8BC6173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74">
            <a:extLst>
              <a:ext uri="{FF2B5EF4-FFF2-40B4-BE49-F238E27FC236}">
                <a16:creationId xmlns:a16="http://schemas.microsoft.com/office/drawing/2014/main" id="{EDE2D520-3D42-5286-3805-EE80D99B8D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6375" y="1665288"/>
            <a:ext cx="6192838" cy="55245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rIns="90000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3000" b="1"/>
              <a:t>7</a:t>
            </a:r>
            <a:r>
              <a:rPr kumimoji="0" lang="ko-KR" altLang="en-US" sz="3000" b="1"/>
              <a:t>동 </a:t>
            </a:r>
            <a:r>
              <a:rPr kumimoji="0" lang="en-US" altLang="ko-KR" sz="3000" b="1"/>
              <a:t>108</a:t>
            </a:r>
            <a:r>
              <a:rPr kumimoji="0" lang="ko-KR" altLang="en-US" sz="3000" b="1"/>
              <a:t>호 기타공사 작업의뢰서</a:t>
            </a:r>
          </a:p>
        </p:txBody>
      </p:sp>
      <p:sp>
        <p:nvSpPr>
          <p:cNvPr id="3075" name="Text Box 73">
            <a:extLst>
              <a:ext uri="{FF2B5EF4-FFF2-40B4-BE49-F238E27FC236}">
                <a16:creationId xmlns:a16="http://schemas.microsoft.com/office/drawing/2014/main" id="{2795BDFC-5B1F-6674-A718-CB18066D7F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7625" y="5899150"/>
            <a:ext cx="14160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ko-KR" altLang="en-US" sz="1600" b="1"/>
              <a:t>유앤미시스템</a:t>
            </a:r>
            <a:endParaRPr kumimoji="0" lang="en-US" altLang="ko-KR" sz="1600" b="1"/>
          </a:p>
        </p:txBody>
      </p:sp>
      <p:sp>
        <p:nvSpPr>
          <p:cNvPr id="3076" name="Text Box 73">
            <a:extLst>
              <a:ext uri="{FF2B5EF4-FFF2-40B4-BE49-F238E27FC236}">
                <a16:creationId xmlns:a16="http://schemas.microsoft.com/office/drawing/2014/main" id="{B52B18A9-F1A0-81AE-E010-3DE9BE34FE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8263" y="4214813"/>
            <a:ext cx="13874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1600" b="1"/>
              <a:t>2026. 05. 21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Box 3">
            <a:extLst>
              <a:ext uri="{FF2B5EF4-FFF2-40B4-BE49-F238E27FC236}">
                <a16:creationId xmlns:a16="http://schemas.microsoft.com/office/drawing/2014/main" id="{086ACE5E-B4D7-FF73-DDF4-D94DBFDC00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319088"/>
            <a:ext cx="64087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2400" b="1" u="sng"/>
              <a:t>7</a:t>
            </a:r>
            <a:r>
              <a:rPr kumimoji="0" lang="ko-KR" altLang="en-US" sz="2400" b="1" u="sng"/>
              <a:t>동 </a:t>
            </a:r>
            <a:r>
              <a:rPr kumimoji="0" lang="en-US" altLang="ko-KR" sz="2400" b="1" u="sng"/>
              <a:t>108</a:t>
            </a:r>
            <a:r>
              <a:rPr kumimoji="0" lang="ko-KR" altLang="en-US" sz="2400" b="1" u="sng"/>
              <a:t>호 기타공사 작업의뢰서</a:t>
            </a:r>
          </a:p>
        </p:txBody>
      </p:sp>
      <p:sp>
        <p:nvSpPr>
          <p:cNvPr id="5123" name="TextBox 5">
            <a:extLst>
              <a:ext uri="{FF2B5EF4-FFF2-40B4-BE49-F238E27FC236}">
                <a16:creationId xmlns:a16="http://schemas.microsoft.com/office/drawing/2014/main" id="{B2BFA93E-D247-05CD-FCC4-1E51834BAE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293813"/>
            <a:ext cx="26860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2.</a:t>
            </a:r>
            <a:r>
              <a:rPr kumimoji="0" lang="ko-KR" altLang="en-US" sz="1200" b="1"/>
              <a:t> 공사요청일 </a:t>
            </a:r>
            <a:r>
              <a:rPr kumimoji="0" lang="en-US" altLang="ko-KR" sz="1200" b="1"/>
              <a:t>: 2026</a:t>
            </a:r>
            <a:r>
              <a:rPr kumimoji="0" lang="ko-KR" altLang="en-US" sz="1200" b="1"/>
              <a:t>년  </a:t>
            </a:r>
            <a:r>
              <a:rPr kumimoji="0" lang="en-US" altLang="ko-KR" sz="1200" b="1"/>
              <a:t>05</a:t>
            </a:r>
            <a:r>
              <a:rPr kumimoji="0" lang="ko-KR" altLang="en-US" sz="1200" b="1"/>
              <a:t>월  </a:t>
            </a:r>
            <a:r>
              <a:rPr kumimoji="0" lang="en-US" altLang="ko-KR" sz="1200" b="1"/>
              <a:t>21</a:t>
            </a:r>
            <a:r>
              <a:rPr kumimoji="0" lang="ko-KR" altLang="en-US" sz="1200" b="1"/>
              <a:t>일</a:t>
            </a:r>
          </a:p>
        </p:txBody>
      </p:sp>
      <p:sp>
        <p:nvSpPr>
          <p:cNvPr id="3077" name="TextBox 6">
            <a:extLst>
              <a:ext uri="{FF2B5EF4-FFF2-40B4-BE49-F238E27FC236}">
                <a16:creationId xmlns:a16="http://schemas.microsoft.com/office/drawing/2014/main" id="{20604C35-8B80-3417-4C2E-C4BBE42F03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668463"/>
            <a:ext cx="30892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latinLnBrk="1" hangingPunct="1">
              <a:defRPr/>
            </a:pPr>
            <a:r>
              <a:rPr kumimoji="0" lang="en-US" altLang="ko-KR" sz="1200" b="1" dirty="0">
                <a:latin typeface="+mn-lt"/>
                <a:ea typeface="맑은 고딕" pitchFamily="50" charset="-127"/>
              </a:rPr>
              <a:t>3. 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공사의뢰자 </a:t>
            </a:r>
            <a:r>
              <a:rPr kumimoji="0" lang="en-US" altLang="ko-KR" sz="1200" b="1" dirty="0">
                <a:latin typeface="+mn-lt"/>
                <a:ea typeface="맑은 고딕" pitchFamily="50" charset="-127"/>
              </a:rPr>
              <a:t>: </a:t>
            </a:r>
            <a:r>
              <a:rPr kumimoji="0" lang="ko-KR" altLang="en-US" sz="1200" b="1" dirty="0" err="1">
                <a:latin typeface="+mn-lt"/>
                <a:ea typeface="맑은 고딕" pitchFamily="50" charset="-127"/>
              </a:rPr>
              <a:t>유앤미시스템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 남해원 소장</a:t>
            </a:r>
          </a:p>
        </p:txBody>
      </p:sp>
      <p:sp>
        <p:nvSpPr>
          <p:cNvPr id="5125" name="TextBox 20">
            <a:extLst>
              <a:ext uri="{FF2B5EF4-FFF2-40B4-BE49-F238E27FC236}">
                <a16:creationId xmlns:a16="http://schemas.microsoft.com/office/drawing/2014/main" id="{9C7CF738-21EA-1899-7344-E10D22F5A8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923925"/>
            <a:ext cx="33686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1.</a:t>
            </a:r>
            <a:r>
              <a:rPr kumimoji="0" lang="ko-KR" altLang="en-US" sz="1200" b="1"/>
              <a:t> 공   사   명 </a:t>
            </a:r>
            <a:r>
              <a:rPr kumimoji="0" lang="en-US" altLang="ko-KR" sz="1200" b="1"/>
              <a:t>: 7</a:t>
            </a:r>
            <a:r>
              <a:rPr kumimoji="0" lang="ko-KR" altLang="en-US" sz="1200" b="1"/>
              <a:t>동</a:t>
            </a:r>
            <a:r>
              <a:rPr kumimoji="0" lang="en-US" altLang="ko-KR" sz="1200" b="1"/>
              <a:t> 108</a:t>
            </a:r>
            <a:r>
              <a:rPr kumimoji="0" lang="ko-KR" altLang="en-US" sz="1200" b="1"/>
              <a:t>호 기타공사 작업의뢰</a:t>
            </a:r>
          </a:p>
        </p:txBody>
      </p:sp>
      <p:sp>
        <p:nvSpPr>
          <p:cNvPr id="5126" name="TextBox 23">
            <a:extLst>
              <a:ext uri="{FF2B5EF4-FFF2-40B4-BE49-F238E27FC236}">
                <a16:creationId xmlns:a16="http://schemas.microsoft.com/office/drawing/2014/main" id="{19049874-7643-ED43-BA48-44F8DEE8DC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2852738"/>
            <a:ext cx="866775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6. </a:t>
            </a:r>
            <a:r>
              <a:rPr kumimoji="0" lang="ko-KR" altLang="en-US" sz="1200" b="1"/>
              <a:t>공 사 내 용 </a:t>
            </a:r>
            <a:r>
              <a:rPr kumimoji="0" lang="en-US" altLang="ko-KR" sz="1200" b="1"/>
              <a:t>: </a:t>
            </a:r>
            <a:r>
              <a:rPr kumimoji="0" lang="ko-KR" altLang="en-US" sz="1200" b="1"/>
              <a:t>주방 씽크대 상판 전체 실리콘 재코킹작업</a:t>
            </a:r>
            <a:r>
              <a:rPr kumimoji="0" lang="en-US" altLang="ko-KR" sz="1200" b="1"/>
              <a:t>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                    </a:t>
            </a:r>
            <a:r>
              <a:rPr kumimoji="0" lang="ko-KR" altLang="en-US" sz="1200" b="1"/>
              <a:t>뒤베란다 벽면 크랙 전체보수</a:t>
            </a:r>
            <a:r>
              <a:rPr kumimoji="0" lang="en-US" altLang="ko-KR" sz="1200" b="1"/>
              <a:t>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                    </a:t>
            </a:r>
            <a:r>
              <a:rPr kumimoji="0" lang="ko-KR" altLang="en-US" sz="1200" b="1"/>
              <a:t>화장실우측방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화장실좌측방</a:t>
            </a:r>
            <a:r>
              <a:rPr kumimoji="0" lang="en-US" altLang="ko-KR" sz="1200" b="1"/>
              <a:t>(2</a:t>
            </a:r>
            <a:r>
              <a:rPr kumimoji="0" lang="ko-KR" altLang="en-US" sz="1200" b="1"/>
              <a:t>개소</a:t>
            </a:r>
            <a:r>
              <a:rPr kumimoji="0" lang="en-US" altLang="ko-KR" sz="1200" b="1"/>
              <a:t>) </a:t>
            </a:r>
            <a:r>
              <a:rPr kumimoji="0" lang="ko-KR" altLang="en-US" sz="1200" b="1"/>
              <a:t>붙박이장뒤 벽체 단열재 시공</a:t>
            </a:r>
            <a:r>
              <a:rPr kumimoji="0" lang="en-US" altLang="ko-KR" sz="1200" b="1"/>
              <a:t>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                    </a:t>
            </a:r>
            <a:r>
              <a:rPr kumimoji="0" lang="ko-KR" altLang="en-US" sz="1200" b="1"/>
              <a:t>기존 </a:t>
            </a:r>
            <a:r>
              <a:rPr kumimoji="0" lang="en-US" altLang="ko-KR" sz="1200" b="1"/>
              <a:t>LED</a:t>
            </a:r>
            <a:r>
              <a:rPr kumimoji="0" lang="ko-KR" altLang="en-US" sz="1200" b="1"/>
              <a:t>조명교체</a:t>
            </a:r>
            <a:r>
              <a:rPr kumimoji="0" lang="en-US" altLang="ko-KR" sz="1200" b="1"/>
              <a:t>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                    </a:t>
            </a:r>
            <a:r>
              <a:rPr kumimoji="0" lang="ko-KR" altLang="en-US" sz="1200" b="1"/>
              <a:t>보수 공사 요함</a:t>
            </a:r>
            <a:r>
              <a:rPr kumimoji="0" lang="en-US" altLang="ko-KR" sz="1200" b="1"/>
              <a:t> </a:t>
            </a:r>
          </a:p>
        </p:txBody>
      </p:sp>
      <p:sp>
        <p:nvSpPr>
          <p:cNvPr id="5127" name="TextBox 4">
            <a:extLst>
              <a:ext uri="{FF2B5EF4-FFF2-40B4-BE49-F238E27FC236}">
                <a16:creationId xmlns:a16="http://schemas.microsoft.com/office/drawing/2014/main" id="{9FBC8FE3-F9DF-F315-1CA4-F5E5927086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2060575"/>
            <a:ext cx="26765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4. </a:t>
            </a:r>
            <a:r>
              <a:rPr kumimoji="0" lang="ko-KR" altLang="en-US" sz="1200" b="1"/>
              <a:t>완료요청일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 월     일</a:t>
            </a:r>
          </a:p>
        </p:txBody>
      </p:sp>
      <p:sp>
        <p:nvSpPr>
          <p:cNvPr id="5128" name="TextBox 21">
            <a:extLst>
              <a:ext uri="{FF2B5EF4-FFF2-40B4-BE49-F238E27FC236}">
                <a16:creationId xmlns:a16="http://schemas.microsoft.com/office/drawing/2014/main" id="{844F0320-B6AC-FB15-276C-BF31617941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2468563"/>
            <a:ext cx="26765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5. </a:t>
            </a:r>
            <a:r>
              <a:rPr kumimoji="0" lang="ko-KR" altLang="en-US" sz="1200" b="1"/>
              <a:t>입주예정일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 월     일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D8A1699-53BC-28A1-61CF-2D61BDA180E4}"/>
              </a:ext>
            </a:extLst>
          </p:cNvPr>
          <p:cNvSpPr/>
          <p:nvPr/>
        </p:nvSpPr>
        <p:spPr bwMode="auto">
          <a:xfrm>
            <a:off x="3316288" y="4719638"/>
            <a:ext cx="2511425" cy="654050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600" b="1" dirty="0">
                <a:solidFill>
                  <a:schemeClr val="tx1"/>
                </a:solidFill>
              </a:rPr>
              <a:t>의   </a:t>
            </a:r>
            <a:r>
              <a:rPr kumimoji="0" lang="ko-KR" altLang="en-US" sz="1600" b="1" dirty="0" err="1">
                <a:solidFill>
                  <a:schemeClr val="tx1"/>
                </a:solidFill>
              </a:rPr>
              <a:t>뢰</a:t>
            </a:r>
            <a:r>
              <a:rPr kumimoji="0" lang="ko-KR" altLang="en-US" sz="1600" b="1" dirty="0">
                <a:solidFill>
                  <a:schemeClr val="tx1"/>
                </a:solidFill>
              </a:rPr>
              <a:t>   사   진</a:t>
            </a:r>
          </a:p>
        </p:txBody>
      </p:sp>
      <p:sp>
        <p:nvSpPr>
          <p:cNvPr id="11" name="아래쪽 화살표 10">
            <a:extLst>
              <a:ext uri="{FF2B5EF4-FFF2-40B4-BE49-F238E27FC236}">
                <a16:creationId xmlns:a16="http://schemas.microsoft.com/office/drawing/2014/main" id="{A578ED9F-DFD6-D0A4-56E4-923622FBD7F4}"/>
              </a:ext>
            </a:extLst>
          </p:cNvPr>
          <p:cNvSpPr/>
          <p:nvPr/>
        </p:nvSpPr>
        <p:spPr>
          <a:xfrm>
            <a:off x="4176713" y="5661025"/>
            <a:ext cx="790575" cy="8636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5131" name="TextBox 45">
            <a:extLst>
              <a:ext uri="{FF2B5EF4-FFF2-40B4-BE49-F238E27FC236}">
                <a16:creationId xmlns:a16="http://schemas.microsoft.com/office/drawing/2014/main" id="{2173CFA6-1DFC-051E-383F-F5F33CCC72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4488" y="4032250"/>
            <a:ext cx="8456612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0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kumimoji="0" lang="ko-KR" altLang="en-US" sz="1200" b="1"/>
              <a:t>상기 공사에 대한 공사요청을 에스앤아이 코퍼레이션에게 요청 드리오니 기타공사를 완료해 주실 것을</a:t>
            </a:r>
            <a:r>
              <a:rPr kumimoji="0" lang="en-US" altLang="ko-KR" sz="1200" b="1"/>
              <a:t> </a:t>
            </a:r>
            <a:r>
              <a:rPr kumimoji="0" lang="ko-KR" altLang="en-US" sz="1200" b="1"/>
              <a:t>요청 드립니다</a:t>
            </a:r>
            <a:r>
              <a:rPr kumimoji="0" lang="en-US" altLang="ko-KR" sz="1200" b="1"/>
              <a:t>.</a:t>
            </a:r>
            <a:r>
              <a:rPr kumimoji="0" lang="ko-KR" altLang="en-US" sz="1200" b="1"/>
              <a:t> 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FCF42C-3B2E-1459-E991-A1D373C1E583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br>
              <a:rPr lang="en-US" altLang="ko-KR" sz="2000" b="1" dirty="0"/>
            </a:br>
            <a:r>
              <a:rPr lang="ko-KR" altLang="en-US" sz="2000" b="1" dirty="0"/>
              <a:t>화장실우측방</a:t>
            </a:r>
            <a:r>
              <a:rPr lang="en-US" altLang="ko-KR" sz="2000" b="1" dirty="0"/>
              <a:t>, </a:t>
            </a:r>
            <a:r>
              <a:rPr lang="ko-KR" altLang="en-US" sz="2000" b="1" dirty="0"/>
              <a:t>화장실좌측방</a:t>
            </a:r>
            <a:r>
              <a:rPr lang="en-US" altLang="ko-KR" sz="2000" b="1" dirty="0"/>
              <a:t>(2</a:t>
            </a:r>
            <a:r>
              <a:rPr lang="ko-KR" altLang="en-US" sz="2000" b="1" dirty="0"/>
              <a:t>개소</a:t>
            </a:r>
            <a:r>
              <a:rPr lang="en-US" altLang="ko-KR" sz="2000" b="1" dirty="0"/>
              <a:t>) </a:t>
            </a:r>
            <a:r>
              <a:rPr lang="ko-KR" altLang="en-US" sz="2000" b="1" dirty="0" err="1"/>
              <a:t>붙박이장뒤</a:t>
            </a:r>
            <a:r>
              <a:rPr lang="ko-KR" altLang="en-US" sz="2000" b="1" dirty="0"/>
              <a:t> 벽체 단열재 시공</a:t>
            </a:r>
            <a:br>
              <a:rPr lang="ko-KR" altLang="en-US" sz="2000" b="1" dirty="0">
                <a:latin typeface="+mj-ea"/>
              </a:rPr>
            </a:br>
            <a:endParaRPr lang="ko-KR" altLang="en-US" sz="2000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0E35292-1B0C-B0F6-1F7C-483C921C4FBC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8196" name="Picture 37">
            <a:extLst>
              <a:ext uri="{FF2B5EF4-FFF2-40B4-BE49-F238E27FC236}">
                <a16:creationId xmlns:a16="http://schemas.microsoft.com/office/drawing/2014/main" id="{B179D77C-C3A0-EBD5-C5D0-62A35B7630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628775"/>
            <a:ext cx="8207375" cy="4464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타원 2">
            <a:extLst>
              <a:ext uri="{FF2B5EF4-FFF2-40B4-BE49-F238E27FC236}">
                <a16:creationId xmlns:a16="http://schemas.microsoft.com/office/drawing/2014/main" id="{F705E3C1-C9A4-CF99-A562-B2D917FF1186}"/>
              </a:ext>
            </a:extLst>
          </p:cNvPr>
          <p:cNvSpPr/>
          <p:nvPr/>
        </p:nvSpPr>
        <p:spPr>
          <a:xfrm>
            <a:off x="2555875" y="2708275"/>
            <a:ext cx="4248150" cy="266541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2104</TotalTime>
  <Words>136</Words>
  <Application>Microsoft Office PowerPoint</Application>
  <PresentationFormat>화면 슬라이드 쇼(4:3)</PresentationFormat>
  <Paragraphs>18</Paragraphs>
  <Slides>3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7" baseType="lpstr">
      <vt:lpstr>굴림</vt:lpstr>
      <vt:lpstr>맑은 고딕</vt:lpstr>
      <vt:lpstr>Arial</vt:lpstr>
      <vt:lpstr>Office 테마</vt:lpstr>
      <vt:lpstr>PowerPoint 프레젠테이션</vt:lpstr>
      <vt:lpstr>PowerPoint 프레젠테이션</vt:lpstr>
      <vt:lpstr> 화장실우측방, 화장실좌측방(2개소) 붙박이장뒤 벽체 단열재 시공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</dc:creator>
  <cp:lastModifiedBy>종근 이</cp:lastModifiedBy>
  <cp:revision>382</cp:revision>
  <cp:lastPrinted>2022-08-17T04:02:57Z</cp:lastPrinted>
  <dcterms:created xsi:type="dcterms:W3CDTF">2012-05-23T04:33:26Z</dcterms:created>
  <dcterms:modified xsi:type="dcterms:W3CDTF">2026-05-26T01:29:37Z</dcterms:modified>
</cp:coreProperties>
</file>