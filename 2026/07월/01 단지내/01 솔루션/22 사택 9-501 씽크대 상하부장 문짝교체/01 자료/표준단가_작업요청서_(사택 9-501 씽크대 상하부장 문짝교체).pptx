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2" r:id="rId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560" autoAdjust="0"/>
  </p:normalViewPr>
  <p:slideViewPr>
    <p:cSldViewPr>
      <p:cViewPr varScale="1">
        <p:scale>
          <a:sx n="82" d="100"/>
          <a:sy n="82" d="100"/>
        </p:scale>
        <p:origin x="108" y="6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18DB63D-B2BF-8736-EE6D-B66C7B5FB2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465011-6477-75EC-DD25-86B05998B19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32D6834E-A9A9-4B87-8E10-9720A6DD9D69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54DF6E05-7496-A18E-FDD4-DCD15F2AB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792AB772-3B44-5CC4-7745-3F36CA397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82D217-1013-7F26-8DD0-F12274D70A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E529E4-6C7D-7775-23FA-6CDC5FAF3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3A81CC83-80C8-4504-B09D-2012C27D8B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E2E87AB6-4372-1831-467B-AA208082E6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3ED937B9-0AF2-3559-98EF-B26F516F9C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958AD6C-FFFD-3F4E-11C6-09F4776C0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D45D047-7CD6-4784-9847-F53C02A8A4CB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D8205-CA9F-D952-B5E2-F1118F349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F1A5A-A18E-47C7-8378-721F68649C86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62E8C6-E9A8-5214-F564-8111D5F8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F99CED-F67A-8BD0-503C-9FD6C5F39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A9AA1-E343-4B7D-BA7E-830B2DFAF16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126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F1069-5E01-BB81-5C96-C9860CA9C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8AC181-E2ED-41FE-BAF2-C7396D15EFA0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7248E8-EE2A-824B-7AFF-71A0CC77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BD65C6-07AA-E4D6-C31B-8FE35377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5203E-403B-429D-9B78-BF62DF1EB81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83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5742F0-476A-E57C-FA0D-A6E960C6E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17314D-5AC9-4643-AFE0-7ADB857E404E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93D044-533D-AFFD-60C8-A7D50329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D328C1-460A-3520-E4DB-23BF5E63F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52C6B-E385-48A3-8AF7-724CDC9F4CC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68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36FCACC-7988-8D09-9502-D5A46C0A0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11644-5F7E-4AF1-97F5-DE351F360B5E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00CB072-0FD1-5242-F857-E400092E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7892E17-4D07-24A8-4A29-D4C4EEC2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97D319-6D67-422D-BD2A-F3BA7963663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663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FEA2F4BC-D953-2A1E-16E4-CB6B8E359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A8412-491F-4CAA-87F0-60B2C21EB691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260A083-B094-A623-4AC9-26FF28BA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A650EAAF-D6E2-3117-1B83-ED30BA12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AD690-E7B9-47E3-BE14-0C992CA8400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7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E8B66D84-A590-1BF8-7D3C-EB49FAB0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1BF920-7EEB-4DBA-AF5F-60CCBDCE9F8F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32A3B09C-CC9B-68AF-1CFF-049FBDD8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E18C4565-6CDB-06E6-E160-3DDA6A92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89500-1CE6-4AD3-9A25-BFF3186EE4E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82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5BA97C52-FCB6-1BF9-2622-071732A05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0869C-C52A-4715-8AA7-E1554E7C07A1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48CAD7AC-8098-AC08-A0F1-34105B66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89A16B02-5419-8BD9-79D9-47892964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D6888-EDBA-4CAE-B1FD-1CBB587D8C5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BD04C2C-9517-5F83-044D-AC96F2446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7FFEE-4F64-4D54-B84E-536C355AB7D8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E1A3951A-0717-B6A6-F412-D6F7B96C2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F37199B-BBAE-4996-8325-F657265CE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B5004-5021-4543-858D-201C33FFA5D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30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C36E82A-1AF1-3F39-F9AA-3D285BD7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0FF15B-E448-48F6-B27E-C5BE701F78C2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527A5CF-0FC1-9613-27B0-B5A46388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0A96D49-D52B-B2EE-CE1E-DD3E5A74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A3037-FE53-4AA3-BD4C-5E83FC6F84C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652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67463-F4CE-FEB0-EA22-FA3E1056F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FBC3EB-22F8-4D5A-BB5F-59C86130C207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F1733A-8AE7-98BA-61A3-AC0B82D0D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09E226-EA56-5260-A691-7DF5AB33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FB6EF-FD03-4C3E-B95B-4F12BA349F3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997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06A5B0-8B0C-E697-CFE9-6DC79CB4F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80E73-DC2A-4B6B-85AF-0FE2783EECDD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4BF198-DF7F-37FF-8B12-76BE82E7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81BAAA-0902-FC8E-1205-C86FE56B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41374-E85D-4A32-A985-3FEA3EED5D2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35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66A20E7D-FE6A-FA4F-6EAD-52BC556015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5D725DEE-B2DE-617C-A035-E1246FCEE0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0893FF-7F1F-26D7-2D4A-F85C0E265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5CC3F41-C683-4671-BC21-8A08EA2D239B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50FA40-9980-F599-EE41-4D792D1AB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845457-61D9-55AC-A1DC-A62323D2A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E54E80B-ED22-4EF7-9947-3B960B8D875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D65F7537-508B-F1BA-0E47-A14B7506C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6048375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501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3F7E2220-E5D0-7BE1-63D4-755CC6913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016F0FE7-85CA-D906-76AD-421B7FD94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BA9D0F72-4CAF-30CA-B09F-A274E1DE5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501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97742A14-FF73-06F2-0983-907D6EE43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811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85AFA046-7CB5-4548-0C49-ABDBC76F9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28775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BF6D0057-5087-0642-4FB7-30B9CD8D1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501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5CD54BEC-6C56-E20D-1794-6AB32B52A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751138"/>
            <a:ext cx="9772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>
                <a:solidFill>
                  <a:srgbClr val="FF0000"/>
                </a:solidFill>
              </a:rPr>
              <a:t>앞베란다 좌측창고 단열재 시공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바닥걸레받이 필름 보수나 교체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>
                <a:solidFill>
                  <a:srgbClr val="FF0000"/>
                </a:solidFill>
              </a:rPr>
              <a:t>주방 씽크대 상</a:t>
            </a:r>
            <a:r>
              <a:rPr kumimoji="0" lang="en-US" altLang="ko-KR" sz="1200" b="1">
                <a:solidFill>
                  <a:srgbClr val="FF0000"/>
                </a:solidFill>
              </a:rPr>
              <a:t>,</a:t>
            </a:r>
            <a:r>
              <a:rPr kumimoji="0" lang="ko-KR" altLang="en-US" sz="1200" b="1">
                <a:solidFill>
                  <a:srgbClr val="FF0000"/>
                </a:solidFill>
              </a:rPr>
              <a:t>하부장 문짝 전체 교체</a:t>
            </a:r>
            <a:r>
              <a:rPr kumimoji="0" lang="en-US" altLang="ko-KR" sz="1200" b="1"/>
              <a:t>, 5</a:t>
            </a:r>
            <a:r>
              <a:rPr kumimoji="0" lang="ko-KR" altLang="en-US" sz="1200" b="1"/>
              <a:t>구 난방분배기 교체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앞베란다 빨래건조대 설치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</a:t>
            </a:r>
            <a:r>
              <a:rPr kumimoji="0" lang="ko-KR" altLang="en-US" sz="1200" b="1"/>
              <a:t>  화장실 벽 부착물 제거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8DBBAA40-4E80-BB8D-C032-EE600AF98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30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7A01C2E2-E598-252F-E504-8C6C51A12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89138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913E01AD-D98D-19EB-9F62-E6D05C84A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36061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9F8F4A5-A8BF-0E48-0E65-B3DC3B92C400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9" name="아래쪽 화살표 48">
            <a:extLst>
              <a:ext uri="{FF2B5EF4-FFF2-40B4-BE49-F238E27FC236}">
                <a16:creationId xmlns:a16="http://schemas.microsoft.com/office/drawing/2014/main" id="{28F48A92-DDBB-E820-C604-BA859EEC3D6B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8DD85-37E0-4075-5475-359834B4064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 err="1"/>
              <a:t>씽크대</a:t>
            </a:r>
            <a:r>
              <a:rPr lang="ko-KR" altLang="en-US" b="1" dirty="0"/>
              <a:t> 상</a:t>
            </a:r>
            <a:r>
              <a:rPr lang="en-US" altLang="ko-KR" b="1" dirty="0"/>
              <a:t>,</a:t>
            </a:r>
            <a:r>
              <a:rPr lang="ko-KR" altLang="en-US" b="1" dirty="0" err="1"/>
              <a:t>하부장</a:t>
            </a:r>
            <a:r>
              <a:rPr lang="ko-KR" altLang="en-US" b="1" dirty="0"/>
              <a:t> 문짝 교체</a:t>
            </a:r>
            <a:br>
              <a:rPr lang="en-US" altLang="ko-KR" b="1" dirty="0"/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D1BD24-5D8F-B095-2426-AA07D95C6DD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2">
            <a:extLst>
              <a:ext uri="{FF2B5EF4-FFF2-40B4-BE49-F238E27FC236}">
                <a16:creationId xmlns:a16="http://schemas.microsoft.com/office/drawing/2014/main" id="{5D19736C-F90D-D66E-DF8C-D3472C0125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8791696-F6DA-A8FA-B439-1B77B1FA5A59}"/>
              </a:ext>
            </a:extLst>
          </p:cNvPr>
          <p:cNvSpPr/>
          <p:nvPr/>
        </p:nvSpPr>
        <p:spPr>
          <a:xfrm>
            <a:off x="1403350" y="4868863"/>
            <a:ext cx="5472113" cy="863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2712</TotalTime>
  <Words>136</Words>
  <Application>Microsoft Office PowerPoint</Application>
  <PresentationFormat>화면 슬라이드 쇼(4:3)</PresentationFormat>
  <Paragraphs>16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씽크대 상,하부장 문짝 교체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469</cp:revision>
  <cp:lastPrinted>2023-01-13T00:22:17Z</cp:lastPrinted>
  <dcterms:created xsi:type="dcterms:W3CDTF">2012-05-23T04:33:26Z</dcterms:created>
  <dcterms:modified xsi:type="dcterms:W3CDTF">2026-06-01T02:05:51Z</dcterms:modified>
</cp:coreProperties>
</file>