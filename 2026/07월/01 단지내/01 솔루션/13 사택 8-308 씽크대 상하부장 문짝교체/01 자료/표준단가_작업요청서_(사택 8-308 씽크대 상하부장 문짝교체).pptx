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60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560" autoAdjust="0"/>
  </p:normalViewPr>
  <p:slideViewPr>
    <p:cSldViewPr>
      <p:cViewPr varScale="1">
        <p:scale>
          <a:sx n="83" d="100"/>
          <a:sy n="83" d="100"/>
        </p:scale>
        <p:origin x="102" y="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F9893BD-1D13-2A23-BE84-CD7319EB0C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FED77A-10BF-769E-282A-6A411C2B110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EB8455B1-C9FC-46F6-AE03-2915F386DBF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839344D1-D703-B575-1602-BA39A1DB78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032C357-7012-5C2A-09EA-7E3D9CEE2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130D5E-4466-F016-55FE-5351741481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9E55EC-C1AE-1F54-46E1-909C37432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DD82AA00-96EE-4EBF-8927-CFC0A15B738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DE78B04E-F3E2-EC64-CD57-CA6BDDF64A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D338941-037D-7BDB-B58B-17A39C3A79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221F6A19-8856-D61E-005C-3A0156AD4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1363" indent="-28416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398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5970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42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8B474AE-1E2E-4C6E-8A34-9FBCD5D90D9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B7B6D5-71F6-BA9D-2FC2-10B64F45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0E883-1BC3-4A04-8EE7-A5927E94BAC4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F76F72-690E-85B0-9A0A-C72BED81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A38B2A-40BA-2FB7-2A20-C3458899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5CAD98-A3FB-49A5-802F-0C3F2922964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43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6C8FC7-E881-CF32-0491-FE260289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528B8-B3A1-4845-BAA6-780D0B27A34D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9484E3-245A-DEC2-A0EC-EAF96E04F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37202B-94D1-315D-7868-6C7303DE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10921D-1FDF-491D-8C74-A08C5207341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96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B3CD23-9886-6B5C-5AD0-3AD7DCA01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E4E90-756A-435B-86C1-2EB16AB561A6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B2C5B-9951-F166-0794-F24392DE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D5DBE5-FD1A-31B2-729E-CC1CBB72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CDCF7-F6C0-4E0A-A99D-DEC686E4B48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74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8C3FCEA-5712-C3B9-FEE4-68181F2DC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1CE69-CF2C-4653-88FA-2728D6844729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A5B5D2A-D5EE-FFFA-C345-1D42452D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2D97C8D-326F-28BC-0B0F-1E69E476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B2C493-56DB-4C05-9347-4DE420D3AF7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3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AAAA7989-6956-E6E0-72C8-40A9E3E70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16D22-FBDF-4B5B-A881-A3AE5FD8C520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8A4E63BB-DD20-8701-DFF8-C5FA30BB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8AD2550-EA98-D0B6-14CE-254C2E27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3DBF8-6B78-4B77-94CA-34C029DB818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958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8D44B7DF-DC8D-3D01-2908-14C74C7F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42D16-2268-4621-914F-C0982F0D08D1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DC5E337D-8E84-2DFC-5214-219CF729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3BB3609C-0D72-4A85-3B69-2487AA93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61ECE-A227-4E6C-B9D9-85D47759E0A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833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A5AD3F7-4513-8BD2-3123-BF7FC7C1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CE45B-5207-4A94-B559-184B43CD1534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A2D28679-6CDB-FA36-1647-FD822FEB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7942CD42-91CC-884D-B7AD-196EB954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840760-1020-4E49-B0CF-9EEBCF57980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944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FA6E1A1-1293-1B95-CC5D-1C391238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079DE-235D-49B6-81D5-4FAB032F9180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71F37AA-75D6-9943-12BD-93F90A340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1A78923-D34C-1703-C093-427B0D36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0B3DA1-0447-4DEC-B101-488E6B86F34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22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BA2D0C2-34AD-1C46-1297-91B7A35D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33D50-D033-4A3C-A5A9-E856043AA990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B0F6492-8CE7-2262-917D-E394D11E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ABF15A0-0135-80C5-79F3-F62F3EC9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2076DE-792E-47A9-B824-971BF1EEA99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29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DE95F-4585-E254-838B-AE0B7C6E0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6CAC7-6407-4648-9D61-1E4709E104A2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97459A-C988-9ABD-3E5E-2D3112DE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EE6738-A9BC-7511-757E-6E1662F2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35627A-7884-46A0-B023-DDBDDD3E0B4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11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C42862-DB6A-44FD-6891-9A3F618D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40A77-8D47-437A-9AC4-7C4BCC8973C7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0F36D7-2D93-321A-2735-2F4C785CA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CA0D3B-ADCE-4E16-1616-3E645EA29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F283EF-F5AE-471A-A46A-9ADBA662D09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60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F32EF16B-963E-2B51-5D1F-72ADD67B50A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6F3C4368-C45A-8F86-A265-FC02EEB00A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70F3CF-5D84-3CD6-D57A-6B2AFB0B5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2D0E353-D92F-4936-8C84-240BF568DAB9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0C7F9A-92FE-E0D3-9FE5-5E45F35E2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66E15A-F992-40C6-570E-4F39D10B2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7CCD147-5F33-444F-949C-1A6EDB4B641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24E607A-8C36-329A-A619-AFECB47B2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308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055A6F9E-4A58-A98F-43DB-9B17B4473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7B7B826-BBF2-4707-C2D2-31DAEB712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C553B56D-387E-3B4E-24D7-10C259596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308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E2F36AAC-8FD8-FACA-453F-9511D9C59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3D862EE-3190-7213-2324-C5506A6CB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80ED9B0F-25E0-B1E2-BF70-A5C603781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308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9CDB2883-22C2-2E6D-3D53-998F2AFED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난방분배기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빨래 건조대 설치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뒤베란다 창고 단열재 시공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곰팡이제거 포함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DCBD51DD-6BBF-767F-7274-210167DDE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924300"/>
            <a:ext cx="84566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4D172DFC-4975-744D-76FC-D7588E81B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730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9FE81576-41A8-3ECF-8B6A-6F6CC6149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D6510A0-CDBD-E9E3-ADF8-80A68AF8F4AC}"/>
              </a:ext>
            </a:extLst>
          </p:cNvPr>
          <p:cNvSpPr/>
          <p:nvPr/>
        </p:nvSpPr>
        <p:spPr bwMode="auto">
          <a:xfrm>
            <a:off x="3425825" y="4646613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D471AAF5-DEA7-0DF7-78DA-9F6498B4292D}"/>
              </a:ext>
            </a:extLst>
          </p:cNvPr>
          <p:cNvSpPr/>
          <p:nvPr/>
        </p:nvSpPr>
        <p:spPr>
          <a:xfrm>
            <a:off x="4284663" y="5589588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1BDD3-0B9D-8D9C-EDE6-A4156D53F74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/>
              <a:t>주방 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7DD0EA-A1AE-DE04-36B2-2E492E07685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AF906CEF-A8A8-A2AB-E37E-1A0106F2D4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87207DF2-402A-E2CB-1A6C-88F9E32CDD8E}"/>
              </a:ext>
            </a:extLst>
          </p:cNvPr>
          <p:cNvSpPr/>
          <p:nvPr/>
        </p:nvSpPr>
        <p:spPr>
          <a:xfrm>
            <a:off x="2843213" y="2349500"/>
            <a:ext cx="4392612" cy="1008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F7BCE2B-8606-C2D5-29C5-57B2CFCC04BE}"/>
              </a:ext>
            </a:extLst>
          </p:cNvPr>
          <p:cNvSpPr/>
          <p:nvPr/>
        </p:nvSpPr>
        <p:spPr>
          <a:xfrm rot="186803">
            <a:off x="3344863" y="4340225"/>
            <a:ext cx="3609975" cy="9604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2760</TotalTime>
  <Words>154</Words>
  <Application>Microsoft Office PowerPoint</Application>
  <PresentationFormat>화면 슬라이드 쇼(4:3)</PresentationFormat>
  <Paragraphs>20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주방 씽크대(상부장, 하부장) 문짝(서럽장, 몰딩포함) 전체교체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502</cp:revision>
  <cp:lastPrinted>2025-02-03T04:13:29Z</cp:lastPrinted>
  <dcterms:created xsi:type="dcterms:W3CDTF">2012-05-23T04:33:26Z</dcterms:created>
  <dcterms:modified xsi:type="dcterms:W3CDTF">2026-05-26T01:30:58Z</dcterms:modified>
</cp:coreProperties>
</file>