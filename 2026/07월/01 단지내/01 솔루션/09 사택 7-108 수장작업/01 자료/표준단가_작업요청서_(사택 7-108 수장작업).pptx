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75EDD9-FE8A-7368-FDC8-248EBABED5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48EEBD-006F-FB74-248C-F52B500F29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D7BF355-A812-4EAC-83CF-A314F2FCFAB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F1B98B4-B2E1-24F7-171A-BD1AA023A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5219043-A61C-E971-BEAF-E16D97C84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4F77D9-1E9E-304F-D442-8BB319749B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5D33A5-DE32-D48C-0A06-B2C4F70EA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0B0B4CB8-6518-4656-9D6E-8C36EE8798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877EA4D-BF8F-A6A1-0B92-7C0F189EE6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29C42E0-C02B-9A4F-7841-D80D86209F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F3D3B7C-6823-8670-3543-884EB9C6A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76F3EEE-DBC7-4095-8A78-8E4E39BC6B5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99586-0EFF-DC51-694C-360E1C60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73526-AEB5-4AE3-B387-09F658C1596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4DFF9-DD25-C9F0-23D3-52D1A4DA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020B6B-EE35-D331-CF1C-7F2F08CD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1DA528-9EDD-4A62-8055-075E923A5B7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26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23F8E-F200-4203-596B-7BD7775E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B70EE-14DE-4EE9-BD07-7DD1A147428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52307A-B815-5FC3-A937-919A00AC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AED84-0896-ECE5-9A3A-50C4B400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9BEF5-F861-4D42-99B5-9AACECE7907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8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8509E-1A81-361D-2AA8-4504D87D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B9C30-8B85-4729-B614-847DF99BBCD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FF571-0802-2077-2838-9A5D192B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44CC1A-2CB7-84F3-34C4-C3D9F25E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A611C-55E3-4A13-9FA9-66274D2B3E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3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70EFB4B-6AA7-B552-6FCC-A20E81A6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286B3-7E12-4BCF-B10F-358400BA038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E05EA0C-02A4-0BB3-DF6C-E0CA6D87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7EF0863-D991-1EEE-0C2B-705CABC4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539F-12AA-4E0B-9BB4-06595519DAA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5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234D042-9484-A686-7A07-D79A2ECC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EAC1F-99F7-4CBB-A8B1-36023B6114B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1DD87C8-5C49-EFFD-7D6F-F2F05B6E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BD8AF4C-9F10-E894-CAA0-DC7FE986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806BB7-39A5-4796-89EE-88838F8D8D1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749B603-E2B2-369B-505A-1ECA076A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0C4CF-DF14-4ED5-974F-7C64DFE56D4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322CBE6-3252-8CB3-C445-639BEB3C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F10747E-E52C-5B75-CFF3-59962B4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7D62B7-4258-48E5-8044-BC4B543664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32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93A35F5-656D-261A-A89C-4E331B56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BEA43-3BBA-42C8-8679-84563673FFA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6A9B521-7ABB-74EB-E151-DF8BFDE5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C5BD4F4-CF57-0337-ADD3-EE9203E5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63F74-4CEA-4A35-B2B3-C59FB311136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938041F-38E3-3E63-251E-568B85CB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9FAE2-1E5F-4C58-945C-2B13618C21D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F94E03D-01AD-BEC0-C821-49F4ADCE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C7DAEC9-1772-07B8-BD28-33233013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E92ECF-611A-403C-B4D1-BF4972D0AA7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4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9D4A76B-565B-7B29-B5FE-565B9498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D71E7-3AF3-4C69-9791-1402B12FAC1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0C8D95B-64CA-2493-AEC7-10F5992F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248A1F7-5A32-2B2C-D475-12B0D415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A3A02-970E-4337-A723-16DE3950730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2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FE312-4A04-F00B-6B43-57F3C650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75588-336A-42CC-9B60-5CF06CB7455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174A3-3B05-E3D5-54F3-049952D3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2AABB9-E67D-98D2-048F-BE87B1F4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13ED8-374D-4B5F-99AE-5703D99BA1A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2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6C5AB-E848-E3EB-4DDD-9B1A78D7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81D70-5302-4371-95C4-3F344246BFD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9B286-AF8D-985C-B84E-8BB258CD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6A5B8-E3C3-566C-53CD-D6BEE170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33109-D250-4F8E-ABBB-BA628A387CA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55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6A64295-1080-D1ED-8860-471ACFB9C8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EA5333ED-8235-8379-B303-E1A743372B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FBC4E-01A2-39D8-ECEF-B370FFF8D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5D1E3B-E875-4410-9EDD-A6220F4DE85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50594A-D58B-EC80-D91E-D30301A25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276C0-47F8-F459-A600-EB15B8658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CFDCD4E-8B57-4115-ACF1-488689428EB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6DE9B4A-B679-F2DF-43A1-1741858C2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108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D083AA75-9CBB-1019-0E75-B60F07021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D28F694-C60C-ECEC-5271-F84436731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794F922-B19C-EBB6-79BF-D36195AFC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108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E24757C1-06F8-F5A8-3D9A-628C2729C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8B525AB-37B8-2270-C1C8-AC9B471FA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D901AF5-4234-10BB-60E6-6947ABAB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108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0E5910CE-FE20-2F6F-737D-BBEC02F11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걸레받이 및 벽면 부분도색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창고바닥포함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6F61CD8F-0444-E534-B3CB-ABC1ADCF1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2FDC84A1-0839-DD52-F0D2-ABAED532B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B0C565-C71B-D942-8169-0DCA2226ECAA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ECBCDF42-C3BB-259E-D405-0753AE68CC84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D64D38DA-C2D9-90F6-0C42-41B57EEE9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1DC87-636F-EFDD-D46C-D927100153F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B19941-81D3-3CED-BE8C-8AD051FDD11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91062EFD-711F-E1C9-3B21-16EF7AA0BE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C6AEFA9-B244-ECEF-D371-94417D665042}"/>
              </a:ext>
            </a:extLst>
          </p:cNvPr>
          <p:cNvSpPr/>
          <p:nvPr/>
        </p:nvSpPr>
        <p:spPr>
          <a:xfrm>
            <a:off x="2987675" y="1989138"/>
            <a:ext cx="2736850" cy="2519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85E5D-7DFE-C814-B48A-09F8CAEE2D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F4701D-DD86-11F5-C342-F989D854F41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33C509AA-F15A-5EAF-25C4-9C6A0A2F7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1C90162-FB2C-4BDB-92E5-8FFE8BB460D9}"/>
              </a:ext>
            </a:extLst>
          </p:cNvPr>
          <p:cNvSpPr/>
          <p:nvPr/>
        </p:nvSpPr>
        <p:spPr>
          <a:xfrm>
            <a:off x="2700338" y="2636838"/>
            <a:ext cx="4103687" cy="2376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CC5FD-FD65-26CA-1711-806C43FD423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FAA772-D24C-18D4-0D45-CC45721A423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7">
            <a:extLst>
              <a:ext uri="{FF2B5EF4-FFF2-40B4-BE49-F238E27FC236}">
                <a16:creationId xmlns:a16="http://schemas.microsoft.com/office/drawing/2014/main" id="{EEBED353-63BE-89FC-F0F6-156648975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58F00CC3-7C05-C172-B595-B3C2F82A04EB}"/>
              </a:ext>
            </a:extLst>
          </p:cNvPr>
          <p:cNvSpPr/>
          <p:nvPr/>
        </p:nvSpPr>
        <p:spPr>
          <a:xfrm>
            <a:off x="2555875" y="2708275"/>
            <a:ext cx="4248150" cy="2665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B6B17-4199-81C0-DA45-AFB842AE2F9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669D1C-7FD7-7523-CDAC-4E97AE9D862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7">
            <a:extLst>
              <a:ext uri="{FF2B5EF4-FFF2-40B4-BE49-F238E27FC236}">
                <a16:creationId xmlns:a16="http://schemas.microsoft.com/office/drawing/2014/main" id="{B0317609-2A01-AF8F-AA5F-74D9E956D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204D888-C49A-8933-FBFE-D49D06E83F50}"/>
              </a:ext>
            </a:extLst>
          </p:cNvPr>
          <p:cNvSpPr/>
          <p:nvPr/>
        </p:nvSpPr>
        <p:spPr>
          <a:xfrm>
            <a:off x="2987675" y="3213100"/>
            <a:ext cx="2797175" cy="194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A9148-A0E9-BDB8-B292-70462356853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5F5855-256F-DF0F-FD29-8E1B2CC156E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44" name="내용 개체 틀 2">
            <a:extLst>
              <a:ext uri="{FF2B5EF4-FFF2-40B4-BE49-F238E27FC236}">
                <a16:creationId xmlns:a16="http://schemas.microsoft.com/office/drawing/2014/main" id="{8BBB8D76-EAE3-5D6B-C3FE-117D91E9E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45" name="Picture 38">
            <a:extLst>
              <a:ext uri="{FF2B5EF4-FFF2-40B4-BE49-F238E27FC236}">
                <a16:creationId xmlns:a16="http://schemas.microsoft.com/office/drawing/2014/main" id="{E1F436F9-1D9F-FE76-BCAB-A50CF5B77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39AD61C-DA83-3482-0702-FA8E93C4BC9C}"/>
              </a:ext>
            </a:extLst>
          </p:cNvPr>
          <p:cNvSpPr/>
          <p:nvPr/>
        </p:nvSpPr>
        <p:spPr>
          <a:xfrm>
            <a:off x="3846513" y="3390900"/>
            <a:ext cx="1804987" cy="1225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32112-EF58-E8E8-41C7-330E001BB25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F4FD65-75B7-CCC0-16A9-6F7B972DA75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9">
            <a:extLst>
              <a:ext uri="{FF2B5EF4-FFF2-40B4-BE49-F238E27FC236}">
                <a16:creationId xmlns:a16="http://schemas.microsoft.com/office/drawing/2014/main" id="{5BEE861C-E111-EAB9-6ED3-70113D0E30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BFD6AE9-FB6D-7F38-8757-CB7FA10078FF}"/>
              </a:ext>
            </a:extLst>
          </p:cNvPr>
          <p:cNvSpPr/>
          <p:nvPr/>
        </p:nvSpPr>
        <p:spPr>
          <a:xfrm>
            <a:off x="3924300" y="3573463"/>
            <a:ext cx="13684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B5C34-F5F9-616B-15F4-46B6BE5A16B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1800" b="1" dirty="0"/>
              <a:t>도색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걸레받이 및 벽면 부분도색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창고바닥포함</a:t>
            </a:r>
            <a:r>
              <a:rPr lang="en-US" altLang="ko-KR" sz="1800" b="1" dirty="0"/>
              <a:t>))</a:t>
            </a:r>
            <a:endParaRPr lang="ko-KR" altLang="en-US" sz="1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1E62EE-F404-0928-80D1-6A121607B36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6">
            <a:extLst>
              <a:ext uri="{FF2B5EF4-FFF2-40B4-BE49-F238E27FC236}">
                <a16:creationId xmlns:a16="http://schemas.microsoft.com/office/drawing/2014/main" id="{693501FA-070C-2559-FDA6-01BCF86B36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235F039E-C383-25C4-7176-FC4349C33926}"/>
              </a:ext>
            </a:extLst>
          </p:cNvPr>
          <p:cNvSpPr/>
          <p:nvPr/>
        </p:nvSpPr>
        <p:spPr>
          <a:xfrm rot="159246">
            <a:off x="3054350" y="3571875"/>
            <a:ext cx="3106738" cy="1006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194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 도배(천정-거실) </vt:lpstr>
      <vt:lpstr> 도배(천정-방2곳) </vt:lpstr>
      <vt:lpstr>장판(거실)</vt:lpstr>
      <vt:lpstr>장판(방2곳)</vt:lpstr>
      <vt:lpstr>도색(앞, 뒤베란다 걸레받이 및 벽면 부분도색(앞, 뒤베란다 창고바닥포함))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375</cp:revision>
  <cp:lastPrinted>2022-08-17T04:02:57Z</cp:lastPrinted>
  <dcterms:created xsi:type="dcterms:W3CDTF">2012-05-23T04:33:26Z</dcterms:created>
  <dcterms:modified xsi:type="dcterms:W3CDTF">2026-05-25T23:58:53Z</dcterms:modified>
</cp:coreProperties>
</file>