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95" r:id="rId3"/>
    <p:sldId id="260" r:id="rId4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202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0CB3E98-BDC5-E6C4-8042-458E0FD98CB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F4AF87-5F52-BD50-955E-181C236843E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9B5F614D-278C-4C26-A172-020701405B78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4F5B509-C70A-DF5B-DAD3-CA747B20E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EB356CE3-1AE9-D8FF-25F0-31204DF40B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E7138C-6652-EBE9-8087-4EDD392DD5D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2C5FA2-89AF-6337-CBA4-1B488DE02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EEBE4F18-52E1-40A1-9406-EFDD0B45520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9D2E861-79D0-C19A-7EFC-4C264AF5B5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7180E5F-160A-91B7-42A0-E8A3E389EE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01EB268-283C-DD7A-2F96-2B77BE854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337A594-1AF6-4C39-B9D8-564168BFF10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94E583F6-713E-4FA7-2ADB-FA4E6D472A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181EEF05-FB35-0F89-55AB-EF6F5E71EE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34F2B69C-FF05-7BC9-839B-C07CC6697A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CF0E90E-91D5-496B-A16D-40EE90572CC9}" type="slidenum">
              <a:rPr lang="ko-KR" altLang="en-US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ECE88-D06E-5DB9-49B5-466E3782F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63285-056D-4D83-9DFA-16B1BC769B72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A93F7E-732C-358A-DBC3-A52926EE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F949B7-324E-2966-586A-674E6D2D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11043-2A16-4DA1-A5E5-02CAA68FB2F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25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D1CA88-9122-5D4D-7363-F7160F0D5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AA3A9-DF9A-4746-A038-E0F01E1016BE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4AABA-19F9-492C-4E02-E3D597A20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94C0A5-041B-545D-3335-5D5DFB45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817384-513C-4BA5-86AF-F8AE5720A35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670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84B02-B89A-FC61-46E6-40D200F64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030B9-62FF-46D8-8CD2-C09C36EB31F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A869D7-9A4D-AAE7-DACB-AEA2AC00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CA29EF-CF5F-9EBA-AF3A-381F0AB35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FAF09-AA81-47DA-9345-B759CEF027F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24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660CDB7-7A9B-92A5-E727-C267E7DDA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6E766D-46D8-4DA7-B571-C4F908147E3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3873A2C-0F54-4A12-5BEF-BEEA219F3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CE06914-E7A0-FEBE-19A3-C6FF45EF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2B9BF-4423-40A8-B7AF-250FD910C09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641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9B6870B1-0AC3-CB86-0FB2-E99C4A9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7BBF6-B27A-4D79-AC2F-74DE09518E74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C6EFBE5-5223-50EC-9D4E-44C3A810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C030256-EEB6-73FE-512F-AC21C7F7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C2E705-BC65-43D4-B5A6-0D2D7AFB520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212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A06839D0-CBC0-6E6D-D85E-E1637B380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5095-DD93-4D13-91F8-F2915948B707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5EAF9311-E2BD-4FCF-D6B6-3D698D3F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4DF16C1-7F5B-8A15-A82F-3E6DBB30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B1D10-313C-4727-83D0-DFF8C45F19A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9751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1C0102A-665C-72E9-9C34-AB2FA26D4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5ADC2-781B-4026-94B7-1B27509819C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00A9D70-A07F-A983-8704-693449D6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087918E-1EB1-0BF4-793E-D731C934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A0C1A-9A39-40B6-A784-B1C88F95BA2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58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F3A5464-F548-5334-BB82-D086BB8F6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630DD-93BE-46D6-A881-3C88879FAE9C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BF1045E1-7FAF-5598-4CB5-05090E0A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C624D9F-D492-3D88-3499-EE46E78D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94744-7FE7-492A-AB0E-8093A5D4948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853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A1B0AD7-6FD9-D406-20AC-D17232DF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C139F5-993D-489D-8037-3A81AF334CF5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08F25AC-CD53-27E4-3262-16C832D36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C29207B1-C67D-4A2D-20EE-67B9B9788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FCC1F6-C265-48B9-93B5-00CEC7A129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82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563EB8-7798-4B0E-1524-D4706546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EB6E1-DF7E-40F6-96C0-2FA8BD6CBC3B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E0DE36-D366-A818-44AC-9364EA57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48F001-93A9-9316-1449-020BF99B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DD326-0102-41E5-84D5-1496C49E243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30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5CDE8E-9F1F-641D-661B-AC789123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348763-7476-41DC-9325-ED09897AADA3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2609AE-4772-087A-202F-D9D378B0A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B33028-0129-6994-7475-0EF9C993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7B612-5705-496C-AD62-56763338285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18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B3763A2D-2430-EB2C-3AD0-6C8A403D81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FAA28907-62C3-2043-2F05-8BDA91A29B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B8F01A-381D-160E-B95B-F04DEE2DD3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9366339-72F4-4E20-A14C-57FADF34CA6F}" type="datetimeFigureOut">
              <a:rPr lang="ko-KR" altLang="en-US"/>
              <a:pPr>
                <a:defRPr/>
              </a:pPr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C39FDA-6F31-6246-06A1-E0C2EC654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636D95-24C4-F014-0454-4CE1D5A72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A6125A66-4B48-47E2-A9A6-2762B9A468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A4660D6B-70E3-314B-6E5E-380B762D4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207</a:t>
            </a:r>
            <a:r>
              <a:rPr kumimoji="0" lang="ko-KR" altLang="en-US" sz="3000" b="1"/>
              <a:t>호 기타공사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096D419F-104A-E879-7AB7-836027983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A845513-B73B-0DF3-E301-12963DBBA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12F0914-9534-839B-DDB1-17B0A57A7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207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4BFBA139-2352-F891-D37D-8759B95C1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5A4D7D74-F942-F60E-878A-B55F54FF2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17EE5BD9-4485-AE33-1F87-FF1F45C3A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207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2B68F19B-2013-338C-EA33-A043938C3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주방 난방 분배기 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양변기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크랙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양변기 시트 교체 포함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냉수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온수 수전배관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벽면 모서리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실리콘 코킹작업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앞베란다 좌측벽면 앙카볼트 구멍 실리콘 메움작업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빨래건조대 설치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64E3A313-315E-9C97-AF76-E414710E3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500563"/>
            <a:ext cx="8456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69E9460D-5D7F-D728-43D3-9DC523E50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16F8F80A-E276-CB50-BA36-19CCBBBC7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204D44BA-D06C-E93E-8411-0FEBDDD8C39A}"/>
              </a:ext>
            </a:extLst>
          </p:cNvPr>
          <p:cNvSpPr/>
          <p:nvPr/>
        </p:nvSpPr>
        <p:spPr bwMode="auto">
          <a:xfrm>
            <a:off x="3425825" y="5006975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3B42D7A4-E197-061F-64AE-42B5CD08C425}"/>
              </a:ext>
            </a:extLst>
          </p:cNvPr>
          <p:cNvSpPr/>
          <p:nvPr/>
        </p:nvSpPr>
        <p:spPr>
          <a:xfrm>
            <a:off x="4284663" y="5791200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2457DB-FE43-0950-C04B-5B259817EC9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A7DA565-15DB-FFED-AEA8-A0E1D4B4DFA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06626729-82B8-F331-3E2D-26D43C2CF7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A4038CB9-636D-A7D4-7D89-4416EA048372}"/>
              </a:ext>
            </a:extLst>
          </p:cNvPr>
          <p:cNvSpPr/>
          <p:nvPr/>
        </p:nvSpPr>
        <p:spPr>
          <a:xfrm>
            <a:off x="2700338" y="2565400"/>
            <a:ext cx="3455987" cy="792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F6C5B08-8E15-3874-1066-3346B52D298D}"/>
              </a:ext>
            </a:extLst>
          </p:cNvPr>
          <p:cNvSpPr/>
          <p:nvPr/>
        </p:nvSpPr>
        <p:spPr>
          <a:xfrm>
            <a:off x="2852738" y="4437063"/>
            <a:ext cx="3014662" cy="720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2794</TotalTime>
  <Words>200</Words>
  <Application>Microsoft Office PowerPoint</Application>
  <PresentationFormat>화면 슬라이드 쇼(4:3)</PresentationFormat>
  <Paragraphs>25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주방 씽크대(상부장, 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510</cp:revision>
  <dcterms:created xsi:type="dcterms:W3CDTF">2012-05-23T04:33:26Z</dcterms:created>
  <dcterms:modified xsi:type="dcterms:W3CDTF">2026-06-08T05:26:40Z</dcterms:modified>
</cp:coreProperties>
</file>