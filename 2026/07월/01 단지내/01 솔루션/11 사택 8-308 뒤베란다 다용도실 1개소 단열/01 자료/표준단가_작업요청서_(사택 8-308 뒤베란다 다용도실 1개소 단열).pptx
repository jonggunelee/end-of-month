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81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560" autoAdjust="0"/>
  </p:normalViewPr>
  <p:slideViewPr>
    <p:cSldViewPr>
      <p:cViewPr varScale="1">
        <p:scale>
          <a:sx n="83" d="100"/>
          <a:sy n="83" d="100"/>
        </p:scale>
        <p:origin x="102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67D00F9-C6B6-DE75-174E-27A65057F3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9D0D43-3DB4-3F5C-09E8-46A7C20990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A594A692-F048-49EB-BD52-3AE18391CDAA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C03B4BFC-9ECF-5AF1-AD9B-A6BFD11C2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D73C4B1-E29E-D02B-0566-D36A036E1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7A4128-7BB1-3216-2824-F028E53F76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18D5B7-E24B-B9ED-CF88-FCB3E7BFD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54D89488-E520-4E3E-9F7C-DBE781248C5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9D8B139-FA31-F8A0-C296-B28C82120B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2C4B094-6119-1728-C93E-7AB551E1EA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56353121-42D5-046B-9C0B-BABF24282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1363" indent="-28416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398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5970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42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A2F5359-6853-49D1-A821-C8CD714C7932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37ED76-E494-BE90-5960-7A36CACB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68279-0498-42D1-962F-676FC73A22E4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4A5E57-87BF-3A39-68BE-79954B69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3D6043-359A-434C-5471-814835C5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31E6B-6D96-45D5-B1FF-F2BD0235D56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38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D4445E-38DD-412A-4104-A10D0878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B5891-3897-416F-91CC-CC2BD8A0A79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17E92-D21A-643B-D2F2-716628BE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BD5E5-8F2B-EB9A-61D5-477B07CC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43845-3CFF-4EB2-AD6E-E8905397AAB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70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267538-D042-0BC0-A319-5E6642A8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8B0B8-F758-40C3-8AA9-293446A4944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4E62BE-1EFB-5AE6-538A-ECE06862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52D08-050A-07A4-A081-4358C946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3B371-E8EF-422C-88A8-CB2C99C10F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67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508FF2E-1E69-BDF6-417A-F0E8882E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1298F-813B-4B5A-87BA-FAB8E8026C4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62F2854-0CBC-2460-426B-019B9101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2F8902C-893A-C755-C20E-5059FAD6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74A749-9055-4CD1-8BCF-37CD5F3E429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20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E0AD0BF-E216-39A4-08CB-7A2949D3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E9282-E35F-43C9-9093-C59605ADF6C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794144C-CE2B-0F66-9F2E-B9FBBFA2F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94DFBE46-EC12-4558-A4A3-D9227E54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C049A-3D29-4FB6-B5D0-5160BC9BB5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39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3164932-F10A-B61C-557B-89EB33FA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969B2-C296-4477-B6E9-BAB94C0142CB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32928E7-A6AE-A12B-911D-5B3C9EE0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D7614AB3-D782-2652-FD58-E333F3BF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059E76-A5C2-49CD-9617-D0601DF4D60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657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103F9C0-2E0C-171B-6AE0-C8193004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D4A19-1D62-4D85-A8F6-461D6A1CECE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EAFABD1-E388-2809-2EBB-19662543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F5D1DFC-25B8-5BBF-8318-E53C8921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946F1-0216-4542-9879-112EFD2CBA5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54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5FA0AEF-EE16-DC74-CD68-7F9A0EB0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0694D-B934-4437-A4DD-54304CF467B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803B33E-CF2F-943A-7688-FDF8C3E9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18439C2-DEA6-84D2-BC84-6A1A4512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E83E14-F43A-4D1A-AC27-5406330CD05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73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390862C-01CD-9DEF-9E73-7DBF6886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BD695-5AAC-4748-A352-17EDA2C0B43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42E3451-8F1F-8E2B-03EC-D7CCE185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33B57DD-FA40-2EA7-AB70-CF4E367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0FCCA3-64E0-4415-8ADF-F1F43D96063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5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87EE2-61B3-6F20-D6F3-76E10F08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9E6ED-244F-4E4D-963D-33473589219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1494B0-25F7-BCB6-A4E7-47DD7153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F5288-26B8-9BFA-E95B-03483BCE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79CE2B-E1F0-4953-B552-CC5076C407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69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498FE-9159-7833-59A9-AA768CD6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824DE-1F34-4862-8A59-55551FE9113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B46403-06F3-6AEF-5F18-0CE06C4F2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012B85-4C1B-7F9C-EB10-5465580E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FC103B-8B06-475C-AA6E-3D0D51FEE05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82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01B887F-F70E-F6D7-0DF8-5E5E68D204F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6921D43-C89C-D92F-A5EC-8B4E6ACD77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3F86FB-606B-EBA5-E197-DFE417E487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6F0C017-E6E7-4C45-AB86-65B4CA40EFA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0E1DE-F201-54B0-2531-33B7544EF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42A28-F1B0-BAEE-BA02-E0C3FCCF1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3CA64FE-4DB7-4A47-A34C-3BC66779C54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CADE21E-6F1F-B073-3A5C-79BA71BAE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308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361B9D9-8D0E-4B2E-2F2C-A0AD4FFF5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EF6EB8A0-9439-4A15-8040-CA6A37D25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3B90F958-705F-78E8-817D-E8E4CE73F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308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94D5F61C-7C28-ADD5-5725-C68CF5F0E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BCD3CADC-4E9B-49E6-F12D-9255EAFED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54FA4DBC-A052-3210-D03E-D3434098C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308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ADE7C7E5-6EA9-4F2A-D500-A745E3EA6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빨래 건조대 설치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뒤베란다 창고 단열재 시공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곰팡이제거 포함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66288B42-1DAB-CBD9-4DDB-68DE6DFE3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924300"/>
            <a:ext cx="8456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3C757FC2-D599-5294-96A4-185ADCFBA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730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2C8EA20B-E618-3192-1B85-62FD21FD1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F331AA9-0798-D99F-57FE-813DC418B659}"/>
              </a:ext>
            </a:extLst>
          </p:cNvPr>
          <p:cNvSpPr/>
          <p:nvPr/>
        </p:nvSpPr>
        <p:spPr bwMode="auto">
          <a:xfrm>
            <a:off x="3425825" y="4646613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9357933B-4D6D-6472-83C6-53D01DDCB060}"/>
              </a:ext>
            </a:extLst>
          </p:cNvPr>
          <p:cNvSpPr/>
          <p:nvPr/>
        </p:nvSpPr>
        <p:spPr>
          <a:xfrm>
            <a:off x="4284663" y="5589588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80F0D-7A2A-99EA-144A-9BD0059495C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2800" b="1" dirty="0"/>
            </a:br>
            <a:r>
              <a:rPr lang="ko-KR" altLang="en-US" sz="2800" b="1" dirty="0" err="1"/>
              <a:t>뒤베란다</a:t>
            </a:r>
            <a:r>
              <a:rPr lang="ko-KR" altLang="en-US" sz="2800" b="1" dirty="0"/>
              <a:t> 창고 단열재 시공</a:t>
            </a:r>
            <a:r>
              <a:rPr lang="en-US" altLang="ko-KR" sz="2800" b="1" dirty="0"/>
              <a:t>(</a:t>
            </a:r>
            <a:r>
              <a:rPr lang="ko-KR" altLang="en-US" sz="2800" b="1" dirty="0" err="1"/>
              <a:t>곰팡이제거</a:t>
            </a:r>
            <a:r>
              <a:rPr lang="ko-KR" altLang="en-US" sz="2800" b="1" dirty="0"/>
              <a:t> 포함</a:t>
            </a:r>
            <a:r>
              <a:rPr lang="en-US" altLang="ko-KR" sz="2800" b="1" dirty="0"/>
              <a:t>)</a:t>
            </a:r>
            <a:br>
              <a:rPr lang="ko-KR" altLang="en-US" sz="2800" b="1" dirty="0">
                <a:latin typeface="+mj-ea"/>
              </a:rPr>
            </a:br>
            <a:endParaRPr lang="ko-KR" altLang="en-US" sz="28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A13766-2396-0492-9EDE-0706A3F1B2D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3">
            <a:extLst>
              <a:ext uri="{FF2B5EF4-FFF2-40B4-BE49-F238E27FC236}">
                <a16:creationId xmlns:a16="http://schemas.microsoft.com/office/drawing/2014/main" id="{3F4DA20A-60ED-3A6C-5E72-96046A5079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878B0058-9027-B525-79A0-1A30235CB531}"/>
              </a:ext>
            </a:extLst>
          </p:cNvPr>
          <p:cNvSpPr/>
          <p:nvPr/>
        </p:nvSpPr>
        <p:spPr>
          <a:xfrm>
            <a:off x="4356100" y="2997200"/>
            <a:ext cx="1223963" cy="23764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2760</TotalTime>
  <Words>150</Words>
  <Application>Microsoft Office PowerPoint</Application>
  <PresentationFormat>화면 슬라이드 쇼(4:3)</PresentationFormat>
  <Paragraphs>20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 뒤베란다 창고 단열재 시공(곰팡이제거 포함)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502</cp:revision>
  <cp:lastPrinted>2025-02-03T04:13:29Z</cp:lastPrinted>
  <dcterms:created xsi:type="dcterms:W3CDTF">2012-05-23T04:33:26Z</dcterms:created>
  <dcterms:modified xsi:type="dcterms:W3CDTF">2026-05-26T01:30:15Z</dcterms:modified>
</cp:coreProperties>
</file>