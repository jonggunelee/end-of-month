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59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20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3F77429-E385-F725-4626-A1C09F5F9B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2B3F00-B688-BAEF-E601-E3F62852D3A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1813929B-3508-4485-A36B-9049B400CF26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DF38086-7958-7F98-481F-147E7D904F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94E77F8-904D-8D44-8A21-84EA085FB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6D3646-6845-B82C-B027-FE597CFADD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3FB17E-BA2B-B05F-D656-DDD65F270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1A7AA2B8-42A3-4A00-AA7A-2E07A3A0B21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24EB4B9-6A70-D589-456E-4B068FFCEF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A78C660-C312-7760-46AF-C2234F4E4F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962D7BDB-E931-4985-4CE5-CE3C1BC7D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4B9B9C0-8151-44C4-B30A-EEF8C2161D10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C8A305-2D8F-DAE5-27CF-7933A6CE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0D3EB-1193-4AEF-BEE1-9F9EDACDA972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AB59AB-9B74-8213-3F3E-CACFE481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E46662-AE6F-A47A-AF92-E8616E01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63BD20-21B8-4B2B-AAC9-607E4C59DA6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41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343087-19FD-3321-CF77-D03134F31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429C5-FE58-46C2-8D9C-A9C6A0FBE15A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96B45B-E724-9E16-32F9-1E015E65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1B2560-F79C-2361-5965-C27BCF32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016F1-CA47-43C7-91B4-3F22A7C4B65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84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3A78E-0C3E-C9C1-42CC-CEDFD528D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1AFFF-60B7-419A-9047-891349C73375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F3B35-01B5-A065-B5EB-6835493E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C4551C-E571-759D-DC9A-C37BF669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A4CC9-4AE3-4C89-B6C3-258FE70808A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41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1AA9451-6780-FCCC-B899-CBF3331C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A0AB3-7F4F-4FDD-9A25-88B52DD4864D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D4196B7-C36B-0D49-8929-63639616A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864A8D6-9212-B09D-DBAB-10C2CB4E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2A9BC-0819-49FA-9BBD-451D0FA795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03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5B83459-DF33-59C9-4A35-2370196D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3F9C3-2DC3-4387-BCFB-C08FB89F87D5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0A90F5E8-888F-4F77-BEBD-F36F01A9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27AE0AA-2FE9-6E28-4169-907A89BC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B4A9F-A9F4-4A90-B28E-92A29FFD9A2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46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AECBC3AF-881F-2C01-0E39-8093013C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E2A67-B4E0-4ECC-B14A-30377D9BF21F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F6883F93-EA47-349B-5EC6-6DE4FCDD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B5AE325-B521-98C6-BEF4-1D45032F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DF3F1-0DEA-4791-9427-E6A561FF39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403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B9B587D6-3102-8752-C794-DCDA8DBB7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A327C-680A-4A60-9747-5D116F66FFEB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81A70FF7-37B2-CBE0-CEF7-C2ABE98A8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E26D232-10FE-3EFA-73D0-9E680F867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9A18E4-EE7E-4D07-A52C-0B6752237B8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82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E401EDC-3749-26D1-DDC7-B498B547B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AD125-12CF-41E5-A8DB-E84D796D52CA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7E1A4AE-94BC-6442-37FC-2CE6FD055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8547A74-B60C-E133-DF8F-B537FF2C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5BF362-E391-4133-9732-172A21E9DF8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38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B02ED83-3AB8-E6EA-E99C-CF0E5D7A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D19EC5-FF02-4709-939F-CE240969363D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7538239-2590-9C4E-4B7B-8ACAD7D5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771A847-FF50-3BE8-429C-1A5588F6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6D8A8-3349-4FE8-9E5F-DEFC3314D4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20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1646D4-AFB4-694C-46F1-BE3922AB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E1C5B-49C4-4BCB-AF5E-7E89DC28C595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9ADFA5-1478-CCBC-0132-F1B74CA9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55199-7C52-D396-D2C3-2C2346106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EDAC5-5973-49B7-A27C-003152D82EB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70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01BD03-3EDD-D04B-6DF7-2ECA7D51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55D28-D2D3-4E1F-8B0A-76193A07111D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5CBBFB-D3A7-5C59-5D36-88C61226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0EDD29-0957-2785-654E-800FEA9A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16B1B-A7F7-4150-9FC3-825E0D44279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0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5D0FC64-0A26-94CD-4707-DBC178F32F7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364DA50-DD1F-E025-25EB-D862AE1052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981C40-2509-FAE9-DCCF-FF4636D6E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2B683B-C476-44F8-9B45-292B8E771535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3C489E-CD31-1B60-6AAB-2A088ADD2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E65FB4-F903-D473-6CF4-B6F99B451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E34B375-7FA7-42D4-A58B-14C5AF0098E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3FACB387-489E-DBEA-30C5-01D93A701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107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FC6A948-90D0-B3C7-888E-A9C10415E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AB4B492-2EEE-C68E-2B2E-37091A09A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26A295DC-746F-FEE9-4E3C-7B05F4EAA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107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F805866E-732C-ED92-9BE5-43C64ABDE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BF1BCC3A-39BC-91A6-898F-9EC929B7E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F0EB1C74-9A37-B1D9-CF5D-8B51B2253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107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F6C1F322-3640-CBF0-2B4A-F827BE616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19375"/>
            <a:ext cx="8442325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난방분배기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냉수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온수 수전배관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화장실 세면대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10DFE593-D3F0-9AEB-8803-DF3165FD4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9957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CECB4D39-6A20-3DF6-0298-2350880A1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B4ED042E-A317-E86F-BA20-B08C25E9A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4E56924-9838-F6E2-E176-31ACBBB6ADBA}"/>
              </a:ext>
            </a:extLst>
          </p:cNvPr>
          <p:cNvSpPr/>
          <p:nvPr/>
        </p:nvSpPr>
        <p:spPr bwMode="auto">
          <a:xfrm>
            <a:off x="3425825" y="4646613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278FEB1A-260C-121B-AC93-5C288BBA1E6E}"/>
              </a:ext>
            </a:extLst>
          </p:cNvPr>
          <p:cNvSpPr/>
          <p:nvPr/>
        </p:nvSpPr>
        <p:spPr>
          <a:xfrm>
            <a:off x="4284663" y="5518150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C0947-F9FB-A6E8-07CD-3422EE805A6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7F8634-3C8F-3293-85DF-12E57297F38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0403E81A-1408-FC0E-0FE0-AD5FEF059F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D200DD2-6BA1-E78F-61FB-698C773D0BA0}"/>
              </a:ext>
            </a:extLst>
          </p:cNvPr>
          <p:cNvSpPr/>
          <p:nvPr/>
        </p:nvSpPr>
        <p:spPr>
          <a:xfrm>
            <a:off x="2339975" y="2420938"/>
            <a:ext cx="3887788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4438FC8-1DA6-52BA-CEE4-75AB4870CC01}"/>
              </a:ext>
            </a:extLst>
          </p:cNvPr>
          <p:cNvSpPr/>
          <p:nvPr/>
        </p:nvSpPr>
        <p:spPr>
          <a:xfrm>
            <a:off x="2492375" y="4292600"/>
            <a:ext cx="3448050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2759</TotalTime>
  <Words>153</Words>
  <Application>Microsoft Office PowerPoint</Application>
  <PresentationFormat>화면 슬라이드 쇼(4:3)</PresentationFormat>
  <Paragraphs>20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주방 씽크대(상부장, 하부장) 문짝(서럽장, 몰딩포함)전체교체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503</cp:revision>
  <dcterms:created xsi:type="dcterms:W3CDTF">2012-05-23T04:33:26Z</dcterms:created>
  <dcterms:modified xsi:type="dcterms:W3CDTF">2026-05-28T06:11:45Z</dcterms:modified>
</cp:coreProperties>
</file>