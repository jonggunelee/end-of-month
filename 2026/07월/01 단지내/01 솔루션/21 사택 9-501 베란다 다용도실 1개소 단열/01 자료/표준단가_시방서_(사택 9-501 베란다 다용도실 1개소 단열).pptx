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9-501 </a:t>
            </a:r>
            <a:r>
              <a:rPr lang="ko-KR" altLang="en-US" b="1">
                <a:latin typeface="+mn-ea"/>
              </a:rPr>
              <a:t>베란다 다용도실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개소 단열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9-501 </a:t>
            </a:r>
            <a:r>
              <a:rPr lang="ko-KR" altLang="en-US" sz="1000" b="1">
                <a:latin typeface="+mn-ea"/>
              </a:rPr>
              <a:t>베란다 다용도실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개소 단열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앞베란다 좌측창고 </a:t>
            </a:r>
            <a:r>
              <a:rPr lang="en-US" altLang="ko-KR" sz="1000"/>
              <a:t>1</a:t>
            </a:r>
            <a:r>
              <a:rPr lang="ko-KR" altLang="en-US" sz="1000"/>
              <a:t>개소
곰팡이 제거 및 바탕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다용도실 문용 환기구설치
다용도실 선반 보수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2026-06-01T05:00:28Z</dcterms:modified>
</cp:coreProperties>
</file>