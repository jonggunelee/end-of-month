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0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82" d="100"/>
          <a:sy n="82" d="100"/>
        </p:scale>
        <p:origin x="108" y="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65E0A4-309D-96ED-7C84-356216E3D5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6D0519-09B6-EC98-8562-3A1DFEFD75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10B8F470-0C2D-4A4E-B9AD-725826228C2F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558B9DB-A5AC-516A-0595-B575DF753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083C1D4-22C9-F692-A96B-0CAA56153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9037CB-3F8E-DA12-A28B-E55E018F68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FC36F9-B8B6-A1CF-D7A6-F6DE24B57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98785056-AFAA-49E2-B8A5-56408D7F192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CA1ED13C-1AF1-895A-7291-8FE7494274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046A555-4610-B002-26C7-3A6F35EAE6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B24DD0B-63B6-D558-238A-1A6498D2E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E5E55D7-80F1-4055-A023-6A3ED7A4D5D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1579E-5FA4-EDE1-F2FF-316CE5C5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42FA2-5833-4B4D-9A68-565717DBD26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9A116B-3616-97E2-4334-AEBF6992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9C1CE5-A74E-6895-973B-86281F5B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F5377-7810-4340-8127-2ECD25F083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75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163F3-BB06-0895-37FD-F9AD245E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2FAE9-DE35-46D8-AB05-11939F19C21E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46A90-718A-54D1-F300-A59AEB59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E320CF-076D-41D0-E58B-BAA2563E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1433F-E5E0-4DCF-B6F8-04344D4A4B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94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CC0CE-C3F9-D969-0BF5-C79200A98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5ED67-CF95-4648-8005-1778E69CC70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297A62-A453-8959-905C-967E96C3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A3D50E-A355-83EB-3EE3-9DBE9A15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06D14-75C4-408F-959C-D6337466566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69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7A59C48-2E8A-89DE-10F8-0E0F8B25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F2C3C-9F51-4511-BE66-E1AAE5035DD6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8B918F2-9E44-B90E-0694-C2F747BD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DA9C165-5192-E495-7A4B-8007E46E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555C0-18E2-4A95-869B-A13291E7C0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12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F5691EB-057D-23E1-ED41-AA78039C6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72CA3-3EC6-4C76-A1E2-CD92383A2D9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0EE6106-1BE9-4F86-FA12-D2D8185F0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2DE6AF52-7890-4EF4-FE10-3885D097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CBE12-C924-4198-A170-9EAAA53E8C3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9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904C83B-9333-238B-7E98-645329DD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B2AA-F4C2-46C9-A5B6-F0015497CE56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6EFB59C-FA2F-EFD1-FA34-E7EDEA33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F6684D3-E7DB-94BF-D555-52EF077F6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771BF-7231-47C4-8DD5-28C5CABFAD7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1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0161138-D9C4-6753-F70C-8C13BDFB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9B65D-7E5B-4FD0-9465-2D806ED20AFA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AC98D031-FE02-FA4C-F4E1-FCEEB2ED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DF9FA89-995F-B237-D39B-9AC90C0B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66FF5-97CC-4DA5-A7A8-2772EF48083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95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6230D2C-F7F7-C8E0-3DDA-6E626DB8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CE785-7EB8-4F86-8E9C-207727DC6A3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0872035-290B-7C2B-74FE-598AC745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E8E0973-6ADC-A2E1-EF60-34162A67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DB751-A938-48BD-8979-220396611E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85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A1129B2-E625-F669-9D13-8440F18C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D4F91-B3B7-4795-B4D1-D9E5029CB2F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45819A9-12F9-3C08-CC55-0472E932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9172A66-BF3A-2210-45FB-6C4D54DD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4BE29-260A-4119-9F17-96C800495D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26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8037B4-7B9B-3689-BBE7-8381A052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CAFA4-30DD-4D1F-9494-0F37D970ED8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18145-8FE3-5A62-81EC-07FEB379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F4C9A-FDCE-7853-3A31-F0200914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17D8D-CE94-4024-85C0-8D9DA2A3D42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67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F5756-82FF-0FDB-C221-6BF2FF97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CD327-2AE5-45BD-99B3-CFFC4DEE0405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1C079D-5C51-975F-09F2-F4EED0E8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7ADD-6BE7-A48A-2D5B-1892E1A8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12A05-248F-4C17-BD37-F9F99590C1E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21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17F5331E-D592-F9EC-0961-CB866D7519D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F0A8F0BB-0241-7C56-296C-5CB04405CC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61B73-751B-CA71-CCD0-71DEC3AEE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11745E-60D5-4FE6-82B1-8C24BF55D4EA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7B829-F5B0-2063-A997-C020435FC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086639-A65E-06C1-4089-771235EB9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1A3262B-2BCD-478D-9F7A-8B606F9EABA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1D1B9AF-0531-8638-0BF4-8A0621176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501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C5BCCF1-B4B7-F994-6554-149ECDCF0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9677E9D-47C9-46E5-2A4E-875E75B28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59C067B5-6011-034C-1823-82D18123D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501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319488B-EB7D-42A5-C0C6-544385E3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3E9153D-5155-2ADD-DBEF-A04D4D7F1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71E1A101-E80A-9D22-3BA2-5F925FEED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501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5C5061D-115F-A176-22FD-F3FF3F23D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51138"/>
            <a:ext cx="9772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앞베란다 좌측창고 단열재 시공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바닥걸레받이 필름 보수나 교체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>
                <a:solidFill>
                  <a:srgbClr val="FF0000"/>
                </a:solidFill>
              </a:rPr>
              <a:t>주방 씽크대 상</a:t>
            </a:r>
            <a:r>
              <a:rPr kumimoji="0" lang="en-US" altLang="ko-KR" sz="1200" b="1">
                <a:solidFill>
                  <a:srgbClr val="FF0000"/>
                </a:solidFill>
              </a:rPr>
              <a:t>,</a:t>
            </a:r>
            <a:r>
              <a:rPr kumimoji="0" lang="ko-KR" altLang="en-US" sz="1200" b="1">
                <a:solidFill>
                  <a:srgbClr val="FF0000"/>
                </a:solidFill>
              </a:rPr>
              <a:t>하부장 문짝 전체 교체</a:t>
            </a:r>
            <a:r>
              <a:rPr kumimoji="0" lang="en-US" altLang="ko-KR" sz="1200" b="1"/>
              <a:t>, 5</a:t>
            </a:r>
            <a:r>
              <a:rPr kumimoji="0" lang="ko-KR" altLang="en-US" sz="1200" b="1"/>
              <a:t>구 난방분배기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앞베란다 빨래건조대 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</a:t>
            </a:r>
            <a:r>
              <a:rPr kumimoji="0" lang="ko-KR" altLang="en-US" sz="1200" b="1"/>
              <a:t>  화장실 벽 부착물 제거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176A03DD-B176-32FA-575B-A919FC87D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BF31A1B2-6977-6B50-1D9B-13F6D5AE3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37EE7D1A-3DAF-663D-CBC5-5220293CB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73B8C65-4A56-DE2F-475E-82D88807CB32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A59F94D7-266E-163D-2F3C-BEF82CABBBAF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45D9E-334E-209E-2076-9ED9BA5829A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sz="4000" b="1" dirty="0" err="1"/>
              <a:t>앞베란다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우측창고</a:t>
            </a:r>
            <a:r>
              <a:rPr lang="ko-KR" altLang="en-US" sz="4000" b="1" dirty="0"/>
              <a:t> 단열재 시공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F5B8FC-9E37-204C-A475-8A7AC86A58B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394B6E70-86DD-9392-C57D-46680E288F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95107CD-06C5-227A-5D58-47A967B2CF34}"/>
              </a:ext>
            </a:extLst>
          </p:cNvPr>
          <p:cNvSpPr/>
          <p:nvPr/>
        </p:nvSpPr>
        <p:spPr>
          <a:xfrm>
            <a:off x="4932363" y="1628775"/>
            <a:ext cx="1152525" cy="4464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2712</TotalTime>
  <Words>134</Words>
  <Application>Microsoft Office PowerPoint</Application>
  <PresentationFormat>화면 슬라이드 쇼(4:3)</PresentationFormat>
  <Paragraphs>16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앞베란다 우측창고 단열재 시공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469</cp:revision>
  <cp:lastPrinted>2023-01-13T00:22:17Z</cp:lastPrinted>
  <dcterms:created xsi:type="dcterms:W3CDTF">2012-05-23T04:33:26Z</dcterms:created>
  <dcterms:modified xsi:type="dcterms:W3CDTF">2026-06-01T02:05:13Z</dcterms:modified>
</cp:coreProperties>
</file>