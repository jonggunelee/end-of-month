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95" r:id="rId3"/>
    <p:sldId id="260" r:id="rId4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 varScale="1">
        <p:scale>
          <a:sx n="105" d="100"/>
          <a:sy n="105" d="100"/>
        </p:scale>
        <p:origin x="202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4870AF4-BCE2-41DD-975F-0484D253BF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08529F-D836-C3E0-8487-A2A25FACFCA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820D9D2-F887-4DD5-9A8B-BCCFA6E053AE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F2DFEBEC-43D4-78DE-79C2-56F78387B0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32E4BD71-1032-D7A2-E1E9-B3F4059C29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FE4E37-6DE1-E134-1EAC-6A407E1ECCE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7AA654-4502-7E0D-6F83-7064A1225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D89413A5-E5AC-49A0-B7F1-C5002635639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A9DC7549-726F-2F8B-13E4-67F64688FE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B7D21946-92A6-45D3-1A4C-E3B3C2CFC3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31674119-9A15-0313-61EA-320339730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C7DF441-1E92-4132-AD03-6652DB66BC50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EEC53D-180C-2594-F63C-F7191A7D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5A6C7-A01B-4D91-BD6C-AF2448BA5A1B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3DE88D-D390-F066-3D7C-562452FAA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88B1E0-CA07-8130-0338-07F47E899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9F5B90-2D3E-49C5-AC70-DEBEE2F87F6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1912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912518-AE8C-1DFC-559E-B2D0177B1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3D6AC-6965-4074-BDEF-730D93851139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556947-8C28-D3F6-3B93-7908E19A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392913-5596-C04B-1AFC-CDF031783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9B5FB-8927-41D2-8EF8-FB444CA412D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151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425125-C2BC-B843-D901-D45DE9D60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22AA4F-A476-4CC3-930C-DFC021A5BA15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0CEF78-06CB-7287-4B5F-3F85AB5E1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0D0645-9C56-C536-CA7E-89EE7CA67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ED9DA-C85F-42B7-8FF8-30331970336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117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E556AEE-4FCF-9D92-4B56-6FDB0F22C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43E0DF-ADAA-4605-90B6-73F1E815F4BC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8D5BF09C-6752-CAC4-7BCC-11E97FF21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32A476C-FB52-32B7-1428-692C3CDD3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3E7E0C-5994-4775-8165-04D90EF4570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832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8B798FDC-BB87-376A-E9AB-990FC61FC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58C732-642A-4FA3-9A3E-3FB49AEE63E5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930FAEAE-7A74-28B1-2CC6-8EF8C16ED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DA667B76-162A-E209-76AE-3260EAB20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C1A8C9-56AA-43FD-A676-E7703D87462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296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C2246020-2B7E-3426-04BB-9D1724A0A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3DFBB1-6DE6-42DB-9AC7-840DB5145F9D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DD12FC0A-7E33-8685-E44C-19EA6EB92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61F21956-85E6-40C7-C516-D9C111CE1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890D4-44CA-475E-90D9-E17D44E2AFC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447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9524D261-3B27-F2A5-34F9-A5544D24B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B1D443-7403-408C-9C28-5BA0916AC2FD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2BC4FD43-CAE7-B8B5-C0BE-11497291D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01A8F43E-F7B2-4851-AB65-E9F47AD9D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AE4148-AA54-440A-A4BE-2DCB974460E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238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F9920843-DD30-1749-1068-F72BE6CE5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D9F59B-5A13-47F2-B6B2-C67C5FFE435D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1312485-9607-60FC-F866-479538FEF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81113B83-E5A0-5EFC-33C1-F1A1DFB31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88A8B5-053A-4733-A6C2-B3043DDBEC9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708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B9EC22C0-6C0C-E4A9-735B-8175D8AC6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8DFAEE-3712-4482-BA04-C90C1EED0B6A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3A451BA-7AC6-3CDC-93EA-E405C4951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812ED1CB-5E52-1039-12C5-1A0D9B5BB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7C5F1-DB84-493E-A0F9-2D3905119B8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858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C72F4A-BED4-492C-5B16-CE9437B0D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08614D-1392-486D-ADAE-54A6AC8EC596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380F83-B44A-61C1-9B26-7B02725D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217510-1E48-E62C-969E-978685123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401B08-CD1E-40DB-84F1-EAA8E6AA447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6888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DCFEE1-04E3-751D-6278-B1416652C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2B6B33-38CF-4ECC-B61D-F56835CA86D8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BF5964-7D14-9890-4B1D-E49768431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DDB915-0F37-1781-C283-2450AD402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243FD-6A6B-4D37-A1F5-4A70174D008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125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7B119C2B-BE76-F36B-5B98-8FA7E175258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BF204C64-A7BC-7174-D5C6-1F9C9AB24F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22C605-EABB-D98E-94AD-810C673DE7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7431825-630E-484C-8A5A-7602F8FA4ADA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A120C5-8A43-BF64-3AC5-13D27547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BEBFB-57FC-F7B5-E76B-AA96B8C57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FFB1361-FB19-4D95-98F2-720179F1AEA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4B4AC21C-6F0A-9139-BCA1-3322F1F79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8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504</a:t>
            </a:r>
            <a:r>
              <a:rPr kumimoji="0" lang="ko-KR" altLang="en-US" sz="3000" b="1"/>
              <a:t>호 기타공사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8FE7EB95-0101-8562-FBF4-A36E9E414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B4A73EF2-624E-F2B1-A923-37B2BE294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D688510F-A454-3D5F-163A-3514223BA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8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504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5379E8AC-824F-243C-1F23-BBE5FBCDC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46955013-BA51-00D9-663E-9E9B8BF5C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71B63CE5-E2F4-A599-3104-D6215D625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8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504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2C7F0196-15EE-BE3B-1C75-77E77D945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651125"/>
            <a:ext cx="8442325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방충망</a:t>
            </a:r>
            <a:r>
              <a:rPr kumimoji="0" lang="en-US" altLang="ko-KR" sz="1200" b="1"/>
              <a:t>-6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앞베란다</a:t>
            </a:r>
            <a:r>
              <a:rPr kumimoji="0" lang="en-US" altLang="ko-KR" sz="1200" b="1"/>
              <a:t>(2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뒤베란다</a:t>
            </a:r>
            <a:r>
              <a:rPr kumimoji="0" lang="en-US" altLang="ko-KR" sz="1200" b="1"/>
              <a:t>(4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주방 씽크대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상부장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하부장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문짝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서럽장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몰딩포함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전체교체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주방 난방분배기 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화장실 벽면 모서리</a:t>
            </a:r>
            <a:r>
              <a:rPr kumimoji="0" lang="en-US" altLang="ko-KR" sz="1200" b="1"/>
              <a:t>(4</a:t>
            </a:r>
            <a:r>
              <a:rPr kumimoji="0" lang="ko-KR" altLang="en-US" sz="1200" b="1"/>
              <a:t>군데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실리콘 코킹작업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뒤베란다 창고 단열재 시공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곰팡이 제거 포함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화장실 좌측방 천정 누수점검 및 보수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보수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951EAEB7-280A-1D9E-C3F4-42D2F2EBF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4140200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4775E997-AFF1-38A9-DB59-EB12AF4BD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838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8DC6932E-BCD9-1A76-0CAD-78D32A8C8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784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1C688ED-A38A-6712-A53C-B87E16833832}"/>
              </a:ext>
            </a:extLst>
          </p:cNvPr>
          <p:cNvSpPr/>
          <p:nvPr/>
        </p:nvSpPr>
        <p:spPr bwMode="auto">
          <a:xfrm>
            <a:off x="3425825" y="4779963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3C8AD284-7823-6A04-4D1D-D27A08C6C496}"/>
              </a:ext>
            </a:extLst>
          </p:cNvPr>
          <p:cNvSpPr/>
          <p:nvPr/>
        </p:nvSpPr>
        <p:spPr>
          <a:xfrm>
            <a:off x="4284663" y="5734050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7EAFD4-F4D1-6033-9D5C-5976B883326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/>
              <a:t>주방 </a:t>
            </a:r>
            <a:r>
              <a:rPr lang="ko-KR" altLang="en-US" sz="2000" b="1" dirty="0" err="1"/>
              <a:t>씽크대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상부장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하부장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문짝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서럽장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몰딩포함</a:t>
            </a:r>
            <a:r>
              <a:rPr lang="en-US" altLang="ko-KR" sz="2000" b="1" dirty="0"/>
              <a:t>) </a:t>
            </a:r>
            <a:r>
              <a:rPr lang="ko-KR" altLang="en-US" sz="2000" b="1" dirty="0" err="1"/>
              <a:t>전체교체</a:t>
            </a:r>
            <a:endParaRPr lang="ko-KR" altLang="en-US" sz="2000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D1E2164-83F3-2408-62BC-1D52AF3FB60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8">
            <a:extLst>
              <a:ext uri="{FF2B5EF4-FFF2-40B4-BE49-F238E27FC236}">
                <a16:creationId xmlns:a16="http://schemas.microsoft.com/office/drawing/2014/main" id="{4C1DF926-7DD6-5E46-FF44-1DDC31D1C5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4AC0B457-F803-0AF9-1630-6849A6912E5B}"/>
              </a:ext>
            </a:extLst>
          </p:cNvPr>
          <p:cNvSpPr/>
          <p:nvPr/>
        </p:nvSpPr>
        <p:spPr>
          <a:xfrm>
            <a:off x="2627313" y="2060575"/>
            <a:ext cx="4248150" cy="10810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03DD392-191F-ED49-F9B4-9B8CD6DF82CC}"/>
              </a:ext>
            </a:extLst>
          </p:cNvPr>
          <p:cNvSpPr/>
          <p:nvPr/>
        </p:nvSpPr>
        <p:spPr>
          <a:xfrm>
            <a:off x="3059113" y="4365625"/>
            <a:ext cx="3744912" cy="7921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2775</TotalTime>
  <Words>174</Words>
  <Application>Microsoft Office PowerPoint</Application>
  <PresentationFormat>화면 슬라이드 쇼(4:3)</PresentationFormat>
  <Paragraphs>21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주방 씽크대(상부장, 하부장) 문짝(서럽장, 몰딩포함) 전체교체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504</cp:revision>
  <dcterms:created xsi:type="dcterms:W3CDTF">2012-05-23T04:33:26Z</dcterms:created>
  <dcterms:modified xsi:type="dcterms:W3CDTF">2026-06-08T05:27:36Z</dcterms:modified>
</cp:coreProperties>
</file>