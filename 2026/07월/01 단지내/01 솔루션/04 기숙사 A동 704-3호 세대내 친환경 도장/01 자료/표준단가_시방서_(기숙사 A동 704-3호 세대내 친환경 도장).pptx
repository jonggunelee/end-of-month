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704-3</a:t>
            </a:r>
            <a:r>
              <a:rPr lang="ko-KR" altLang="en-US" b="1">
                <a:latin typeface="+mn-ea"/>
              </a:rPr>
              <a:t>호 세대내 친환경 도장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A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704-3</a:t>
            </a:r>
            <a:r>
              <a:rPr lang="ko-KR" altLang="en-US" sz="1000" b="1">
                <a:latin typeface="+mn-ea"/>
              </a:rPr>
              <a:t>호 세대내 친환경 도장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◎대상 </a:t>
            </a:r>
            <a:r>
              <a:rPr lang="en-US" altLang="ko-KR" sz="1000"/>
              <a:t>: A</a:t>
            </a:r>
            <a:r>
              <a:rPr lang="ko-KR" altLang="en-US" sz="1000"/>
              <a:t>동 </a:t>
            </a:r>
            <a:r>
              <a:rPr lang="en-US" altLang="ko-KR" sz="1000"/>
              <a:t>7014-3 (</a:t>
            </a:r>
            <a:r>
              <a:rPr lang="ko-KR" altLang="en-US" sz="1000"/>
              <a:t>벽 </a:t>
            </a:r>
            <a:r>
              <a:rPr lang="en-US" altLang="ko-KR" sz="1000"/>
              <a:t>2</a:t>
            </a:r>
            <a:r>
              <a:rPr lang="ko-KR" altLang="en-US" sz="1000"/>
              <a:t>번 면</a:t>
            </a:r>
            <a:r>
              <a:rPr lang="en-US" altLang="ko-KR" sz="1000"/>
              <a:t>+3</a:t>
            </a:r>
            <a:r>
              <a:rPr lang="ko-KR" altLang="en-US" sz="1000"/>
              <a:t>번 면 </a:t>
            </a:r>
            <a:r>
              <a:rPr lang="en-US" altLang="ko-KR" sz="1000"/>
              <a:t>=&gt; </a:t>
            </a:r>
            <a:r>
              <a:rPr lang="ko-KR" altLang="en-US" sz="1000"/>
              <a:t>총 </a:t>
            </a:r>
            <a:r>
              <a:rPr lang="en-US" altLang="ko-KR" sz="1000"/>
              <a:t>2</a:t>
            </a:r>
            <a:r>
              <a:rPr lang="ko-KR" altLang="en-US" sz="1000"/>
              <a:t>면</a:t>
            </a:r>
            <a:r>
              <a:rPr lang="en-US" altLang="ko-KR" sz="1000"/>
              <a:t>)
</a:t>
            </a:r>
            <a:r>
              <a:rPr lang="ko-KR" altLang="en-US" sz="1000"/>
              <a:t>색상</a:t>
            </a:r>
            <a:r>
              <a:rPr lang="en-US" altLang="ko-KR" sz="1000"/>
              <a:t>(</a:t>
            </a:r>
            <a:r>
              <a:rPr lang="ko-KR" altLang="en-US" sz="1000"/>
              <a:t>범용성</a:t>
            </a:r>
            <a:r>
              <a:rPr lang="en-US" altLang="ko-KR" sz="1000"/>
              <a:t>): </a:t>
            </a:r>
            <a:r>
              <a:rPr lang="ko-KR" altLang="en-US" sz="1000"/>
              <a:t>흰색 계열</a:t>
            </a:r>
            <a:r>
              <a:rPr lang="en-US" altLang="ko-KR" sz="1000"/>
              <a:t>_PANTONE 11-0602_Snow White
</a:t>
            </a:r>
            <a:r>
              <a:rPr lang="ko-KR" altLang="en-US" sz="1000"/>
              <a:t>벽 및 천장 도배지 훼손 부분 바탕 정리 작업
세대내 치장물</a:t>
            </a:r>
            <a:r>
              <a:rPr lang="en-US" altLang="ko-KR" sz="1000"/>
              <a:t>(</a:t>
            </a:r>
            <a:r>
              <a:rPr lang="ko-KR" altLang="en-US" sz="1000"/>
              <a:t>걸레받이</a:t>
            </a:r>
            <a:r>
              <a:rPr lang="en-US" altLang="ko-KR" sz="1000"/>
              <a:t>_</a:t>
            </a:r>
            <a:r>
              <a:rPr lang="ko-KR" altLang="en-US" sz="1000"/>
              <a:t>몰딩</a:t>
            </a:r>
            <a:r>
              <a:rPr lang="en-US" altLang="ko-KR" sz="1000"/>
              <a:t>_</a:t>
            </a:r>
            <a:r>
              <a:rPr lang="ko-KR" altLang="en-US" sz="1000"/>
              <a:t>문짝</a:t>
            </a:r>
            <a:r>
              <a:rPr lang="en-US" altLang="ko-KR" sz="1000"/>
              <a:t>) </a:t>
            </a:r>
            <a:r>
              <a:rPr lang="ko-KR" altLang="en-US" sz="1000"/>
              <a:t>비닐 보양 작업
도장 </a:t>
            </a:r>
            <a:r>
              <a:rPr lang="en-US" altLang="ko-KR" sz="1000"/>
              <a:t>1</a:t>
            </a:r>
            <a:r>
              <a:rPr lang="ko-KR" altLang="en-US" sz="1000"/>
              <a:t>회 </a:t>
            </a:r>
            <a:r>
              <a:rPr lang="en-US" altLang="ko-KR" sz="1000"/>
              <a:t>: </a:t>
            </a:r>
            <a:r>
              <a:rPr lang="ko-KR" altLang="en-US" sz="1000"/>
              <a:t>벽 및 천장 도배지 롤러 칠 </a:t>
            </a:r>
            <a:r>
              <a:rPr lang="en-US" altLang="ko-KR" sz="1000"/>
              <a:t>_ </a:t>
            </a:r>
            <a:r>
              <a:rPr lang="ko-KR" altLang="en-US" sz="1000"/>
              <a:t>건조 약 </a:t>
            </a:r>
            <a:r>
              <a:rPr lang="en-US" altLang="ko-KR" sz="1000"/>
              <a:t>3~4</a:t>
            </a:r>
            <a:r>
              <a:rPr lang="ko-KR" altLang="en-US" sz="1000"/>
              <a:t>시간
도장 </a:t>
            </a:r>
            <a:r>
              <a:rPr lang="en-US" altLang="ko-KR" sz="1000"/>
              <a:t>2</a:t>
            </a:r>
            <a:r>
              <a:rPr lang="ko-KR" altLang="en-US" sz="1000"/>
              <a:t>회 </a:t>
            </a:r>
            <a:r>
              <a:rPr lang="en-US" altLang="ko-KR" sz="1000"/>
              <a:t>: </a:t>
            </a:r>
            <a:r>
              <a:rPr lang="ko-KR" altLang="en-US" sz="1000"/>
              <a:t>벽 및 천장 도배지 롤러 칠 </a:t>
            </a:r>
            <a:r>
              <a:rPr lang="en-US" altLang="ko-KR" sz="1000"/>
              <a:t>_ </a:t>
            </a:r>
            <a:r>
              <a:rPr lang="ko-KR" altLang="en-US" sz="1000"/>
              <a:t>양생 약 </a:t>
            </a:r>
            <a:r>
              <a:rPr lang="en-US" altLang="ko-KR" sz="1000"/>
              <a:t>3~4</a:t>
            </a:r>
            <a:r>
              <a:rPr lang="ko-KR" altLang="en-US" sz="1000"/>
              <a:t>시간
세대내 치장물</a:t>
            </a:r>
            <a:r>
              <a:rPr lang="en-US" altLang="ko-KR" sz="1000"/>
              <a:t>(</a:t>
            </a:r>
            <a:r>
              <a:rPr lang="ko-KR" altLang="en-US" sz="1000"/>
              <a:t>걸레받이</a:t>
            </a:r>
            <a:r>
              <a:rPr lang="en-US" altLang="ko-KR" sz="1000"/>
              <a:t>_</a:t>
            </a:r>
            <a:r>
              <a:rPr lang="ko-KR" altLang="en-US" sz="1000"/>
              <a:t>몰딩</a:t>
            </a:r>
            <a:r>
              <a:rPr lang="en-US" altLang="ko-KR" sz="1000"/>
              <a:t>_</a:t>
            </a:r>
            <a:r>
              <a:rPr lang="ko-KR" altLang="en-US" sz="1000"/>
              <a:t>문짝</a:t>
            </a:r>
            <a:r>
              <a:rPr lang="en-US" altLang="ko-KR" sz="1000"/>
              <a:t>) </a:t>
            </a:r>
            <a:r>
              <a:rPr lang="ko-KR" altLang="en-US" sz="1000"/>
              <a:t>비닐 보양 제거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892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2026-05-28T03:16:36Z</dcterms:modified>
</cp:coreProperties>
</file>