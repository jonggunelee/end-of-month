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0" r:id="rId4"/>
    <p:sldId id="261" r:id="rId5"/>
    <p:sldId id="264" r:id="rId6"/>
    <p:sldId id="266" r:id="rId7"/>
    <p:sldId id="267" r:id="rId8"/>
    <p:sldId id="268" r:id="rId9"/>
    <p:sldId id="269" r:id="rId10"/>
    <p:sldId id="271" r:id="rId11"/>
    <p:sldId id="272" r:id="rId12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39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8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D4B41EB-D566-A9BB-38A2-40608B3DFA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D84D32-A34D-651D-0AEF-0639ED828BC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587704C6-C6B2-446B-8A5D-03FC627AB87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696E3335-0719-7AE9-DF53-8DF4A4936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DB08C6A0-1919-C06F-6D21-D7A637EFDA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387EB4-8F1C-B2B5-95F9-19E433629B4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8D2C71-1E22-DCAB-059A-3F63868032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7543F8A4-B032-408F-8C67-E2E9EACD13B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FF2DB182-ACAE-8A43-ABB2-D493BD43B8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58D3BDCB-5C7F-A7FC-BF5A-8FC5AA8C76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2DD703C1-FE1D-E170-FA85-2142A2CFF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2A6B69D-03F4-4358-AC74-EA69FE94AD5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CA4DC-34B9-2DA2-BA5D-F4E51A25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F343D-6012-4F5B-A917-46B02B5EC5D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E7E26C-D53B-AC69-FF9E-9FA266E8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AC3B6C-6E86-4560-2585-DEB40187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F2069E-FCEC-45F6-A86B-43CFBC378EB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729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09EDCC-83B3-A4A1-F777-BCACC83A6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0F543-D836-4D5E-B588-6A5A0C07834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8D337D-9D05-A7F8-A3D2-483444009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F699A3-036D-D570-ECBF-33B227F01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71EBCD-9CC2-4DCD-B814-05ACA882CED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5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13EAF0-068C-1696-978F-BCCDE762D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CED4B-F616-4520-A742-0533A87EB24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C43375-2A1D-330C-BDF5-7B3204E2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9E0FB0-CC80-5E0E-FE8F-D95802F8C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D636CB-F2AD-48A1-BD0C-84A424C6920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497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5DBE1B3-B91A-3906-ABBA-F69BB0B06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D33AF-8F41-4549-884B-6D84956A21F2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6BF46D3-E0D3-D136-941F-DD70BDAEA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6932642-A044-3CC8-9376-F52C8842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99FDCF-B038-4171-835A-35528896EAD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51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165FC761-9F00-09B2-3AB2-54E964377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D6EBC5-26AA-47BF-BBEC-32F03407EFFF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B729CCE0-7631-C80C-6805-1ACFE8149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CB6FECDB-60F9-20F2-5D5D-28FE206AB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62ABCE-1EB5-4D36-9DD1-2394B7F58A5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035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8A47CF46-99C8-EEBA-ED43-BE7F4DA2E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6EB15E-F48C-4EF3-AD8B-343C0644B83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BA2FD0C9-35CB-0286-1915-72B855AC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005934C7-1C72-6959-BE72-02EE5E631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2AB4C0-B415-4063-B984-EE6E5CB9E02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021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8EA4E56C-466D-B763-A69C-8C11237AA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7A6267-162B-421D-B9D3-AE1D14D307F7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67C7F21D-C851-5060-B61C-52C143DA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B2D2B362-D0B8-9A3C-CC72-FB5FB23B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E4A129-615D-430F-AA41-4189EAC8A64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758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309AD79-0CE9-5E03-68B3-12688B12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F63D0A-2B28-4AAF-8718-B098996DADB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0499C911-7472-0C0E-D0FC-6CBA4D3EC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33AB5AE6-72A2-EBBC-582D-74DA47F61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58AB4B-D702-4E1D-A06C-42CC1CED7E2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70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457CE2F-CAFD-BD72-9121-A7D395539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4312CC-FA64-4B85-A6E0-7A798AEC249E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2680E7D-52C3-F87A-9754-1AA581326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76193B3-BA52-F37B-46EC-E32A2C54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E08A41-956D-4BBB-A27B-6DE0258BD23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24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0FAA4E-21C2-916A-46B3-CC9E4A127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77E9BE-A520-4114-BA1A-7B43BE8FB1B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4E7712-1E55-9401-D6F9-8425FDAE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7F47B-54CB-76B4-A484-778040997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1BE19-F8E2-4F3D-AC51-7F8C4A5BB2F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07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E4FBF6-BCBC-A21C-B96B-3F284DD0D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3AD3C9-48DD-4944-83CD-0BE7C7B062F3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77E2C6-18F4-949C-E5B2-466C9C0AC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9714A-30FB-CF60-90D5-2B21F6B21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92998-C277-4371-A2A1-F06A85E48F8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1646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06F0486-7E45-3230-FDE4-7FA1E02EEDE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6F67BDE7-9208-E377-012D-D431DE2C68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BE9052-2CE1-BB3F-E326-CDCAB0FE7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455942D-6FA9-4759-BB29-017FB3605E2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DA552C-715D-1FB5-EAF7-B48250F4C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C228C-345F-88BD-86F5-A887FD3B8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039B443-3C68-45DC-A63E-DA310576C596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2C0E649-53C2-B451-ACCE-15E8C4886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6048375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9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506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7ABE028-B12E-D134-0A7B-2F69C3B22B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B6D24C4-BDF5-46D3-4F3F-CA8AC1832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736A550-3B82-6D83-6009-8D87127C4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9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FA9D3426-23ED-BAA4-1CD1-BC52A9BA6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811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A2D158A-FD0E-62F6-FB29-2DE0E0D3E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28775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F83DEB79-C3EF-6F10-17F0-51B29011F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9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5D78DD1C-C295-C6DD-C0EB-FB3E72FBD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2689225"/>
            <a:ext cx="97726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수도계량기함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개소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   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전체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뒤베란다 벽면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천정 곰팡이제거 포함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거실걸레받이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B3022632-3F2E-5426-F270-0577F645B4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783013"/>
            <a:ext cx="8456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BBC8851F-A522-CD37-D302-3854317DF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89138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FA21AA6F-5397-5FAF-7921-0DC74FF1E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36061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AA0AF5B-CECA-5578-D0C8-355E6FF94875}"/>
              </a:ext>
            </a:extLst>
          </p:cNvPr>
          <p:cNvSpPr/>
          <p:nvPr/>
        </p:nvSpPr>
        <p:spPr bwMode="auto">
          <a:xfrm>
            <a:off x="3316288" y="456406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9" name="아래쪽 화살표 48">
            <a:extLst>
              <a:ext uri="{FF2B5EF4-FFF2-40B4-BE49-F238E27FC236}">
                <a16:creationId xmlns:a16="http://schemas.microsoft.com/office/drawing/2014/main" id="{B70F9F47-C375-3705-ADDF-A15B705B004D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FBF15F-1C39-5AF2-31B9-646577FA52B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0426658-B0D9-31F2-A004-5A80F34DEF1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7">
            <a:extLst>
              <a:ext uri="{FF2B5EF4-FFF2-40B4-BE49-F238E27FC236}">
                <a16:creationId xmlns:a16="http://schemas.microsoft.com/office/drawing/2014/main" id="{E0A448B0-A72F-3382-6DDF-4040EA1AFE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502BECFC-0903-D0E9-BB35-A85291F28136}"/>
              </a:ext>
            </a:extLst>
          </p:cNvPr>
          <p:cNvSpPr/>
          <p:nvPr/>
        </p:nvSpPr>
        <p:spPr>
          <a:xfrm>
            <a:off x="3348038" y="2492375"/>
            <a:ext cx="3240087" cy="2592388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D57D9-ECAE-531F-CF64-B9B5F764F50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방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7B4B34-2EC0-F3AC-B122-90E7AAD8091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8">
            <a:extLst>
              <a:ext uri="{FF2B5EF4-FFF2-40B4-BE49-F238E27FC236}">
                <a16:creationId xmlns:a16="http://schemas.microsoft.com/office/drawing/2014/main" id="{9760CB55-5077-5B8D-E2FC-40422C7505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FA49200-7DE2-3254-CBF1-32DA55B2C147}"/>
              </a:ext>
            </a:extLst>
          </p:cNvPr>
          <p:cNvSpPr/>
          <p:nvPr/>
        </p:nvSpPr>
        <p:spPr>
          <a:xfrm>
            <a:off x="2843213" y="2708275"/>
            <a:ext cx="3816350" cy="244951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F0672-FFF4-5BAB-335B-79F8474F9EB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거실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CA26FAB-3B38-CB32-A888-1D3AF7AFB72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1">
            <a:extLst>
              <a:ext uri="{FF2B5EF4-FFF2-40B4-BE49-F238E27FC236}">
                <a16:creationId xmlns:a16="http://schemas.microsoft.com/office/drawing/2014/main" id="{F7273FF9-CFC6-EBC9-DCBB-58C70E15F7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B4705B60-39E3-3262-6C8B-5E120B04CB45}"/>
              </a:ext>
            </a:extLst>
          </p:cNvPr>
          <p:cNvSpPr/>
          <p:nvPr/>
        </p:nvSpPr>
        <p:spPr>
          <a:xfrm>
            <a:off x="3851275" y="3140075"/>
            <a:ext cx="1800225" cy="11525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A6BDA-3A86-BA93-C7D9-F755F61543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/>
              <a:t>장판</a:t>
            </a:r>
            <a:r>
              <a:rPr lang="en-US" altLang="ko-KR" b="1"/>
              <a:t>(</a:t>
            </a:r>
            <a:r>
              <a:rPr lang="ko-KR" altLang="en-US" b="1"/>
              <a:t>방</a:t>
            </a:r>
            <a:r>
              <a:rPr lang="en-US" altLang="ko-KR" b="1"/>
              <a:t>3</a:t>
            </a:r>
            <a:r>
              <a:rPr lang="ko-KR" altLang="en-US" b="1"/>
              <a:t>곳</a:t>
            </a:r>
            <a:r>
              <a:rPr lang="en-US" altLang="ko-KR" b="1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43D56D-B662-7B9E-24D0-3696977E9F0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2">
            <a:extLst>
              <a:ext uri="{FF2B5EF4-FFF2-40B4-BE49-F238E27FC236}">
                <a16:creationId xmlns:a16="http://schemas.microsoft.com/office/drawing/2014/main" id="{D5B61092-3FC2-B369-2473-F2C2B4A269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949E015C-60D0-95DB-D782-2D57FE5BA69B}"/>
              </a:ext>
            </a:extLst>
          </p:cNvPr>
          <p:cNvSpPr/>
          <p:nvPr/>
        </p:nvSpPr>
        <p:spPr>
          <a:xfrm>
            <a:off x="4498975" y="3141663"/>
            <a:ext cx="1512888" cy="12239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94378-A8D5-B36A-5528-54F65F492AE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3600" b="1" dirty="0"/>
              <a:t>도색</a:t>
            </a:r>
            <a:r>
              <a:rPr lang="en-US" altLang="ko-KR" sz="3600" b="1" dirty="0"/>
              <a:t>(</a:t>
            </a:r>
            <a:r>
              <a:rPr lang="ko-KR" altLang="en-US" sz="3600" b="1" dirty="0"/>
              <a:t>문</a:t>
            </a:r>
            <a:r>
              <a:rPr lang="en-US" altLang="ko-KR" sz="3600" b="1" dirty="0"/>
              <a:t>,</a:t>
            </a:r>
            <a:r>
              <a:rPr lang="ko-KR" altLang="en-US" sz="3600" b="1" dirty="0"/>
              <a:t>문틀</a:t>
            </a:r>
            <a:r>
              <a:rPr lang="en-US" altLang="ko-KR" sz="3600" b="1" dirty="0"/>
              <a:t>-</a:t>
            </a:r>
            <a:r>
              <a:rPr lang="ko-KR" altLang="en-US" sz="3600" b="1" dirty="0"/>
              <a:t>방</a:t>
            </a:r>
            <a:r>
              <a:rPr lang="en-US" altLang="ko-KR" sz="3600" b="1" dirty="0"/>
              <a:t>3</a:t>
            </a:r>
            <a:r>
              <a:rPr lang="ko-KR" altLang="en-US" sz="3600" b="1" dirty="0"/>
              <a:t>곳</a:t>
            </a:r>
            <a:r>
              <a:rPr lang="en-US" altLang="ko-KR" sz="3600" b="1" dirty="0"/>
              <a:t>)</a:t>
            </a:r>
            <a:endParaRPr lang="ko-KR" altLang="en-US" sz="36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EF47FE-2616-1FF8-11A6-C5E5C1D2F21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33">
            <a:extLst>
              <a:ext uri="{FF2B5EF4-FFF2-40B4-BE49-F238E27FC236}">
                <a16:creationId xmlns:a16="http://schemas.microsoft.com/office/drawing/2014/main" id="{BA80C6F2-6E5C-4079-63EA-12290124016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59288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B95B963-AC1F-EBBD-31CD-A4A9AD2345F4}"/>
              </a:ext>
            </a:extLst>
          </p:cNvPr>
          <p:cNvSpPr/>
          <p:nvPr/>
        </p:nvSpPr>
        <p:spPr>
          <a:xfrm>
            <a:off x="2914650" y="3357563"/>
            <a:ext cx="3744913" cy="1368425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E564DD-C780-C665-7E76-BC10C3033A1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en-US" altLang="ko-KR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F335E02-B3B4-6C6C-A90B-05BC9CD575A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1268" name="Picture 33">
            <a:extLst>
              <a:ext uri="{FF2B5EF4-FFF2-40B4-BE49-F238E27FC236}">
                <a16:creationId xmlns:a16="http://schemas.microsoft.com/office/drawing/2014/main" id="{686BC65F-23CA-5FFC-554B-B90FB7E70BE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BC9A5E5-94D1-6898-50A4-AE804B929BF0}"/>
              </a:ext>
            </a:extLst>
          </p:cNvPr>
          <p:cNvSpPr/>
          <p:nvPr/>
        </p:nvSpPr>
        <p:spPr>
          <a:xfrm>
            <a:off x="4643438" y="3357563"/>
            <a:ext cx="649287" cy="1439862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5B10DB-75D0-028F-9D93-C014F6CDF74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/>
              <a:t>수도계량기함</a:t>
            </a:r>
            <a:r>
              <a:rPr lang="en-US" altLang="ko-KR" b="1" dirty="0"/>
              <a:t>(2</a:t>
            </a:r>
            <a:r>
              <a:rPr lang="ko-KR" altLang="en-US" b="1" dirty="0"/>
              <a:t>개소</a:t>
            </a:r>
            <a:r>
              <a:rPr lang="en-US" altLang="ko-KR" b="1" dirty="0"/>
              <a:t>)</a:t>
            </a:r>
            <a:r>
              <a:rPr lang="en-US" altLang="ko-KR" b="1" dirty="0">
                <a:latin typeface="+mj-ea"/>
              </a:rPr>
              <a:t>)</a:t>
            </a:r>
            <a:r>
              <a:rPr lang="ko-KR" altLang="en-US" b="1" dirty="0">
                <a:latin typeface="+mj-ea"/>
              </a:rPr>
              <a:t> 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F736F41-F4D3-BABB-F5CF-D4DD3E5A008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2292" name="Picture 27">
            <a:extLst>
              <a:ext uri="{FF2B5EF4-FFF2-40B4-BE49-F238E27FC236}">
                <a16:creationId xmlns:a16="http://schemas.microsoft.com/office/drawing/2014/main" id="{89DB4180-BE0E-F452-E0D8-791214A985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89814D8-4535-6296-41F5-3509423707E4}"/>
              </a:ext>
            </a:extLst>
          </p:cNvPr>
          <p:cNvSpPr/>
          <p:nvPr/>
        </p:nvSpPr>
        <p:spPr>
          <a:xfrm>
            <a:off x="4783138" y="2301875"/>
            <a:ext cx="792162" cy="1525588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7009356-7396-2767-7E99-8D83BD5985B5}"/>
              </a:ext>
            </a:extLst>
          </p:cNvPr>
          <p:cNvSpPr/>
          <p:nvPr/>
        </p:nvSpPr>
        <p:spPr>
          <a:xfrm>
            <a:off x="3348038" y="3789363"/>
            <a:ext cx="720725" cy="1525587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269545A0-CBD7-C798-24D2-DC71A874A18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2000" b="1" dirty="0">
                <a:latin typeface="+mj-ea"/>
              </a:rPr>
              <a:t>도색</a:t>
            </a:r>
            <a:r>
              <a:rPr lang="en-US" altLang="ko-KR" sz="2000" b="1" dirty="0">
                <a:latin typeface="+mj-ea"/>
              </a:rPr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뒤베란다전체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앞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뒤베란다</a:t>
            </a:r>
            <a:r>
              <a:rPr lang="ko-KR" altLang="en-US" sz="2000" b="1" dirty="0"/>
              <a:t> 벽면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천정 </a:t>
            </a:r>
            <a:r>
              <a:rPr lang="ko-KR" altLang="en-US" sz="2000" b="1" dirty="0" err="1"/>
              <a:t>곰팡이제거</a:t>
            </a:r>
            <a:r>
              <a:rPr lang="ko-KR" altLang="en-US" sz="2000" b="1" dirty="0"/>
              <a:t> 포함</a:t>
            </a:r>
            <a:r>
              <a:rPr lang="en-US" altLang="ko-KR" sz="2000" b="1" dirty="0"/>
              <a:t>)</a:t>
            </a:r>
            <a:r>
              <a:rPr lang="en-US" altLang="ko-KR" sz="2000" b="1" dirty="0">
                <a:latin typeface="+mj-ea"/>
              </a:rPr>
              <a:t>)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FEEC107-37F0-87E2-361F-EE35E7BF23F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3316" name="Picture 27">
            <a:extLst>
              <a:ext uri="{FF2B5EF4-FFF2-40B4-BE49-F238E27FC236}">
                <a16:creationId xmlns:a16="http://schemas.microsoft.com/office/drawing/2014/main" id="{17892C50-55FD-B597-6DE0-CD7A736B8E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003C497-138A-A889-2BAC-7EBA7A3702B2}"/>
              </a:ext>
            </a:extLst>
          </p:cNvPr>
          <p:cNvSpPr/>
          <p:nvPr/>
        </p:nvSpPr>
        <p:spPr>
          <a:xfrm rot="560363">
            <a:off x="412750" y="2762250"/>
            <a:ext cx="7232650" cy="201771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84479C19-CF7D-44A2-BB99-505B56027D4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sz="4800" b="1" dirty="0">
                <a:latin typeface="+mj-ea"/>
              </a:rPr>
              <a:t>도색</a:t>
            </a:r>
            <a:r>
              <a:rPr lang="en-US" altLang="ko-KR" sz="4800" b="1" dirty="0">
                <a:latin typeface="+mj-ea"/>
              </a:rPr>
              <a:t>(</a:t>
            </a:r>
            <a:r>
              <a:rPr lang="ko-KR" altLang="en-US" sz="4800" b="1" dirty="0"/>
              <a:t>거실걸레받이</a:t>
            </a:r>
            <a:r>
              <a:rPr lang="en-US" altLang="ko-KR" sz="4800" b="1" dirty="0">
                <a:latin typeface="+mj-ea"/>
              </a:rPr>
              <a:t>)</a:t>
            </a:r>
            <a:endParaRPr lang="ko-KR" altLang="en-US" sz="48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B0D3F8-7E92-247B-11BE-B7A64C5FCFC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4340" name="Picture 27">
            <a:extLst>
              <a:ext uri="{FF2B5EF4-FFF2-40B4-BE49-F238E27FC236}">
                <a16:creationId xmlns:a16="http://schemas.microsoft.com/office/drawing/2014/main" id="{5F76D0CE-0F09-2590-C4B2-C5E1FC661F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FB28B286-DF41-3F54-D14E-A253E1546765}"/>
              </a:ext>
            </a:extLst>
          </p:cNvPr>
          <p:cNvSpPr/>
          <p:nvPr/>
        </p:nvSpPr>
        <p:spPr>
          <a:xfrm rot="20886000">
            <a:off x="3446463" y="3984625"/>
            <a:ext cx="3389312" cy="550863"/>
          </a:xfrm>
          <a:prstGeom prst="ellipse">
            <a:avLst/>
          </a:prstGeom>
          <a:noFill/>
          <a:ln>
            <a:solidFill>
              <a:srgbClr val="FF0000">
                <a:alpha val="99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217</Words>
  <Application>Microsoft Office PowerPoint</Application>
  <PresentationFormat>화면 슬라이드 쇼(4:3)</PresentationFormat>
  <Paragraphs>25</Paragraphs>
  <Slides>11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 도배(벽-거실) </vt:lpstr>
      <vt:lpstr> 도배(벽-방3곳) </vt:lpstr>
      <vt:lpstr>장판(거실)</vt:lpstr>
      <vt:lpstr>장판(방3곳)</vt:lpstr>
      <vt:lpstr>도색(문,문틀-방3곳)</vt:lpstr>
      <vt:lpstr> 도색(방화문내부) </vt:lpstr>
      <vt:lpstr> 도색(수도계량기함(2개소))  </vt:lpstr>
      <vt:lpstr>도색(앞, 뒤베란다전체(앞, 뒤베란다 벽면, 천정 곰팡이제거 포함))</vt:lpstr>
      <vt:lpstr>도색(거실걸레받이)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458</cp:revision>
  <cp:lastPrinted>2023-01-13T00:22:17Z</cp:lastPrinted>
  <dcterms:created xsi:type="dcterms:W3CDTF">2012-05-23T04:33:26Z</dcterms:created>
  <dcterms:modified xsi:type="dcterms:W3CDTF">2026-05-26T00:04:35Z</dcterms:modified>
</cp:coreProperties>
</file>