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8-408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거실 걸레받이 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 
폐기물 반출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2026-05-26T01:12:23Z</dcterms:modified>
</cp:coreProperties>
</file>