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95" r:id="rId3"/>
    <p:sldId id="259" r:id="rId4"/>
    <p:sldId id="260" r:id="rId5"/>
    <p:sldId id="261" r:id="rId6"/>
    <p:sldId id="262" r:id="rId7"/>
    <p:sldId id="263" r:id="rId8"/>
    <p:sldId id="264" r:id="rId9"/>
    <p:sldId id="281" r:id="rId10"/>
    <p:sldId id="282" r:id="rId11"/>
    <p:sldId id="285" r:id="rId12"/>
    <p:sldId id="284" r:id="rId13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8B2ED65-8EAB-0096-20E7-D40272C0C4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F8BE6B-6CF6-F604-A3EA-E6B05DAAD3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10799D4-F127-46ED-9661-3556D4B37697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165402A0-A41F-F8B7-E957-FDA7D1D96A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42360DDC-9A8F-7808-B2C9-C4B672ED0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645A24-9A12-FD9D-643F-9BFE087090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E4C7EC-64A6-551A-F04A-6940D0D1E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004049AF-D890-4FAD-BDDB-E509ED5D1D7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9481CD7-2E8F-6A96-35B5-540E849634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F75FEC6B-DD77-00B3-DD29-E367C13B6E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29BD052A-23E8-99DA-7C67-3F0F43F65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B8CA106-1C42-4B07-A95A-7D173EC43ECA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8689E-6699-97E0-0FFC-6DD385919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07493-D3DC-4F19-84D5-343F87954DD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8A449C-E430-10C7-416D-771D1E1A7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777A0-A9D0-F3A0-4C58-A8866988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E90E3B-06CD-4EE9-856D-65892AE3BBF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11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E842D3-DF6F-E65E-4262-89D5DD8D8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3D847-C351-4E4E-9A91-343EC90F57E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5C828E-B0E1-2581-0254-A7FFDAFD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08999D-AF69-F9AF-656D-383B024C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FFFCB4-527E-4421-8C6F-62434385D15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922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7D20D-770B-D92C-F805-ADB16B92E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9DB60-03A9-408C-AC86-26CAE2D6358F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26D573-E025-1220-962B-F0131B11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696463-975E-E3C3-FD5B-8527786B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9A1A0E-649A-456A-85F1-2D08AF2F28F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59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6322FC8-4B04-2FD8-BE3C-B74B7AB1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F364B-C1BB-4A80-AA7A-D2F9A07DFD27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EDFFC17-E8E7-A926-93BC-0A2BF76F7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9A0DACD-7933-D488-2905-8422E6D8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4304D6-0163-456B-9CDE-32A5F525A81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12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D05B0D8-13C9-4F03-4507-80F1163C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DBFC5-68A6-469F-8925-6B82778F20B9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F7130F5B-20C9-47BD-822B-1926F12E9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1F68EB73-DC25-4A91-CD2F-90B323B1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822CE-83A5-40D4-956F-D8C288E850F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399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D5C4368F-C2C0-BDF9-0C5B-78828D55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534FD-380B-46A6-828B-FD62E35E636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45F7C100-038A-9AC7-F629-8762084F0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01A9989A-3A06-F8BD-2E25-64D2808E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8CDB53-2063-4A99-9B3A-AAF7997E94B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385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2B02A8C-4F80-AA17-CF3B-9979CF99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04C45-AF40-44F1-8095-EDB7B169EB02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618016D9-0E23-26D5-577A-401F45FC2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A54F80C4-593D-79C1-795C-95E4C03E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F2C841-2C44-424D-A670-9EB24E1B6F2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49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873C1D6-1BE3-4872-06DB-7BE894B7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E9F23-3BCA-4267-9B35-89466199BEFA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ECA3E320-D11B-7AD8-F3B9-9248E224C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2898AAE-CA91-E261-B1A4-244FBD80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B879CD-3E46-44ED-94D9-E06668BE1D0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88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85DE34B-19E8-57BB-7D8A-70AA89CB3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657358-D34C-4864-A322-35AD2866F6A3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2FB7EF6-BD34-8628-47A8-6F81E2377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B8E38FA-6346-B248-FA21-A6255EE98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3CFE8B-E109-48BD-B6DD-0824B00335F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822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37FA18-63CB-D933-E9B9-7EFCD683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633387-B84F-451F-85A2-8D69C60A133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C4E0F-37CC-9620-6E79-31C7A57E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013932-C6DE-64AA-ECF3-C9CB9FD7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CCC15-69F5-4F5E-A2E4-BB59B881429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05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041F5B-32AA-17B3-BC9D-DE3F0CDE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EC81C-A922-4858-9757-DB23025419BB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12483A-AD27-CB7F-D993-CE2D7678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D5AE52-878E-CA88-C3DA-35E35BD0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D75B9C-8FA5-4CA2-A41E-597CFDA14D5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36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34DF4A04-9F80-109A-32AA-936F690E76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1B65BE76-38D1-620E-D1D3-D58B917B38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CBFBDE-FAC4-C9DF-43B5-E884880C0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F4BEB57-EF53-45A8-BDD4-C2848FA9F28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6BE531-3847-A815-9742-22358B3CD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6E52C8-290F-0769-B143-643B3D3EE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466E6E5-A00A-4090-A869-C831E71EDA9A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244365AF-A8A7-26FC-33E3-3BC68E848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408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C7A2BD68-3D84-0804-E267-B62F34AF7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2F6FF016-251F-54D2-8202-91509C53F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94B0F997-774A-01FA-45F7-635D5C9F8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408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AF5A541B-FD12-0FDD-3408-2663E3E93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A3A4EBDE-EF5A-2C84-D652-AD7E7A726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0BDB29DB-65B0-DE01-D815-EDE484C0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408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A4F2B027-969F-6EAA-CC02-2E83E2B95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뒤베란다전체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7A60C333-8BFD-BE52-66E9-5AB202EB2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6353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2255C6FB-B46E-C9CF-EE4B-3B75C07C4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AC77E0AD-2CA6-98A3-8591-A7EB9F900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AFA9CD-AF7F-E957-1CFE-49C1149DECEB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0C164F91-1C3E-F804-4708-1047E13D57ED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CE26C-E6DD-C136-BC08-F4C11CC73AA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4EE974-8AAA-F185-0364-A842A7C617A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D57A1070-34A7-A688-3598-27638CBEC0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AC05BF94-1A34-4E05-EC52-1D99BFA01145}"/>
              </a:ext>
            </a:extLst>
          </p:cNvPr>
          <p:cNvSpPr/>
          <p:nvPr/>
        </p:nvSpPr>
        <p:spPr>
          <a:xfrm>
            <a:off x="3132138" y="2781300"/>
            <a:ext cx="3095625" cy="23034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6866D-6903-7105-B8CD-326EFEF2B54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58148C-DEE8-C5D9-37D2-73D8CB841FD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8C39AFF4-ED14-FC41-84B8-847907ACFE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64004C37-1568-BB61-3621-E6892D7093C8}"/>
              </a:ext>
            </a:extLst>
          </p:cNvPr>
          <p:cNvSpPr/>
          <p:nvPr/>
        </p:nvSpPr>
        <p:spPr>
          <a:xfrm>
            <a:off x="1979613" y="2636838"/>
            <a:ext cx="5832475" cy="28797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FE838-55F6-76AB-E119-719902AA1A0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도배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천정</a:t>
            </a:r>
            <a:r>
              <a:rPr lang="en-US" altLang="ko-KR" b="1">
                <a:latin typeface="+mj-ea"/>
              </a:rPr>
              <a:t>-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2FFE1-549F-205D-4C2B-A6DFE4DE0EF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5FC72332-6DB0-B07C-BC9E-B7906E5035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A5C9F8FF-44BC-CCFD-31D4-CC7F0F36A1A9}"/>
              </a:ext>
            </a:extLst>
          </p:cNvPr>
          <p:cNvSpPr/>
          <p:nvPr/>
        </p:nvSpPr>
        <p:spPr>
          <a:xfrm>
            <a:off x="3779838" y="2852738"/>
            <a:ext cx="2305050" cy="2016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C3044-8B0B-28D9-1F13-4D9C4C0AFA2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4000" b="1" dirty="0">
                <a:latin typeface="+mj-ea"/>
              </a:rPr>
              <a:t>도배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ko-KR" altLang="en-US" sz="4000" b="1" dirty="0">
                <a:latin typeface="+mj-ea"/>
              </a:rPr>
              <a:t>천정</a:t>
            </a:r>
            <a:r>
              <a:rPr lang="en-US" altLang="ko-KR" sz="4000" b="1" dirty="0">
                <a:latin typeface="+mj-ea"/>
              </a:rPr>
              <a:t>-</a:t>
            </a:r>
            <a:r>
              <a:rPr lang="ko-KR" altLang="en-US" sz="4000" b="1" dirty="0"/>
              <a:t> 방</a:t>
            </a:r>
            <a:r>
              <a:rPr lang="en-US" altLang="ko-KR" sz="4000" b="1" dirty="0"/>
              <a:t>3</a:t>
            </a:r>
            <a:r>
              <a:rPr lang="ko-KR" altLang="en-US" sz="4000" b="1" dirty="0"/>
              <a:t>곳</a:t>
            </a:r>
            <a:r>
              <a:rPr lang="en-US" altLang="ko-KR" sz="4000" b="1" dirty="0"/>
              <a:t>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E96A5C-C5FE-CAF6-ECD3-D916DE018DD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0">
            <a:extLst>
              <a:ext uri="{FF2B5EF4-FFF2-40B4-BE49-F238E27FC236}">
                <a16:creationId xmlns:a16="http://schemas.microsoft.com/office/drawing/2014/main" id="{7E409A66-B72B-FC63-FB3E-66F142A985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196263" cy="4516438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8F9A4081-0C8A-3CAF-8B3F-28A7F7660565}"/>
              </a:ext>
            </a:extLst>
          </p:cNvPr>
          <p:cNvSpPr/>
          <p:nvPr/>
        </p:nvSpPr>
        <p:spPr>
          <a:xfrm>
            <a:off x="4067175" y="3068638"/>
            <a:ext cx="2376488" cy="15128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E4C46-C29C-5CFF-6C1F-087EF88B7E1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037886-5D84-B71E-9591-19B2CB32DEC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2">
            <a:extLst>
              <a:ext uri="{FF2B5EF4-FFF2-40B4-BE49-F238E27FC236}">
                <a16:creationId xmlns:a16="http://schemas.microsoft.com/office/drawing/2014/main" id="{60653184-3DE9-B0AB-CD92-006AAFE9AC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2699A559-ACFC-90B8-F5E3-F8A9624D39FD}"/>
              </a:ext>
            </a:extLst>
          </p:cNvPr>
          <p:cNvSpPr/>
          <p:nvPr/>
        </p:nvSpPr>
        <p:spPr>
          <a:xfrm>
            <a:off x="4211638" y="3141663"/>
            <a:ext cx="1728787" cy="15827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45CB1-6C7C-3D46-65C1-33CF282D413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5FE520-0571-2960-F575-49A6D57484B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1">
            <a:extLst>
              <a:ext uri="{FF2B5EF4-FFF2-40B4-BE49-F238E27FC236}">
                <a16:creationId xmlns:a16="http://schemas.microsoft.com/office/drawing/2014/main" id="{8801C0CD-DAC7-C968-E7E3-667A117488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46D4D2BE-CD03-4F31-D4F5-7A67ED11A5FF}"/>
              </a:ext>
            </a:extLst>
          </p:cNvPr>
          <p:cNvSpPr/>
          <p:nvPr/>
        </p:nvSpPr>
        <p:spPr>
          <a:xfrm>
            <a:off x="5076825" y="3213100"/>
            <a:ext cx="1296988" cy="12239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180B0C-0B38-FD03-E44C-157AA0A18D6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22AB5B-1455-EA3A-9B9B-3E8E240636E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23588E63-F670-5677-ADDC-1FFC3C24D5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C601CDDC-DB7E-FC25-A90E-27A4D2C85E4E}"/>
              </a:ext>
            </a:extLst>
          </p:cNvPr>
          <p:cNvSpPr/>
          <p:nvPr/>
        </p:nvSpPr>
        <p:spPr>
          <a:xfrm>
            <a:off x="2484438" y="3357563"/>
            <a:ext cx="4003675" cy="1365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ADB52-0914-742E-5BFA-026D2087B02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E38A66-F8E6-1F1C-0CBA-2567B27E1BD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33">
            <a:extLst>
              <a:ext uri="{FF2B5EF4-FFF2-40B4-BE49-F238E27FC236}">
                <a16:creationId xmlns:a16="http://schemas.microsoft.com/office/drawing/2014/main" id="{51D0CE83-073F-24DD-E660-2413F83F9F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E34D35AA-3A17-013D-2FA6-4DE204331FF9}"/>
              </a:ext>
            </a:extLst>
          </p:cNvPr>
          <p:cNvSpPr/>
          <p:nvPr/>
        </p:nvSpPr>
        <p:spPr>
          <a:xfrm>
            <a:off x="3924300" y="2925763"/>
            <a:ext cx="792163" cy="1943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C9E04-578D-B02F-913E-10360DD605E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</a:t>
            </a:r>
            <a:r>
              <a:rPr lang="ko-KR" altLang="en-US" b="1" dirty="0"/>
              <a:t>뒤베란다전체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046A52-B389-4473-F1AD-0755065333C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8">
            <a:extLst>
              <a:ext uri="{FF2B5EF4-FFF2-40B4-BE49-F238E27FC236}">
                <a16:creationId xmlns:a16="http://schemas.microsoft.com/office/drawing/2014/main" id="{018D18DA-A0A0-578F-930C-FC9FB02EC0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7E2BD985-6020-2D9F-3002-1AA28FDE9FCF}"/>
              </a:ext>
            </a:extLst>
          </p:cNvPr>
          <p:cNvSpPr/>
          <p:nvPr/>
        </p:nvSpPr>
        <p:spPr>
          <a:xfrm>
            <a:off x="2700338" y="1916113"/>
            <a:ext cx="3959225" cy="29527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869B34-E692-18AD-3397-37F77766E1D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730CD5-E755-D93B-C9E8-293CC7FBD1A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5364" name="Picture 27">
            <a:extLst>
              <a:ext uri="{FF2B5EF4-FFF2-40B4-BE49-F238E27FC236}">
                <a16:creationId xmlns:a16="http://schemas.microsoft.com/office/drawing/2014/main" id="{4A24B494-A0BF-6C91-4FD9-78825DDE8F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92625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6A51A6FF-E815-51FC-F391-9AA124BF15D9}"/>
              </a:ext>
            </a:extLst>
          </p:cNvPr>
          <p:cNvSpPr/>
          <p:nvPr/>
        </p:nvSpPr>
        <p:spPr>
          <a:xfrm rot="298721">
            <a:off x="2768600" y="3225800"/>
            <a:ext cx="4186238" cy="938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2759</TotalTime>
  <Words>213</Words>
  <Application>Microsoft Office PowerPoint</Application>
  <PresentationFormat>화면 슬라이드 쇼(4:3)</PresentationFormat>
  <Paragraphs>26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도배(천정-거실)</vt:lpstr>
      <vt:lpstr>도배(천정- 방3곳)</vt:lpstr>
      <vt:lpstr>장판(거실)</vt:lpstr>
      <vt:lpstr> 장판(방3곳) </vt:lpstr>
      <vt:lpstr> 도색(문,문틀-방3곳) </vt:lpstr>
      <vt:lpstr> 도색(방화문내부) </vt:lpstr>
      <vt:lpstr> 도색(앞,뒤베란다전체) </vt:lpstr>
      <vt:lpstr> 도색(거실걸레받이)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499</cp:revision>
  <dcterms:created xsi:type="dcterms:W3CDTF">2012-05-23T04:33:26Z</dcterms:created>
  <dcterms:modified xsi:type="dcterms:W3CDTF">2026-05-26T00:03:36Z</dcterms:modified>
</cp:coreProperties>
</file>