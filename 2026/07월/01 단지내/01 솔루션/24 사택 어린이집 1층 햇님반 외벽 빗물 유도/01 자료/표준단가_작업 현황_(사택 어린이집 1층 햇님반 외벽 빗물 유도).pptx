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  <a:srgbClr val="B00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6051" autoAdjust="0"/>
  </p:normalViewPr>
  <p:slideViewPr>
    <p:cSldViewPr>
      <p:cViewPr>
        <p:scale>
          <a:sx n="75" d="100"/>
          <a:sy n="75" d="100"/>
        </p:scale>
        <p:origin x="2052" y="64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07E42D1-313C-5AA4-EB60-1382F98F37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3FECEF-D0A5-6E6E-8C52-98CF5CDD6D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F61E2EB-A925-446D-A13E-6FCB6D076A14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80EC19E-8164-89E8-ED52-EE53858C0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6A2C859-0C53-1D39-031A-A104F781C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072D2-95D9-7B6B-4F2A-86E9579D62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D41FD4-671A-30D0-6C20-D48476C3C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6F624B5-30D8-4940-95C9-64DEEDFEB3E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019C-48DF-6F98-E55E-D2B39C87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DE65A-83E8-4A08-AF48-3D262E95DE41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B789D-85F7-87FA-F0E0-6397C0A6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62323-A13E-CD0D-26D0-D1F88B63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3B30-AC2C-4B0A-9848-F79153DA09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8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25B84-492E-BDDB-B642-6CA8EF10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E6483-28CA-418D-B1F9-D1FA19E80136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09742-A1AD-8644-210E-80DD7357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E9BB9-357D-8920-DA42-314C7643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EFE88-D35A-4635-A9BE-FD305F70652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8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FC535-E68F-C73C-1DC4-F44F22D5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DB0CF-2386-4D70-AB4E-A4A59CA6FCB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9DB5F-9B69-6312-E6C7-5DF470CC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29A55-95BE-A6E7-A98A-F3FB2D93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80D08-48B8-4C00-99B1-EFC95CE757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A23728-B86C-9B34-1ED7-23C2C90A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E225B-07E0-4F97-8760-2E0225B13A56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0E676F5-D829-A518-B70F-DC98BC02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13BF650-841F-C4C0-5C80-AD8CA361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83A05-7D54-407D-8C2A-795DEAE2C0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2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A27DA98-484F-4051-C74B-216F68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B77FA-B175-4942-BF10-32DD7EFEDB29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B50A094-2AE4-38C4-4424-424FF64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5868796-C83F-45C5-C006-194BF901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29DD1-4E1C-4D7E-BDC4-C5AA84658D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66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A1103EF-3CEC-3D7B-446B-CAC10556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C7B79-284A-4A5C-BF21-C87F46A9F02C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446EEDF-5894-E96E-96B2-C41DCCF0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17D66DE-2C50-EC6F-A0B4-DCC66559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926B4-870B-4F8C-8F03-8F1CCF134D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1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49F1628-E8CD-82E4-EDD5-E6B7D3C8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4D55D-E4FD-4CAA-B639-9351B6E026B7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B432A9E-D0D2-DC09-E9CD-98D78337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C1A39EE-E623-3E4A-9856-1594A993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58387-A0CF-4E6F-8394-25BC9A3652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30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20261E1-8221-5F79-95E8-5C0B79AA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543D2-1AE7-44B5-82DE-C95A6E0189EC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0185670-C5EC-34D1-1F68-0B404EA3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B972C2-30B3-4B54-4277-44EB6F1F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A7990-30DD-44E9-8763-EEE8E729F85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0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C22D39B-F5FE-8CD9-ADC5-61A3D16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8A329-3FAB-40FE-9B1B-4D20BE3A188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35F6C7-BA67-C50F-7992-AD8CDF1F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BAE082-ED23-DB05-3B79-56FBD61F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DCF23-316E-499E-94CC-33E069BDAE0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67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B051E-650C-C0FF-926B-89BC1A38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25079-51F7-46FB-A672-46D3A3B5DB65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94713-9D2B-404B-6C17-820870FD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76C91-A8B8-3A00-AA3D-AEF78DF6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B5D6D-10AA-4D73-BFA3-BAE459078A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27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33172-1C74-6E78-8C04-04AC3AAD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AD690-3094-4EF3-84C7-2425656ADDB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43543-5880-40FA-4C43-FCD9E026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116A6-5DEF-CB35-6392-93E73FF0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476B4-E650-4548-AEDE-0F96D2F1CE1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92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C1D0025-1B33-C713-663C-8DC589C23C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1431214-751F-1A2A-6E8A-496067CC6F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D390C-B690-7B1D-AE96-00248FD4A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B284345-8545-4260-B9D7-D050708818DE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A346C-2ED2-B899-9F49-6BB07EE7B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E05AA-5900-099B-D2CB-AE4B50CC9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35BA1D-EB9B-4C64-9B89-7F62B675DDB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8E1EBB8-3795-88A7-427C-7B008B6E46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5428" y="12700"/>
            <a:ext cx="4320644" cy="23488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B2FFE5C-C72F-4B21-A09D-1380B6C701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940" y="12700"/>
            <a:ext cx="4134028" cy="23488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1DCCA5-9956-BA90-9DF9-5A5966DFC5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940" y="2505596"/>
            <a:ext cx="4134028" cy="23325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C5A301-F97F-181F-C8AE-4CA2DF3B0A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428" y="5005486"/>
            <a:ext cx="2505242" cy="17428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B0CE43-C1FC-B0B9-2F3A-747FEF181B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428" y="2505596"/>
            <a:ext cx="4326404" cy="2357506"/>
          </a:xfrm>
          <a:prstGeom prst="rect">
            <a:avLst/>
          </a:prstGeom>
        </p:spPr>
      </p:pic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2AA2D8A7-C3D4-4B9A-F427-5DB718557407}"/>
              </a:ext>
            </a:extLst>
          </p:cNvPr>
          <p:cNvSpPr/>
          <p:nvPr/>
        </p:nvSpPr>
        <p:spPr>
          <a:xfrm rot="1844287">
            <a:off x="1283078" y="3591615"/>
            <a:ext cx="401370" cy="351154"/>
          </a:xfrm>
          <a:prstGeom prst="triangl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31EF3A1A-517C-E4DA-E1A7-8D16DD111E35}"/>
              </a:ext>
            </a:extLst>
          </p:cNvPr>
          <p:cNvSpPr/>
          <p:nvPr/>
        </p:nvSpPr>
        <p:spPr>
          <a:xfrm rot="1844287">
            <a:off x="1719552" y="3904641"/>
            <a:ext cx="401370" cy="351154"/>
          </a:xfrm>
          <a:prstGeom prst="triangl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D0EEFDE3-7744-2B4D-AF43-75B55A8D46E6}"/>
              </a:ext>
            </a:extLst>
          </p:cNvPr>
          <p:cNvSpPr/>
          <p:nvPr/>
        </p:nvSpPr>
        <p:spPr>
          <a:xfrm rot="1844287">
            <a:off x="2182427" y="4195068"/>
            <a:ext cx="401370" cy="351154"/>
          </a:xfrm>
          <a:prstGeom prst="triangl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D3435543-3662-672C-878F-476073AD86A4}"/>
              </a:ext>
            </a:extLst>
          </p:cNvPr>
          <p:cNvSpPr/>
          <p:nvPr/>
        </p:nvSpPr>
        <p:spPr>
          <a:xfrm rot="1844287">
            <a:off x="2821047" y="4507926"/>
            <a:ext cx="401370" cy="351154"/>
          </a:xfrm>
          <a:prstGeom prst="triangl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829ABD58-9A0D-D954-630B-8E514CD5EADE}"/>
              </a:ext>
            </a:extLst>
          </p:cNvPr>
          <p:cNvCxnSpPr>
            <a:cxnSpLocks/>
            <a:stCxn id="23" idx="0"/>
          </p:cNvCxnSpPr>
          <p:nvPr/>
        </p:nvCxnSpPr>
        <p:spPr>
          <a:xfrm rot="5400000" flipH="1" flipV="1">
            <a:off x="2451118" y="3784738"/>
            <a:ext cx="456730" cy="413262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78238560-5582-2B5F-3142-B8D02E41D413}"/>
              </a:ext>
            </a:extLst>
          </p:cNvPr>
          <p:cNvCxnSpPr>
            <a:cxnSpLocks/>
          </p:cNvCxnSpPr>
          <p:nvPr/>
        </p:nvCxnSpPr>
        <p:spPr>
          <a:xfrm flipV="1">
            <a:off x="2005344" y="3684349"/>
            <a:ext cx="607421" cy="251667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E9F9553B-42C8-B734-EFF9-76E566CE4B0B}"/>
              </a:ext>
            </a:extLst>
          </p:cNvPr>
          <p:cNvCxnSpPr>
            <a:cxnSpLocks/>
          </p:cNvCxnSpPr>
          <p:nvPr/>
        </p:nvCxnSpPr>
        <p:spPr>
          <a:xfrm flipV="1">
            <a:off x="1539080" y="3487105"/>
            <a:ext cx="643389" cy="147370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864987D4-D09E-681C-9A03-CED451E7A872}"/>
              </a:ext>
            </a:extLst>
          </p:cNvPr>
          <p:cNvCxnSpPr>
            <a:cxnSpLocks/>
            <a:stCxn id="24" idx="0"/>
          </p:cNvCxnSpPr>
          <p:nvPr/>
        </p:nvCxnSpPr>
        <p:spPr>
          <a:xfrm rot="5400000" flipH="1" flipV="1">
            <a:off x="3060551" y="4108559"/>
            <a:ext cx="474954" cy="373112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469CF9F-BCF5-762A-0D37-CA107F312C94}"/>
              </a:ext>
            </a:extLst>
          </p:cNvPr>
          <p:cNvSpPr txBox="1"/>
          <p:nvPr/>
        </p:nvSpPr>
        <p:spPr>
          <a:xfrm>
            <a:off x="5863107" y="4869312"/>
            <a:ext cx="3282636" cy="6458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/>
              <a:t>● 우레탄폼 경화로 현재 </a:t>
            </a:r>
            <a:r>
              <a:rPr lang="ko-KR" altLang="en-US" sz="1300" b="1" dirty="0" err="1"/>
              <a:t>스폼지</a:t>
            </a:r>
            <a:r>
              <a:rPr lang="ko-KR" altLang="en-US" sz="1300" b="1" dirty="0"/>
              <a:t> </a:t>
            </a:r>
            <a:r>
              <a:rPr lang="ko-KR" altLang="en-US" sz="1300" b="1" dirty="0" err="1"/>
              <a:t>역할중</a:t>
            </a:r>
            <a:r>
              <a:rPr lang="ko-KR" altLang="en-US" sz="1300" b="1" dirty="0"/>
              <a:t> </a:t>
            </a:r>
            <a:br>
              <a:rPr lang="en-US" altLang="ko-KR" sz="1300" b="1" dirty="0"/>
            </a:br>
            <a:r>
              <a:rPr lang="en-US" altLang="ko-KR" sz="1300" b="1" dirty="0"/>
              <a:t>    (</a:t>
            </a:r>
            <a:r>
              <a:rPr lang="ko-KR" altLang="en-US" sz="1300" b="1" dirty="0"/>
              <a:t>당일도 빗물 함유</a:t>
            </a:r>
            <a:r>
              <a:rPr lang="en-US" altLang="ko-KR" sz="1300" b="1" dirty="0"/>
              <a:t>)=&gt; </a:t>
            </a:r>
            <a:r>
              <a:rPr lang="ko-KR" altLang="en-US" sz="1300" b="1" dirty="0"/>
              <a:t>철거 </a:t>
            </a:r>
            <a:r>
              <a:rPr lang="en-US" altLang="ko-KR" sz="1300" b="1" dirty="0"/>
              <a:t>(</a:t>
            </a:r>
            <a:r>
              <a:rPr lang="ko-KR" altLang="en-US" sz="1300" b="1" dirty="0"/>
              <a:t>목적</a:t>
            </a:r>
            <a:r>
              <a:rPr lang="en-US" altLang="ko-KR" sz="1300" b="1" dirty="0"/>
              <a:t>???)</a:t>
            </a:r>
            <a:r>
              <a:rPr lang="ko-KR" altLang="en-US" sz="1300" b="1" dirty="0"/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D4059BB-417C-F80B-CF07-5ED8FBD91EFB}"/>
              </a:ext>
            </a:extLst>
          </p:cNvPr>
          <p:cNvSpPr/>
          <p:nvPr/>
        </p:nvSpPr>
        <p:spPr>
          <a:xfrm>
            <a:off x="1539080" y="993428"/>
            <a:ext cx="1106264" cy="66974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F1040AAC-6404-3D22-64E5-48693993FCF4}"/>
              </a:ext>
            </a:extLst>
          </p:cNvPr>
          <p:cNvSpPr/>
          <p:nvPr/>
        </p:nvSpPr>
        <p:spPr>
          <a:xfrm>
            <a:off x="4467824" y="5054653"/>
            <a:ext cx="323850" cy="952536"/>
          </a:xfrm>
          <a:custGeom>
            <a:avLst/>
            <a:gdLst>
              <a:gd name="csX0" fmla="*/ 247650 w 323850"/>
              <a:gd name="csY0" fmla="*/ 0 h 952536"/>
              <a:gd name="csX1" fmla="*/ 257175 w 323850"/>
              <a:gd name="csY1" fmla="*/ 76200 h 952536"/>
              <a:gd name="csX2" fmla="*/ 285750 w 323850"/>
              <a:gd name="csY2" fmla="*/ 104775 h 952536"/>
              <a:gd name="csX3" fmla="*/ 304800 w 323850"/>
              <a:gd name="csY3" fmla="*/ 133350 h 952536"/>
              <a:gd name="csX4" fmla="*/ 323850 w 323850"/>
              <a:gd name="csY4" fmla="*/ 200025 h 952536"/>
              <a:gd name="csX5" fmla="*/ 314325 w 323850"/>
              <a:gd name="csY5" fmla="*/ 361950 h 952536"/>
              <a:gd name="csX6" fmla="*/ 304800 w 323850"/>
              <a:gd name="csY6" fmla="*/ 409575 h 952536"/>
              <a:gd name="csX7" fmla="*/ 285750 w 323850"/>
              <a:gd name="csY7" fmla="*/ 438150 h 952536"/>
              <a:gd name="csX8" fmla="*/ 266700 w 323850"/>
              <a:gd name="csY8" fmla="*/ 476250 h 952536"/>
              <a:gd name="csX9" fmla="*/ 238125 w 323850"/>
              <a:gd name="csY9" fmla="*/ 514350 h 952536"/>
              <a:gd name="csX10" fmla="*/ 171450 w 323850"/>
              <a:gd name="csY10" fmla="*/ 581025 h 952536"/>
              <a:gd name="csX11" fmla="*/ 161925 w 323850"/>
              <a:gd name="csY11" fmla="*/ 609600 h 952536"/>
              <a:gd name="csX12" fmla="*/ 133350 w 323850"/>
              <a:gd name="csY12" fmla="*/ 657225 h 952536"/>
              <a:gd name="csX13" fmla="*/ 123825 w 323850"/>
              <a:gd name="csY13" fmla="*/ 733425 h 952536"/>
              <a:gd name="csX14" fmla="*/ 114300 w 323850"/>
              <a:gd name="csY14" fmla="*/ 781050 h 952536"/>
              <a:gd name="csX15" fmla="*/ 104775 w 323850"/>
              <a:gd name="csY15" fmla="*/ 914400 h 952536"/>
              <a:gd name="csX16" fmla="*/ 66675 w 323850"/>
              <a:gd name="csY16" fmla="*/ 923925 h 952536"/>
              <a:gd name="csX17" fmla="*/ 38100 w 323850"/>
              <a:gd name="csY17" fmla="*/ 933450 h 952536"/>
              <a:gd name="csX18" fmla="*/ 0 w 323850"/>
              <a:gd name="csY18" fmla="*/ 952500 h 952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23850" h="952536">
                <a:moveTo>
                  <a:pt x="247650" y="0"/>
                </a:moveTo>
                <a:cubicBezTo>
                  <a:pt x="250825" y="25400"/>
                  <a:pt x="248427" y="52143"/>
                  <a:pt x="257175" y="76200"/>
                </a:cubicBezTo>
                <a:cubicBezTo>
                  <a:pt x="261778" y="88859"/>
                  <a:pt x="277126" y="94427"/>
                  <a:pt x="285750" y="104775"/>
                </a:cubicBezTo>
                <a:cubicBezTo>
                  <a:pt x="293079" y="113569"/>
                  <a:pt x="299680" y="123111"/>
                  <a:pt x="304800" y="133350"/>
                </a:cubicBezTo>
                <a:cubicBezTo>
                  <a:pt x="311632" y="147015"/>
                  <a:pt x="320798" y="187818"/>
                  <a:pt x="323850" y="200025"/>
                </a:cubicBezTo>
                <a:cubicBezTo>
                  <a:pt x="320675" y="254000"/>
                  <a:pt x="319220" y="308104"/>
                  <a:pt x="314325" y="361950"/>
                </a:cubicBezTo>
                <a:cubicBezTo>
                  <a:pt x="312859" y="378073"/>
                  <a:pt x="310484" y="394416"/>
                  <a:pt x="304800" y="409575"/>
                </a:cubicBezTo>
                <a:cubicBezTo>
                  <a:pt x="300780" y="420294"/>
                  <a:pt x="291430" y="428211"/>
                  <a:pt x="285750" y="438150"/>
                </a:cubicBezTo>
                <a:cubicBezTo>
                  <a:pt x="278705" y="450478"/>
                  <a:pt x="274225" y="464209"/>
                  <a:pt x="266700" y="476250"/>
                </a:cubicBezTo>
                <a:cubicBezTo>
                  <a:pt x="258286" y="489712"/>
                  <a:pt x="248804" y="502603"/>
                  <a:pt x="238125" y="514350"/>
                </a:cubicBezTo>
                <a:cubicBezTo>
                  <a:pt x="216982" y="537607"/>
                  <a:pt x="171450" y="581025"/>
                  <a:pt x="171450" y="581025"/>
                </a:cubicBezTo>
                <a:cubicBezTo>
                  <a:pt x="168275" y="590550"/>
                  <a:pt x="166415" y="600620"/>
                  <a:pt x="161925" y="609600"/>
                </a:cubicBezTo>
                <a:cubicBezTo>
                  <a:pt x="153646" y="626159"/>
                  <a:pt x="138794" y="639530"/>
                  <a:pt x="133350" y="657225"/>
                </a:cubicBezTo>
                <a:cubicBezTo>
                  <a:pt x="125822" y="681691"/>
                  <a:pt x="127717" y="708125"/>
                  <a:pt x="123825" y="733425"/>
                </a:cubicBezTo>
                <a:cubicBezTo>
                  <a:pt x="121363" y="749426"/>
                  <a:pt x="117475" y="765175"/>
                  <a:pt x="114300" y="781050"/>
                </a:cubicBezTo>
                <a:cubicBezTo>
                  <a:pt x="111125" y="825500"/>
                  <a:pt x="118867" y="872124"/>
                  <a:pt x="104775" y="914400"/>
                </a:cubicBezTo>
                <a:cubicBezTo>
                  <a:pt x="100635" y="926819"/>
                  <a:pt x="79262" y="920329"/>
                  <a:pt x="66675" y="923925"/>
                </a:cubicBezTo>
                <a:cubicBezTo>
                  <a:pt x="57021" y="926683"/>
                  <a:pt x="47080" y="928960"/>
                  <a:pt x="38100" y="933450"/>
                </a:cubicBezTo>
                <a:cubicBezTo>
                  <a:pt x="-3522" y="954261"/>
                  <a:pt x="23859" y="952500"/>
                  <a:pt x="0" y="952500"/>
                </a:cubicBezTo>
              </a:path>
            </a:pathLst>
          </a:cu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A130B3D2-A89F-3E1A-2281-0142C9FB883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7566" y="4987874"/>
            <a:ext cx="2839416" cy="1764581"/>
          </a:xfrm>
          <a:prstGeom prst="rect">
            <a:avLst/>
          </a:prstGeom>
          <a:ln w="28575">
            <a:solidFill>
              <a:srgbClr val="FF0000"/>
            </a:solidFill>
            <a:prstDash val="sysDash"/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F2983BC-F8AF-FC30-3FC9-526D2E3CD9B7}"/>
              </a:ext>
            </a:extLst>
          </p:cNvPr>
          <p:cNvSpPr txBox="1"/>
          <p:nvPr/>
        </p:nvSpPr>
        <p:spPr>
          <a:xfrm>
            <a:off x="5863107" y="5509473"/>
            <a:ext cx="3282636" cy="6458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/>
              <a:t>● 기존 </a:t>
            </a:r>
            <a:r>
              <a:rPr lang="ko-KR" altLang="en-US" sz="1300" b="1" dirty="0" err="1"/>
              <a:t>지장물</a:t>
            </a:r>
            <a:r>
              <a:rPr lang="ko-KR" altLang="en-US" sz="1300" b="1" dirty="0"/>
              <a:t> 부식정도로 빗물 물길 추정</a:t>
            </a:r>
            <a:br>
              <a:rPr lang="en-US" altLang="ko-KR" sz="1300" b="1" dirty="0"/>
            </a:br>
            <a:r>
              <a:rPr lang="en-US" altLang="ko-KR" sz="1300" b="1" dirty="0"/>
              <a:t>    </a:t>
            </a:r>
            <a:r>
              <a:rPr lang="ko-KR" altLang="en-US" sz="1300" b="1" dirty="0"/>
              <a:t>빗물 물길을 외부로 유도 </a:t>
            </a:r>
            <a:r>
              <a:rPr lang="en-US" altLang="ko-KR" sz="1300" b="1" dirty="0"/>
              <a:t>( </a:t>
            </a:r>
            <a:r>
              <a:rPr lang="ko-KR" altLang="en-US" sz="1300" b="1" dirty="0"/>
              <a:t>실내측 차단</a:t>
            </a:r>
            <a:r>
              <a:rPr lang="en-US" altLang="ko-KR" sz="1300" b="1" dirty="0"/>
              <a:t>)</a:t>
            </a:r>
            <a:endParaRPr lang="ko-KR" altLang="en-US" sz="1300" b="1" dirty="0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F5BA4346-F29F-800A-5AC0-4EDB59DF62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03317" y="5327933"/>
            <a:ext cx="698225" cy="612370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466838E6-826B-C397-6606-EFA643D06D00}"/>
              </a:ext>
            </a:extLst>
          </p:cNvPr>
          <p:cNvCxnSpPr>
            <a:cxnSpLocks/>
          </p:cNvCxnSpPr>
          <p:nvPr/>
        </p:nvCxnSpPr>
        <p:spPr>
          <a:xfrm rot="5400000">
            <a:off x="3170881" y="5325698"/>
            <a:ext cx="682508" cy="546701"/>
          </a:xfrm>
          <a:prstGeom prst="curvedConnector3">
            <a:avLst>
              <a:gd name="adj1" fmla="val 77912"/>
            </a:avLst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B195D918-0BE5-F27C-CA11-7E458C7EE561}"/>
              </a:ext>
            </a:extLst>
          </p:cNvPr>
          <p:cNvCxnSpPr>
            <a:cxnSpLocks/>
          </p:cNvCxnSpPr>
          <p:nvPr/>
        </p:nvCxnSpPr>
        <p:spPr>
          <a:xfrm rot="5400000">
            <a:off x="2887381" y="5368252"/>
            <a:ext cx="747331" cy="314768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E61F9790-6A16-31B2-C66B-A6D1CD4A808E}"/>
              </a:ext>
            </a:extLst>
          </p:cNvPr>
          <p:cNvSpPr>
            <a:spLocks noChangeAspect="1"/>
          </p:cNvSpPr>
          <p:nvPr/>
        </p:nvSpPr>
        <p:spPr>
          <a:xfrm>
            <a:off x="4889486" y="5917532"/>
            <a:ext cx="419602" cy="41960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360A7EA-612C-205F-9EBB-80E6A9FCE8C8}"/>
              </a:ext>
            </a:extLst>
          </p:cNvPr>
          <p:cNvSpPr>
            <a:spLocks noChangeAspect="1"/>
          </p:cNvSpPr>
          <p:nvPr/>
        </p:nvSpPr>
        <p:spPr>
          <a:xfrm>
            <a:off x="3258564" y="5885776"/>
            <a:ext cx="419602" cy="41960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1312B5-BE19-B6A2-7FAB-80DD38D52E85}"/>
              </a:ext>
            </a:extLst>
          </p:cNvPr>
          <p:cNvSpPr txBox="1"/>
          <p:nvPr/>
        </p:nvSpPr>
        <p:spPr>
          <a:xfrm>
            <a:off x="5863107" y="6175033"/>
            <a:ext cx="3268193" cy="6458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FF0000"/>
                </a:solidFill>
              </a:rPr>
              <a:t>● 금회 우기시 특이 사항 사항 없으며</a:t>
            </a:r>
            <a:r>
              <a:rPr lang="en-US" altLang="ko-KR" sz="1300" b="1" dirty="0">
                <a:solidFill>
                  <a:srgbClr val="FF0000"/>
                </a:solidFill>
              </a:rPr>
              <a:t>, </a:t>
            </a:r>
            <a:br>
              <a:rPr lang="en-US" altLang="ko-KR" sz="1300" b="1" dirty="0">
                <a:solidFill>
                  <a:srgbClr val="FF0000"/>
                </a:solidFill>
              </a:rPr>
            </a:br>
            <a:r>
              <a:rPr lang="en-US" altLang="ko-KR" sz="1300" b="1" dirty="0">
                <a:solidFill>
                  <a:srgbClr val="FF0000"/>
                </a:solidFill>
              </a:rPr>
              <a:t>    </a:t>
            </a:r>
            <a:r>
              <a:rPr lang="ko-KR" altLang="en-US" sz="1300" b="1" dirty="0">
                <a:solidFill>
                  <a:srgbClr val="FF0000"/>
                </a:solidFill>
              </a:rPr>
              <a:t>현재 상태로 유지 또는 개선 협의 필요</a:t>
            </a:r>
          </a:p>
        </p:txBody>
      </p:sp>
    </p:spTree>
    <p:extLst>
      <p:ext uri="{BB962C8B-B14F-4D97-AF65-F5344CB8AC3E}">
        <p14:creationId xmlns:p14="http://schemas.microsoft.com/office/powerpoint/2010/main" val="199577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644A33E0-06E6-57E1-F1AD-C2E2C95C1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91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7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51</Words>
  <Application>Microsoft Office PowerPoint</Application>
  <PresentationFormat>화면 슬라이드 쇼(4:3)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428</cp:revision>
  <dcterms:created xsi:type="dcterms:W3CDTF">2012-05-23T04:33:26Z</dcterms:created>
  <dcterms:modified xsi:type="dcterms:W3CDTF">2026-06-26T03:41:05Z</dcterms:modified>
</cp:coreProperties>
</file>