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어린이집 </a:t>
            </a: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층 </a:t>
            </a:r>
            <a:r>
              <a:rPr lang="ko-KR" altLang="en-US" b="1" dirty="0" err="1">
                <a:latin typeface="+mn-ea"/>
              </a:rPr>
              <a:t>햇님반</a:t>
            </a:r>
            <a:r>
              <a:rPr lang="ko-KR" altLang="en-US" b="1" dirty="0">
                <a:latin typeface="+mn-ea"/>
              </a:rPr>
              <a:t> 외벽 빗물 유도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어린이집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층 </a:t>
            </a:r>
            <a:r>
              <a:rPr lang="ko-KR" altLang="en-US" sz="1000" b="1" dirty="0" err="1">
                <a:latin typeface="+mn-ea"/>
              </a:rPr>
              <a:t>햇님반</a:t>
            </a:r>
            <a:r>
              <a:rPr lang="ko-KR" altLang="en-US" sz="1000" b="1" dirty="0">
                <a:latin typeface="+mn-ea"/>
              </a:rPr>
              <a:t> 외벽 빗물 유도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사택 어린이집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외벽 </a:t>
            </a:r>
            <a:r>
              <a:rPr lang="en-US" altLang="ko-KR" sz="1000" dirty="0"/>
              <a:t>2</a:t>
            </a:r>
            <a:r>
              <a:rPr lang="ko-KR" altLang="en-US" sz="1000" dirty="0"/>
              <a:t>장 분리 작업 </a:t>
            </a:r>
            <a:r>
              <a:rPr lang="en-US" altLang="ko-KR" sz="1000" dirty="0"/>
              <a:t>BT </a:t>
            </a:r>
            <a:r>
              <a:rPr lang="ko-KR" altLang="en-US" sz="1000" dirty="0"/>
              <a:t>비계 또는 안전 발판 사다리 사용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분리된 외벽내 </a:t>
            </a:r>
            <a:r>
              <a:rPr lang="en-US" altLang="ko-KR" sz="1000" dirty="0"/>
              <a:t>1</a:t>
            </a:r>
            <a:r>
              <a:rPr lang="ko-KR" altLang="en-US" sz="1000" dirty="0"/>
              <a:t>층 </a:t>
            </a:r>
            <a:r>
              <a:rPr lang="ko-KR" altLang="en-US" sz="1000" dirty="0" err="1"/>
              <a:t>햇님반</a:t>
            </a:r>
            <a:r>
              <a:rPr lang="ko-KR" altLang="en-US" sz="1000" dirty="0"/>
              <a:t> 천장 빗물 유입 경로 확인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빗물 유입 경로 추정 부분 실리콘 또는 보양재로 경로 외부로 유도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외벽 대리석 복원 또는 신규 설치 작업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외벽 복원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대리석 간 이음매 실리콘 작업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BT </a:t>
            </a:r>
            <a:r>
              <a:rPr lang="ko-KR" altLang="en-US" sz="1000" dirty="0"/>
              <a:t>비계 또는 안전 발판 사다리 사용시 사다리 보조자 배치</a:t>
            </a:r>
            <a:endParaRPr lang="en-US" altLang="ko-KR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주변 정리정도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855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2026-06-14T02:10:54Z</dcterms:modified>
</cp:coreProperties>
</file>