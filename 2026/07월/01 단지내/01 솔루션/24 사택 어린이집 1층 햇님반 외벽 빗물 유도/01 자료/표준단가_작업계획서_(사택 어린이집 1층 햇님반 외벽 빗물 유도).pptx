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4" r:id="rId2"/>
    <p:sldId id="265" r:id="rId3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84" autoAdjust="0"/>
    <p:restoredTop sz="94560" autoAdjust="0"/>
  </p:normalViewPr>
  <p:slideViewPr>
    <p:cSldViewPr>
      <p:cViewPr varScale="1">
        <p:scale>
          <a:sx n="105" d="100"/>
          <a:sy n="105" d="100"/>
        </p:scale>
        <p:origin x="195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07E42D1-313C-5AA4-EB60-1382F98F37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63FECEF-D0A5-6E6E-8C52-98CF5CDD6DB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F61E2EB-A925-446D-A13E-6FCB6D076A14}" type="datetimeFigureOut">
              <a:rPr lang="ko-KR" altLang="en-US"/>
              <a:pPr>
                <a:defRPr/>
              </a:pPr>
              <a:t>2026-06-09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B80EC19E-8164-89E8-ED52-EE53858C06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06A2C859-0C53-1D39-031A-A104F781CC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A072D2-95D9-7B6B-4F2A-86E9579D62F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D41FD4-671A-30D0-6C20-D48476C3C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86F624B5-30D8-4940-95C9-64DEEDFEB3ED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1A019C-48DF-6F98-E55E-D2B39C876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4DE65A-83E8-4A08-AF48-3D262E95DE41}" type="datetimeFigureOut">
              <a:rPr lang="ko-KR" altLang="en-US"/>
              <a:pPr>
                <a:defRPr/>
              </a:pPr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8B789D-85F7-87FA-F0E0-6397C0A6F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262323-A13E-CD0D-26D0-D1F88B631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313B30-AC2C-4B0A-9848-F79153DA096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88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425B84-492E-BDDB-B642-6CA8EF108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AE6483-28CA-418D-B1F9-D1FA19E80136}" type="datetimeFigureOut">
              <a:rPr lang="ko-KR" altLang="en-US"/>
              <a:pPr>
                <a:defRPr/>
              </a:pPr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B09742-A1AD-8644-210E-80DD7357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9E9BB9-357D-8920-DA42-314C76432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6EFE88-D35A-4635-A9BE-FD305F70652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480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6FC535-E68F-C73C-1DC4-F44F22D5D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3DB0CF-2386-4D70-AB4E-A4A59CA6FCB2}" type="datetimeFigureOut">
              <a:rPr lang="ko-KR" altLang="en-US"/>
              <a:pPr>
                <a:defRPr/>
              </a:pPr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C9DB5F-9B69-6312-E6C7-5DF470CC0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929A55-95BE-A6E7-A98A-F3FB2D938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080D08-48B8-4C00-99B1-EFC95CE7576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979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96A23728-B86C-9B34-1ED7-23C2C90A9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AE225B-07E0-4F97-8760-2E0225B13A56}" type="datetimeFigureOut">
              <a:rPr lang="ko-KR" altLang="en-US"/>
              <a:pPr>
                <a:defRPr/>
              </a:pPr>
              <a:t>2026-06-09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D0E676F5-D829-A518-B70F-DC98BC02C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13BF650-841F-C4C0-5C80-AD8CA3611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A83A05-7D54-407D-8C2A-795DEAE2C0F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26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3A27DA98-484F-4051-C74B-216F68EA3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8B77FA-B175-4942-BF10-32DD7EFEDB29}" type="datetimeFigureOut">
              <a:rPr lang="ko-KR" altLang="en-US"/>
              <a:pPr>
                <a:defRPr/>
              </a:pPr>
              <a:t>2026-06-09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CB50A094-2AE4-38C4-4424-424FF6494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F5868796-C83F-45C5-C006-194BF901D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E29DD1-4E1C-4D7E-BDC4-C5AA84658D4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3666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BA1103EF-3CEC-3D7B-446B-CAC105565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CC7B79-284A-4A5C-BF21-C87F46A9F02C}" type="datetimeFigureOut">
              <a:rPr lang="ko-KR" altLang="en-US"/>
              <a:pPr>
                <a:defRPr/>
              </a:pPr>
              <a:t>2026-06-09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7446EEDF-5894-E96E-96B2-C41DCCF05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917D66DE-2C50-EC6F-A0B4-DCC665597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2926B4-870B-4F8C-8F03-8F1CCF134D4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712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D49F1628-E8CD-82E4-EDD5-E6B7D3C8E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D4D55D-E4FD-4CAA-B639-9351B6E026B7}" type="datetimeFigureOut">
              <a:rPr lang="ko-KR" altLang="en-US"/>
              <a:pPr>
                <a:defRPr/>
              </a:pPr>
              <a:t>2026-06-09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2B432A9E-D0D2-DC09-E9CD-98D783371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6C1A39EE-E623-3E4A-9856-1594A993B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658387-A0CF-4E6F-8394-25BC9A3652A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309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220261E1-8221-5F79-95E8-5C0B79AA8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3543D2-1AE7-44B5-82DE-C95A6E0189EC}" type="datetimeFigureOut">
              <a:rPr lang="ko-KR" altLang="en-US"/>
              <a:pPr>
                <a:defRPr/>
              </a:pPr>
              <a:t>2026-06-09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B0185670-C5EC-34D1-1F68-0B404EA3D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3B972C2-30B3-4B54-4277-44EB6F1FA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0A7990-30DD-44E9-8763-EEE8E729F85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5101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7C22D39B-F5FE-8CD9-ADC5-61A3D1697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8A329-3FAB-40FE-9B1B-4D20BE3A1882}" type="datetimeFigureOut">
              <a:rPr lang="ko-KR" altLang="en-US"/>
              <a:pPr>
                <a:defRPr/>
              </a:pPr>
              <a:t>2026-06-09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C835F6C7-BA67-C50F-7992-AD8CDF1F9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2BAE082-ED23-DB05-3B79-56FBD61F6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6DCF23-316E-499E-94CC-33E069BDAE0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670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BB051E-650C-C0FF-926B-89BC1A38B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A25079-51F7-46FB-A672-46D3A3B5DB65}" type="datetimeFigureOut">
              <a:rPr lang="ko-KR" altLang="en-US"/>
              <a:pPr>
                <a:defRPr/>
              </a:pPr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494713-9D2B-404B-6C17-820870FDA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076C91-A8B8-3A00-AA3D-AEF78DF62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6B5D6D-10AA-4D73-BFA3-BAE459078A2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279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633172-1C74-6E78-8C04-04AC3AAD3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6AD690-3094-4EF3-84C7-2425656ADDB2}" type="datetimeFigureOut">
              <a:rPr lang="ko-KR" altLang="en-US"/>
              <a:pPr>
                <a:defRPr/>
              </a:pPr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843543-5880-40FA-4C43-FCD9E026F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4116A6-5DEF-CB35-6392-93E73FF09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8476B4-E650-4548-AEDE-0F96D2F1CE1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8927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3C1D0025-1B33-C713-663C-8DC589C23CA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01431214-751F-1A2A-6E8A-496067CC6F0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DD390C-B690-7B1D-AE96-00248FD4A2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B284345-8545-4260-B9D7-D050708818DE}" type="datetimeFigureOut">
              <a:rPr lang="ko-KR" altLang="en-US"/>
              <a:pPr>
                <a:defRPr/>
              </a:pPr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0A346C-2ED2-B899-9F49-6BB07EE7B7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8E05AA-5900-099B-D2CB-AE4B50CC9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435BA1D-EB9B-4C64-9B89-7F62B675DDB0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88E1EBB8-3795-88A7-427C-7B008B6E46F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773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FA7E321-0B04-4864-26AB-FC843EEEF9F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8972" y="5729"/>
            <a:ext cx="9172972" cy="515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597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2373</TotalTime>
  <Words>0</Words>
  <Application>Microsoft Office PowerPoint</Application>
  <PresentationFormat>화면 슬라이드 쇼(4:3)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419</cp:revision>
  <dcterms:created xsi:type="dcterms:W3CDTF">2012-05-23T04:33:26Z</dcterms:created>
  <dcterms:modified xsi:type="dcterms:W3CDTF">2026-06-08T22:09:08Z</dcterms:modified>
</cp:coreProperties>
</file>