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70" r:id="rId6"/>
    <p:sldId id="271" r:id="rId7"/>
    <p:sldId id="272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83FA371-A1BF-7C20-EE07-8C8A70E5BD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BF20DB-DD72-2316-B66D-481843C3BB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3FAABAC-AF92-4982-A23C-38451A3B51F1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097EAC2-C963-7D9F-6431-E300FCCAC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FBEE29F-5FB1-C0A1-EE6B-C2BBF92E6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9E5797-B5AF-2F7A-3C77-E045AC2E18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2B4F0-44B4-144B-F038-08F15E967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50521F7B-A1A3-4616-B824-08BA69574CF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A6FCEE7-48BE-024A-91F1-38DB270035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197F6FF5-AB9B-4204-2A45-6F12197F22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E284B66-F781-4507-A838-EE0FA622F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23553A8-5890-4E76-A829-E1D63C0D5BF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93CD0-6D34-4AF5-9F82-30915966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15DC9-CB55-4769-89E5-ADCA79499B89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75AF1-E3E9-2646-4D27-8A219306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0D731-7D5C-C3C7-86C4-DDF6E5D0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5B03C-F4AA-40BF-83E1-F9E338E98D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71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C9B8C6-069A-239C-57E3-463F6A0C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D503C-77EE-41E8-8F0E-4FEED67F7E1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F3844-ECE1-6645-C8AB-EFC9390F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A1DD99-BF9F-C1A8-0C1B-934396A6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6BCD8-4DF6-4530-B3F2-3635EBE834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12B08-0439-0B3A-054A-13C47A75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1E81C-464F-4272-999E-1A0649EAA4B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D2A02-E6FE-AA1A-1BD8-AF29A437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16F0F-2BE0-BCCD-B706-5D1360F9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18109-06C0-44A7-B212-2C8E3321FE2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9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0D386E7-E197-DF19-18C8-CA980E0B7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F96A9-1EB7-4897-94B3-8F409407B209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8657917-07B0-BF04-B35E-8D7A5898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EF4DDAE-158C-8ED9-6540-BF1B0D00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28E6A-86DF-4AC2-9179-0017DC88E4F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66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C4E2569-9A56-47B9-4F83-6AF98FAE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FA72F-F908-425F-B391-4E7FC95197B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EB4400D-D5EE-E9E3-4F40-8CB5927C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80B3A60-9044-C010-BE5A-A260D66B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F19-B0B3-4179-9A2B-9137B5B99C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85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A81E14D-A3A4-5968-55DB-FCA89611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543A4-AC37-426B-BF17-349AAFA8A9E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0FDE997-07C4-C153-7A34-891A5629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D59551E-B1B5-8EDA-C47E-6711CBD3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9AAFB-510A-49D6-A16C-4205A7F66F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58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6C2CB82-ABB0-D5DA-28C9-E20234EB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F3CCB-0267-4FB9-BEFE-1B67700953E8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31BF64FC-76EE-152F-BF6A-B1678D56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DF2157E-9A17-66E8-6112-4AED27F6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9CD63-E314-460D-9EB0-E5E1BFF287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62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B72D5DE-4322-9E9A-8C42-CD4B891A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409D0-CABC-4B2E-B34F-04F20F00A5C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5E6DEB9-361E-1F18-7651-3B1A9EB5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A78CA06-76FE-7BC6-C69F-62C7BF5A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EA97A-AA7A-4C4F-AF83-6C25099611C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03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A8B358C-493A-1D3E-EC45-8FBD3C84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2D00D-CFA6-44FB-A4D5-FB9D58E4F2AB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B00A3CE-BF16-D083-F83D-67557521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0588C8B-E69A-DEB6-E6C8-6D83E6FC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91484-F696-46DC-AAD2-89AC8B3ED29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66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4302C5-D71E-9154-A8FE-64C4100F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6CB81-6E03-4EE6-8074-2318B9E6E40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22CB41-433B-F4FE-684D-495C686B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E5C5F1-B611-7009-5051-B71CCE09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E1ED5-8B80-4958-AFFB-6BB155CCB7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8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0B6CB-8442-3E4F-D838-247264FD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C9DF2-8DC0-4542-BA8C-2B6B9CE52B36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960340-10D5-9CC7-34E6-42188E2D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4A19E-E0BC-724C-34EE-1978E94E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63AAD-AC51-43C0-9686-C73BA4114E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95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F9179B7-A067-B9BB-9F55-D40334C4E11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F0764B3-98E6-E1E0-3682-4C002D4945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800E9-AA30-E96A-BF06-B5683BD3D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205898-AEB4-4566-B184-5ABEDC86F6B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EF1EBC-A8AF-166D-1238-03426D90C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A68D37-42B6-D2AC-963B-11DBD5797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7BB4C9D-EE45-430E-8D69-501BFFB8568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780FDB1-654C-147E-DABB-F078BA47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103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D9F69C5-69CE-1B18-E13F-9A5EFE2DF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96757AA-663F-AE78-02ED-F0B640383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AF3E800-47F6-2AFC-C50B-DDE76639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DFD8A4C-89CB-DEDD-0719-F0F961404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826D215-5510-2E96-2D19-BF702CC3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912B566-8BE1-DE91-D189-249828169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A6AAF37-C722-64A8-2F93-7867A023B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52738"/>
            <a:ext cx="8632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7313CEB7-5BC6-F7E1-DB00-9754BC4B0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B54BCBBA-9EB9-7E0F-9C98-ABF73C8E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5A62F121-57A6-5951-2654-C9C2DDFCA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2296B9-3433-C94E-A2AB-A1AD00C04DD6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38C339E2-D457-57A4-2D59-4EDB627EFFC6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78A4F-A744-FC40-B600-1C05A7524E8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95DD63-182E-8B8F-FA78-03634CA35B9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AA954424-D251-80D5-9F5E-348AE75412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CFA04E1-FE34-AC37-054C-CAA44DCC5527}"/>
              </a:ext>
            </a:extLst>
          </p:cNvPr>
          <p:cNvSpPr/>
          <p:nvPr/>
        </p:nvSpPr>
        <p:spPr>
          <a:xfrm>
            <a:off x="2484438" y="2493963"/>
            <a:ext cx="4176712" cy="273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1BF3-416A-7A8A-A684-76BD89A6BC4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E2477B-8621-EDC5-C58A-D43B6223F4E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F350EBC7-F8D9-4BE7-C86F-F78A5DA92A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4013"/>
            <a:ext cx="8207375" cy="4468812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2EBBDAC-0970-5B6B-02B0-8A3D38AC9881}"/>
              </a:ext>
            </a:extLst>
          </p:cNvPr>
          <p:cNvSpPr/>
          <p:nvPr/>
        </p:nvSpPr>
        <p:spPr>
          <a:xfrm>
            <a:off x="1908175" y="2420938"/>
            <a:ext cx="5256213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C52E3-C0D4-82F6-1C9E-CEB8317799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E56182-2CB6-E605-14CC-C75293F58F6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0">
            <a:extLst>
              <a:ext uri="{FF2B5EF4-FFF2-40B4-BE49-F238E27FC236}">
                <a16:creationId xmlns:a16="http://schemas.microsoft.com/office/drawing/2014/main" id="{E84F4669-99BD-34A0-495E-D23077C082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FDC102C-68D0-D43A-EF22-3031018647F0}"/>
              </a:ext>
            </a:extLst>
          </p:cNvPr>
          <p:cNvSpPr/>
          <p:nvPr/>
        </p:nvSpPr>
        <p:spPr>
          <a:xfrm>
            <a:off x="3276600" y="2565400"/>
            <a:ext cx="3024188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7613F-2ECE-061E-AE3C-D6A4DCCE842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F69FB8-B18D-8498-FD63-C6FC6FA3D77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1">
            <a:extLst>
              <a:ext uri="{FF2B5EF4-FFF2-40B4-BE49-F238E27FC236}">
                <a16:creationId xmlns:a16="http://schemas.microsoft.com/office/drawing/2014/main" id="{30F4798D-43E6-38B2-E673-AC5B3BF738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242B5AA-B3F7-AC09-68EC-CA19D9829297}"/>
              </a:ext>
            </a:extLst>
          </p:cNvPr>
          <p:cNvSpPr/>
          <p:nvPr/>
        </p:nvSpPr>
        <p:spPr>
          <a:xfrm>
            <a:off x="2051050" y="2997200"/>
            <a:ext cx="3384550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4F667-CC61-8440-B558-E699C6C0136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5AD95A-6E05-E827-1E58-FB692641030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C4D8E3FB-F6E1-37ED-5501-9823E832AF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8C6B362-FF5E-5C8C-8791-FB1E72A545FC}"/>
              </a:ext>
            </a:extLst>
          </p:cNvPr>
          <p:cNvSpPr/>
          <p:nvPr/>
        </p:nvSpPr>
        <p:spPr>
          <a:xfrm>
            <a:off x="3132138" y="3357563"/>
            <a:ext cx="3816350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153</Words>
  <Application>Microsoft Office PowerPoint</Application>
  <PresentationFormat>화면 슬라이드 쇼(4:3)</PresentationFormat>
  <Paragraphs>19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도배(벽-방3곳) </vt:lpstr>
      <vt:lpstr>도배(천정-방3곳)</vt:lpstr>
      <vt:lpstr>장판(거실)</vt:lpstr>
      <vt:lpstr>장판(방3곳)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428</cp:revision>
  <cp:lastPrinted>2022-08-17T02:53:58Z</cp:lastPrinted>
  <dcterms:created xsi:type="dcterms:W3CDTF">2012-05-23T04:33:26Z</dcterms:created>
  <dcterms:modified xsi:type="dcterms:W3CDTF">2026-05-28T06:12:17Z</dcterms:modified>
</cp:coreProperties>
</file>