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3" d="100"/>
          <a:sy n="83" d="100"/>
        </p:scale>
        <p:origin x="82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8-107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8-107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거실 걸레 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이종근(Jong Guen Lee)[dandi]</cp:lastModifiedBy>
  <cp:revision>489</cp:revision>
  <dcterms:created xsi:type="dcterms:W3CDTF">2015-01-28T03:52:40Z</dcterms:created>
  <dcterms:modified xsi:type="dcterms:W3CDTF">2026-05-28T08:08:27Z</dcterms:modified>
</cp:coreProperties>
</file>