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95" r:id="rId3"/>
    <p:sldId id="259" r:id="rId4"/>
    <p:sldId id="260" r:id="rId5"/>
    <p:sldId id="261" r:id="rId6"/>
    <p:sldId id="262" r:id="rId7"/>
    <p:sldId id="263" r:id="rId8"/>
    <p:sldId id="264" r:id="rId9"/>
    <p:sldId id="281" r:id="rId10"/>
    <p:sldId id="282" r:id="rId11"/>
    <p:sldId id="285" r:id="rId12"/>
    <p:sldId id="284" r:id="rId13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90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CEE92B0-BD0D-5C4F-F01E-F0FB5F497F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F86B075-C5E5-EEF6-61C3-42C6355E298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76A681CA-2C4A-4F2C-9B69-DD6348E65EE3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60974651-8843-8C23-849F-DD9AC42CE8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DA51318F-E8E1-BAC5-53D0-8E18ACB89C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A040A3-C6A4-D38B-E550-71864A58C0A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DA8E9B-ED1A-8D2F-6E30-B6F04825A6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045A78F8-3E31-489B-97D5-DFAA50BAFF9B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228521C0-292F-C26E-C654-E7EAEC45B32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203ADA29-7F72-2A30-7766-63CB7563CE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BADF99F3-D4C1-C59F-8D3B-172EA90F8D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044A2DEE-5AE1-4DDC-9114-465FCA0278E5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35402C-7DFD-D2C7-5D3D-F419AB88C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D56C97-6E28-4E82-BC58-D11B59801FC1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B67EB5-D10C-0BF1-9F43-D23ED45C6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75D049-DDD2-A561-7D57-28DF96E5E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2A3BC5-5FA4-4DB2-B06C-AECA6F5356B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998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DF04F6-E135-B756-9F21-5C3D43438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7F5343-65BF-49E5-AA27-272393E03E2A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0C1CF2-7B93-13DC-9942-C00FCF64A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E0811C-8193-D11A-A60A-1C6C43D59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548F47-4F65-4ACD-A94E-E9A374888AF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0658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2670B2-D142-A104-221A-B5AF9CDD1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CED13F-12F0-4B67-9F4B-591D8DA16D6E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7092B8-3063-97E4-AB66-C408AC09F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110D98-0C2B-6E3E-696D-3C119AB79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316C09-8748-45A0-AE69-B690CD87B02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2916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CBDBDE77-4798-0D42-85D6-A4115846B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238986-B290-4C5A-AFE8-144F1613110A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C6957C3C-F704-13AF-1D45-9A091E677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0F38EC0-E53F-06C2-AC75-6D2403110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8085C5-FF3F-4415-865C-A1CC7F8DC3B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2225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469661A3-F088-94E0-5D3C-E5C882AE7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6B62CD-9C32-4CE6-A4E6-26CF58A42563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5A32EEBC-AAF6-AEF8-C1CD-C0A331A3E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7C97AA49-3683-710B-E122-4D540106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55B021-BEAC-454C-B3C4-C306079223A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7762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FC1D5053-10D6-F8DC-6AE9-8F6045AB3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6CF779-1874-46D9-8C21-7D6BA112185D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F7C45BAE-94FF-0CD8-5D5A-02321B18B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9F2528C2-4DED-E028-9489-7D15CA5A9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B2856C-EAED-455A-AB29-84A74C1DCEA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084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801FBA3F-AE2E-D363-9014-562B52A1A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E65B45-AC74-4FFD-BCEF-033D86EDAAD4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BCA9C397-E68D-DE28-9E33-2115D8AEA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3320C888-7C71-2C30-FD41-0CF472D45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572A42-68B3-466F-A429-FCD340E3D21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1534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39E09E92-4246-5D75-D4C9-C392C1771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76ADA4-1967-4EA6-ADFB-49A332F1F67B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1B266B96-BD1B-28A9-AC28-FB4763E73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9E4C8B8B-B8D1-0010-FD76-58C77176B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005B98-31CF-49D9-B25F-6D8AC0C0F44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0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1246F137-93BE-A803-6304-C90342562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871BE9-00F3-4E50-934C-726B976947A0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8130C431-D79B-4D45-BC5B-942F50C33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9A5B0DE4-65B6-3C7D-BFB4-97A830302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A1AABD-AB73-440C-88EB-E398BC097CE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6520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AEEC83-3FAF-3F5F-CCA2-A445511E1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ED89E8-2D24-4BAE-A398-4F48E175CF6C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991C11-BBF3-087A-E520-975F9DE3D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6A1E52-39EB-3379-975D-2E77A9ED1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C94AAD-CB65-4035-89E6-6EB30981CE4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6450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7B67BE-5B8B-21B3-287D-79AA0EA94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31B6C6-CE91-4163-B25D-741126CF1112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5933C1-F495-3915-1943-9045BB989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304E23-A8D8-B604-6E85-F00C59598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CDCDB8-9FDC-4678-993B-01905139B2E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067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1FEB0778-1A21-DCC0-6C84-1E34CF48E33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FB9AEBA4-9D00-E70F-2ABE-23A3E93F905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78DD26-6E8B-6B02-E008-49A7ACEA9D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7806733-0BFC-4A99-98BE-C5BF081323A0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01B73C-BFC8-9BF0-19BD-D16A059AC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C9CE24-B594-EB41-B509-A701C5B0B9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F76B822-F15C-482C-A811-151F724ACA70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D1C5717E-4667-3E57-33F1-4C21DADB1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66900"/>
            <a:ext cx="5976938" cy="554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8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107</a:t>
            </a:r>
            <a:r>
              <a:rPr kumimoji="0" lang="ko-KR" altLang="en-US" sz="3000" b="1"/>
              <a:t>호 수장공사 작업의뢰서</a:t>
            </a:r>
            <a:endParaRPr kumimoji="0" lang="ko-KR" altLang="en-US" sz="30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9D81A602-E15C-3483-53A6-F9C51F6B67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8F831385-3FD1-3480-8CDA-6D87392F5E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2026. 04. 27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EC983324-ADD9-A9F4-BE74-132DD6F37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8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107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124BEE90-D436-E004-4A52-1DAB30FF0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58888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04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27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A7FAF292-B7D3-0EDB-5E6B-E864EAC95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1131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676C4982-9BE4-0958-4280-C2BA7D991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8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107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8B16918F-12CE-77CD-78AC-5CFEEB8C0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2636838"/>
            <a:ext cx="844232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천정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문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문틀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방화문내부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뒤베란다전체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거실 걸레받이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보수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공사 요함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92242FF0-BB51-DE67-3E84-BB6AB3254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63537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CDED2B0F-6E3F-6571-B630-3D60D1ECB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25638"/>
            <a:ext cx="28384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C6CB7E2E-0BBB-855D-DBD7-C2E4D8455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2263775"/>
            <a:ext cx="27844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6AC3D9A-3100-A919-9D9C-3B076ED2CA12}"/>
              </a:ext>
            </a:extLst>
          </p:cNvPr>
          <p:cNvSpPr/>
          <p:nvPr/>
        </p:nvSpPr>
        <p:spPr bwMode="auto">
          <a:xfrm>
            <a:off x="3425825" y="4275138"/>
            <a:ext cx="2509838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47" name="아래쪽 화살표 46">
            <a:extLst>
              <a:ext uri="{FF2B5EF4-FFF2-40B4-BE49-F238E27FC236}">
                <a16:creationId xmlns:a16="http://schemas.microsoft.com/office/drawing/2014/main" id="{0D78B794-6AF6-A150-2F7E-000E7BFB09E5}"/>
              </a:ext>
            </a:extLst>
          </p:cNvPr>
          <p:cNvSpPr/>
          <p:nvPr/>
        </p:nvSpPr>
        <p:spPr>
          <a:xfrm>
            <a:off x="4284663" y="5229225"/>
            <a:ext cx="792162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3A6A43-9A31-62F3-6F93-AEDDE727958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도배</a:t>
            </a:r>
            <a:r>
              <a:rPr lang="en-US" altLang="ko-KR" b="1"/>
              <a:t>(</a:t>
            </a:r>
            <a:r>
              <a:rPr lang="ko-KR" altLang="en-US" b="1"/>
              <a:t>벽</a:t>
            </a:r>
            <a:r>
              <a:rPr lang="en-US" altLang="ko-KR" b="1"/>
              <a:t>-</a:t>
            </a:r>
            <a:r>
              <a:rPr lang="ko-KR" altLang="en-US" b="1"/>
              <a:t>거실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119C673-4F98-8BBC-6148-13304078CEF4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7">
            <a:extLst>
              <a:ext uri="{FF2B5EF4-FFF2-40B4-BE49-F238E27FC236}">
                <a16:creationId xmlns:a16="http://schemas.microsoft.com/office/drawing/2014/main" id="{21E3788B-82B6-8AD7-D5E6-E6285292E1B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443371BF-AEF0-DC36-AB03-FF97010C2918}"/>
              </a:ext>
            </a:extLst>
          </p:cNvPr>
          <p:cNvSpPr/>
          <p:nvPr/>
        </p:nvSpPr>
        <p:spPr>
          <a:xfrm>
            <a:off x="2916238" y="2636838"/>
            <a:ext cx="3600450" cy="24479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EB711C-0593-9EB8-282A-4567A6B5202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도배</a:t>
            </a:r>
            <a:r>
              <a:rPr lang="en-US" altLang="ko-KR" b="1"/>
              <a:t>(</a:t>
            </a:r>
            <a:r>
              <a:rPr lang="ko-KR" altLang="en-US" b="1"/>
              <a:t>벽</a:t>
            </a:r>
            <a:r>
              <a:rPr lang="en-US" altLang="ko-KR" b="1"/>
              <a:t>-</a:t>
            </a:r>
            <a:r>
              <a:rPr lang="ko-KR" altLang="en-US" b="1"/>
              <a:t>방</a:t>
            </a:r>
            <a:r>
              <a:rPr lang="en-US" altLang="ko-KR" b="1"/>
              <a:t>3</a:t>
            </a:r>
            <a:r>
              <a:rPr lang="ko-KR" altLang="en-US" b="1"/>
              <a:t>곳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696B163-91B9-DC2C-0912-D24BBAABBECC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8">
            <a:extLst>
              <a:ext uri="{FF2B5EF4-FFF2-40B4-BE49-F238E27FC236}">
                <a16:creationId xmlns:a16="http://schemas.microsoft.com/office/drawing/2014/main" id="{DBB7A217-A358-2225-9436-B27B5FC2766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F59847E9-D8B1-1517-8166-D23E0B5E78C9}"/>
              </a:ext>
            </a:extLst>
          </p:cNvPr>
          <p:cNvSpPr/>
          <p:nvPr/>
        </p:nvSpPr>
        <p:spPr>
          <a:xfrm>
            <a:off x="2195513" y="2636838"/>
            <a:ext cx="5616575" cy="25923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A04F82-8D75-002F-1018-C6D557E3BAB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>
                <a:latin typeface="+mj-ea"/>
              </a:rPr>
              <a:t>도배</a:t>
            </a:r>
            <a:r>
              <a:rPr lang="en-US" altLang="ko-KR" b="1">
                <a:latin typeface="+mj-ea"/>
              </a:rPr>
              <a:t>(</a:t>
            </a:r>
            <a:r>
              <a:rPr lang="ko-KR" altLang="en-US" b="1">
                <a:latin typeface="+mj-ea"/>
              </a:rPr>
              <a:t>천정</a:t>
            </a:r>
            <a:r>
              <a:rPr lang="en-US" altLang="ko-KR" b="1">
                <a:latin typeface="+mj-ea"/>
              </a:rPr>
              <a:t>-</a:t>
            </a:r>
            <a:r>
              <a:rPr lang="ko-KR" altLang="en-US" b="1">
                <a:latin typeface="+mj-ea"/>
              </a:rPr>
              <a:t>거실</a:t>
            </a:r>
            <a:r>
              <a:rPr lang="en-US" altLang="ko-KR" b="1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388D7F9-FB2A-3019-57F1-83A3EB82B2C7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Picture 29">
            <a:extLst>
              <a:ext uri="{FF2B5EF4-FFF2-40B4-BE49-F238E27FC236}">
                <a16:creationId xmlns:a16="http://schemas.microsoft.com/office/drawing/2014/main" id="{55787BBA-A491-0B5D-684D-8BBF0B4B364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628775"/>
            <a:ext cx="8229600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39895D6A-2DB0-2443-A588-BA0AECDB26C2}"/>
              </a:ext>
            </a:extLst>
          </p:cNvPr>
          <p:cNvSpPr/>
          <p:nvPr/>
        </p:nvSpPr>
        <p:spPr>
          <a:xfrm>
            <a:off x="3779838" y="2852738"/>
            <a:ext cx="1368425" cy="11525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EB3145-54B2-39BE-B24E-27E2AF8F308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sz="4000" b="1" dirty="0">
                <a:latin typeface="+mj-ea"/>
              </a:rPr>
              <a:t>도배</a:t>
            </a:r>
            <a:r>
              <a:rPr lang="en-US" altLang="ko-KR" sz="4000" b="1" dirty="0">
                <a:latin typeface="+mj-ea"/>
              </a:rPr>
              <a:t>(</a:t>
            </a:r>
            <a:r>
              <a:rPr lang="ko-KR" altLang="en-US" sz="4000" b="1" dirty="0">
                <a:latin typeface="+mj-ea"/>
              </a:rPr>
              <a:t>천정</a:t>
            </a:r>
            <a:r>
              <a:rPr lang="en-US" altLang="ko-KR" sz="4000" b="1" dirty="0">
                <a:latin typeface="+mj-ea"/>
              </a:rPr>
              <a:t>-</a:t>
            </a:r>
            <a:r>
              <a:rPr lang="ko-KR" altLang="en-US" sz="4000" b="1" dirty="0"/>
              <a:t> 방</a:t>
            </a:r>
            <a:r>
              <a:rPr lang="en-US" altLang="ko-KR" sz="4000" b="1" dirty="0"/>
              <a:t>3</a:t>
            </a:r>
            <a:r>
              <a:rPr lang="ko-KR" altLang="en-US" sz="4000" b="1" dirty="0"/>
              <a:t>곳</a:t>
            </a:r>
            <a:r>
              <a:rPr lang="en-US" altLang="ko-KR" sz="4000" b="1" dirty="0"/>
              <a:t>)</a:t>
            </a:r>
            <a:endParaRPr lang="ko-KR" altLang="en-US" sz="4000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8EE9227-9043-0254-39C3-B231095A7ACB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Picture 30">
            <a:extLst>
              <a:ext uri="{FF2B5EF4-FFF2-40B4-BE49-F238E27FC236}">
                <a16:creationId xmlns:a16="http://schemas.microsoft.com/office/drawing/2014/main" id="{1CBBBC26-6C4C-63C0-751E-C15CC55984C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9425" y="1628775"/>
            <a:ext cx="8196263" cy="4516438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6F987530-9EC9-9A7B-14EF-38E7ABE6BD60}"/>
              </a:ext>
            </a:extLst>
          </p:cNvPr>
          <p:cNvSpPr/>
          <p:nvPr/>
        </p:nvSpPr>
        <p:spPr>
          <a:xfrm>
            <a:off x="3851275" y="2781300"/>
            <a:ext cx="1657350" cy="1295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1CC1F2-A1FF-75FF-01B9-5E3B4DA4122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>
                <a:latin typeface="+mj-ea"/>
              </a:rPr>
              <a:t>장판</a:t>
            </a:r>
            <a:r>
              <a:rPr lang="en-US" altLang="ko-KR" b="1">
                <a:latin typeface="+mj-ea"/>
              </a:rPr>
              <a:t>(</a:t>
            </a:r>
            <a:r>
              <a:rPr lang="ko-KR" altLang="en-US" b="1">
                <a:latin typeface="+mj-ea"/>
              </a:rPr>
              <a:t>거실</a:t>
            </a:r>
            <a:r>
              <a:rPr lang="en-US" altLang="ko-KR" b="1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4A65444-DC0B-C696-0710-57B9E47F8377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Picture 32">
            <a:extLst>
              <a:ext uri="{FF2B5EF4-FFF2-40B4-BE49-F238E27FC236}">
                <a16:creationId xmlns:a16="http://schemas.microsoft.com/office/drawing/2014/main" id="{59350F95-AC92-F98B-F5F0-079C0B18992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06512AFC-34BE-247C-67FA-E1B83AC31C90}"/>
              </a:ext>
            </a:extLst>
          </p:cNvPr>
          <p:cNvSpPr/>
          <p:nvPr/>
        </p:nvSpPr>
        <p:spPr>
          <a:xfrm>
            <a:off x="4211638" y="3286125"/>
            <a:ext cx="1368425" cy="1295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CFCAB-9BE1-32B8-CF2C-5D07EC89470F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장판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3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37E661A-B263-E783-8C2D-D09BB3BD1628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1268" name="Picture 31">
            <a:extLst>
              <a:ext uri="{FF2B5EF4-FFF2-40B4-BE49-F238E27FC236}">
                <a16:creationId xmlns:a16="http://schemas.microsoft.com/office/drawing/2014/main" id="{BB024945-0D8D-76E6-655A-FCAA51A93DD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54130D04-F450-BF28-1764-BCBEBF2B85D1}"/>
              </a:ext>
            </a:extLst>
          </p:cNvPr>
          <p:cNvSpPr/>
          <p:nvPr/>
        </p:nvSpPr>
        <p:spPr>
          <a:xfrm>
            <a:off x="4067175" y="3213100"/>
            <a:ext cx="1296988" cy="12239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C95268-F136-09B9-B27E-DD218A19016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문</a:t>
            </a:r>
            <a:r>
              <a:rPr lang="en-US" altLang="ko-KR" b="1" dirty="0">
                <a:latin typeface="+mj-ea"/>
              </a:rPr>
              <a:t>,</a:t>
            </a:r>
            <a:r>
              <a:rPr lang="ko-KR" altLang="en-US" b="1" dirty="0">
                <a:latin typeface="+mj-ea"/>
              </a:rPr>
              <a:t>문틀</a:t>
            </a:r>
            <a:r>
              <a:rPr lang="en-US" altLang="ko-KR" b="1" dirty="0">
                <a:latin typeface="+mj-ea"/>
              </a:rPr>
              <a:t>-</a:t>
            </a: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3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FA9208D-6369-0648-0AB8-208A3404024C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2292" name="Picture 33">
            <a:extLst>
              <a:ext uri="{FF2B5EF4-FFF2-40B4-BE49-F238E27FC236}">
                <a16:creationId xmlns:a16="http://schemas.microsoft.com/office/drawing/2014/main" id="{FC177227-B4FD-3744-0477-864FC355312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FA28D31F-9584-4133-0351-210736EBB545}"/>
              </a:ext>
            </a:extLst>
          </p:cNvPr>
          <p:cNvSpPr/>
          <p:nvPr/>
        </p:nvSpPr>
        <p:spPr>
          <a:xfrm>
            <a:off x="2484438" y="3357563"/>
            <a:ext cx="4003675" cy="13652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E21B11-F116-6C2C-E988-32358A08588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 err="1">
                <a:latin typeface="+mj-ea"/>
              </a:rPr>
              <a:t>방화문내부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3D42FCB-460B-72E6-9DCD-87D01615F3BF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3316" name="Picture 33">
            <a:extLst>
              <a:ext uri="{FF2B5EF4-FFF2-40B4-BE49-F238E27FC236}">
                <a16:creationId xmlns:a16="http://schemas.microsoft.com/office/drawing/2014/main" id="{C410F8A2-1AA1-D93F-113C-48218678545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4F1C6600-9C5F-B0E1-3A39-DADD59EF1E65}"/>
              </a:ext>
            </a:extLst>
          </p:cNvPr>
          <p:cNvSpPr/>
          <p:nvPr/>
        </p:nvSpPr>
        <p:spPr>
          <a:xfrm>
            <a:off x="4427538" y="2925763"/>
            <a:ext cx="792162" cy="19431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1B5E63-92F3-A9C5-B8FA-EE9716B5A15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/>
              <a:t>앞</a:t>
            </a:r>
            <a:r>
              <a:rPr lang="en-US" altLang="ko-KR" b="1" dirty="0"/>
              <a:t>,</a:t>
            </a:r>
            <a:r>
              <a:rPr lang="ko-KR" altLang="en-US" b="1" dirty="0"/>
              <a:t>뒤베란다전체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67C71C4-10DD-4D4B-59ED-940C356E500D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4340" name="Picture 28">
            <a:extLst>
              <a:ext uri="{FF2B5EF4-FFF2-40B4-BE49-F238E27FC236}">
                <a16:creationId xmlns:a16="http://schemas.microsoft.com/office/drawing/2014/main" id="{34909D93-CDD8-35F7-39E3-1D0D21C7D93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B5EC52B2-270F-E409-1603-1EBBEBE5B084}"/>
              </a:ext>
            </a:extLst>
          </p:cNvPr>
          <p:cNvSpPr/>
          <p:nvPr/>
        </p:nvSpPr>
        <p:spPr>
          <a:xfrm>
            <a:off x="3635375" y="2133600"/>
            <a:ext cx="2305050" cy="29511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56FE4F-DE90-938F-B246-0796A2A36EA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거실걸레받이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82D0557-45D1-472B-BB59-7994CDB01425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5364" name="Picture 27">
            <a:extLst>
              <a:ext uri="{FF2B5EF4-FFF2-40B4-BE49-F238E27FC236}">
                <a16:creationId xmlns:a16="http://schemas.microsoft.com/office/drawing/2014/main" id="{AA8613E8-19B2-DBFA-FF2F-34DF91A6E92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9425" y="1628775"/>
            <a:ext cx="8207375" cy="4492625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2482157B-F178-8029-F898-ABB6B777A049}"/>
              </a:ext>
            </a:extLst>
          </p:cNvPr>
          <p:cNvSpPr/>
          <p:nvPr/>
        </p:nvSpPr>
        <p:spPr>
          <a:xfrm rot="21087629">
            <a:off x="3328988" y="3217863"/>
            <a:ext cx="2879725" cy="9382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2740</TotalTime>
  <Words>213</Words>
  <Application>Microsoft Office PowerPoint</Application>
  <PresentationFormat>화면 슬라이드 쇼(4:3)</PresentationFormat>
  <Paragraphs>26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도배(벽-거실)</vt:lpstr>
      <vt:lpstr>도배(벽-방3곳)</vt:lpstr>
      <vt:lpstr>도배(천정-거실)</vt:lpstr>
      <vt:lpstr>도배(천정- 방3곳)</vt:lpstr>
      <vt:lpstr>장판(거실)</vt:lpstr>
      <vt:lpstr> 장판(방3곳) </vt:lpstr>
      <vt:lpstr> 도색(문,문틀-방3곳) </vt:lpstr>
      <vt:lpstr> 도색(방화문내부) </vt:lpstr>
      <vt:lpstr> 도색(앞,뒤베란다전체) </vt:lpstr>
      <vt:lpstr> 도색(거실걸레받이)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496</cp:revision>
  <dcterms:created xsi:type="dcterms:W3CDTF">2012-05-23T04:33:26Z</dcterms:created>
  <dcterms:modified xsi:type="dcterms:W3CDTF">2026-05-28T06:11:25Z</dcterms:modified>
</cp:coreProperties>
</file>