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95" r:id="rId3"/>
    <p:sldId id="259" r:id="rId4"/>
    <p:sldId id="260" r:id="rId5"/>
    <p:sldId id="263" r:id="rId6"/>
    <p:sldId id="264" r:id="rId7"/>
    <p:sldId id="281" r:id="rId8"/>
    <p:sldId id="282" r:id="rId9"/>
    <p:sldId id="285" r:id="rId10"/>
    <p:sldId id="296" r:id="rId11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90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EB037F5-07CE-6DAA-4DDD-5630CB2B6B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F222B2C-1FC7-9743-CC4A-CC99A15AA83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82EC3474-AFB2-4D16-B041-5EF5EF0F8500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2F1FC3C0-A388-62FD-8498-9FA03AB261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F14AEECC-24DF-A05E-D57F-6242E729C6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CB3EEC-5B5B-1D4A-5FD0-ECBD5BB90B0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DED638-5292-BEFF-09A7-F810D4ABB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90DC4E04-F2EC-4A6C-8C67-0F9502EFAFCD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A70C8B45-E53E-D291-E4E7-CD08C99C33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033B9839-B1B6-B00F-64E4-89544C0B38D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6AA2E3E8-8963-B3B3-07FE-8028D26EE8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1363" indent="-28416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39825" indent="-22701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597025" indent="-22701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4225" indent="-22701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9396B81-C821-48F4-90F9-A3C919D271E4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4E153F-DB2D-FDCE-7848-B1B19468A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8DF418-6483-4B81-AD72-A5943E1D8C19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8D2966-B147-E5B0-039E-76E725594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9097A1-391E-0DB5-960D-ABD3A3C14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83E6AB-795C-47A9-956E-9D622A7E9EE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814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ABFF13-18B0-475D-6B61-29141EFDB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52973-4176-4F34-B573-9FC805529059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B2441C-E93C-FDD8-5C52-A3C598393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C68ABC-C277-0DA4-4A6B-90F7D058B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67F2B1-C1AA-4D0A-9221-CACCC95EA7C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452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136B68-B799-67C9-292A-D959A3C28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04CCE1-293F-41A9-98E5-7145433F913A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BB8202-EFDD-7194-ED13-710F6CA63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795C06-4C8C-4D35-7453-9833BE7AD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88DC89-142A-432E-A91F-0FCB7D9B601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591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0ED39898-EAB2-245D-3280-81A534DEA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A207AF-A494-464D-83F9-E23B209D9EFF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FBAAD38-71C2-F44F-B881-598D9CE1F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6356C3C2-6160-CB18-868F-797899D15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3EB520-F127-4DD7-847F-D9A5536C74E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700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BFBB4E81-577D-77FD-5F70-ED996DD0B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BE904C-EFA2-495D-B24A-E520E275A5EE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CEA62141-E9C6-B1CA-F791-26A9AF91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4D262E82-2BFA-A1E7-D72B-946D62DF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C5B4AA-7E67-45A8-9DAF-C0E63F68D67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675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E983C5CB-060F-11F0-334A-072FC3008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9F854A-29B3-480F-A64F-9026928A8BC1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439AB29D-4769-429F-59F4-C0BF0E828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3A7FB488-DB58-B588-AC11-E53D9D16D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4DBBEF-38C8-47F9-8FCE-FEE22C02CB0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23F0300B-93E4-940F-6EFC-D1D54A15D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AA779C-E2E9-42A5-B31B-04FEA86E8C0E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07FA60A5-8763-B29B-9CD0-A93642D0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D9E04AF5-F0D2-1FA4-4B5C-024EC7A80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879CD5-F6C7-4071-89BA-F894B025214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474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7F3C28A3-F058-26DC-7302-119369461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277F1C-22D2-4198-A793-63267650D449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29E228D-51CF-E6F1-2D3D-F9800F0B3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127A768-FBFB-5ADA-963E-94D2D4334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66E7D7-7F96-4D82-8216-DEFD154E3F1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666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56471670-C10C-F12E-CBFE-F9B4B13FA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98A1C4-60C4-4E69-81CC-AE9DE2BA260B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F63ABBC6-FACD-0E12-98C0-CB2DED91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51D20E6-B174-8DC0-0941-9DD6EE94D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A066D8-6F6C-43FD-9913-B7353DBCB24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401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C5CFAC-6838-F07C-BB57-27239F5F5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B7D2DC-9447-4B38-9FF3-BEE2FD2213B9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4B7B7B-8B71-1D22-242B-569467E5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61ECB5-196E-44E5-8F65-6655FE59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38C35D-E3DF-4E90-BF8B-902712F6BD3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63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C53CB-AF0C-C064-5FB9-2FED6E85B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E9554A-A09D-4131-821F-CFC8F95CFBF0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1AFFD8-D332-18BA-C16E-812DD9C99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7AFC33-0C93-6858-BF52-185D622B2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563A5B-48C9-4757-82B8-EE9F33D4E2F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382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8377D027-B1A1-44C9-F409-119BA1B1F5F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CF94ECD9-1407-269E-8DBA-8F6CE521B6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0D0CC5-F8EC-EF0C-7A0B-C9F2FB4D0B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D972F79-446C-442D-A618-DFB4771483AD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DB9F2F-D3F2-1201-7342-6A8A024678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E404CC-B4D1-C46E-3793-A56B25ED26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31B7634-3B06-4376-8DCF-5E549EB010D9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DBE9F553-55C2-A32E-2C3A-EB270ED5F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8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308</a:t>
            </a:r>
            <a:r>
              <a:rPr kumimoji="0" lang="ko-KR" altLang="en-US" sz="3000" b="1"/>
              <a:t>호 수장공사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FFA9B2DC-4076-45AD-7335-7A59FF841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C2B4B931-111B-843A-2528-BD0763A13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2026. 05. 21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47774546-43B5-2030-82B3-18979F8B5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8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308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B1ECDD3C-5BD8-B641-274C-AD9FF810A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21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4D541050-3EAD-CCDA-B319-A3EA7351B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09C4F755-331E-A4D8-C098-DD274BABC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8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308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24F3A46F-E29A-F309-F119-BF3E13AF9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593975"/>
            <a:ext cx="8442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방화문내부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뒤베란다 전체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거실걸레받이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보수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652CCC34-29AA-93A0-382B-A3418EFF4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36232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B077A4A6-F14E-5F51-CCB7-8CD5F930D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730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5D8B076E-98B9-D002-74BA-765CF3377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FCE32CD-AD49-00CC-8901-C3B4BD90152B}"/>
              </a:ext>
            </a:extLst>
          </p:cNvPr>
          <p:cNvSpPr/>
          <p:nvPr/>
        </p:nvSpPr>
        <p:spPr bwMode="auto">
          <a:xfrm>
            <a:off x="3425825" y="4275138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B0B300EF-92BC-9191-8D7B-8582B8060D77}"/>
              </a:ext>
            </a:extLst>
          </p:cNvPr>
          <p:cNvSpPr/>
          <p:nvPr/>
        </p:nvSpPr>
        <p:spPr>
          <a:xfrm>
            <a:off x="4284663" y="5229225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27A0D-FADB-0F91-900B-A97DE97AFE2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거실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97E15CE-B427-405D-FCB9-1E6DEED1490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556AF574-4018-E068-EF24-A4B5E6DFC3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A444CEF4-B9DB-D9A2-289C-4D4BDE7D68F7}"/>
              </a:ext>
            </a:extLst>
          </p:cNvPr>
          <p:cNvSpPr/>
          <p:nvPr/>
        </p:nvSpPr>
        <p:spPr>
          <a:xfrm>
            <a:off x="2843213" y="2708275"/>
            <a:ext cx="3816350" cy="20891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8D81B-5335-2210-8B6A-6FC9AA6A78D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방</a:t>
            </a:r>
            <a:r>
              <a:rPr lang="en-US" altLang="ko-KR" b="1"/>
              <a:t>3</a:t>
            </a:r>
            <a:r>
              <a:rPr lang="ko-KR" altLang="en-US" b="1"/>
              <a:t>곳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B1C7727-EFD7-CC32-383E-B22BCC2D3CB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A5A159CB-B8F0-1593-4F8D-763D877642E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7BB5A1C5-F66A-EC99-3894-E2DB9E320ABA}"/>
              </a:ext>
            </a:extLst>
          </p:cNvPr>
          <p:cNvSpPr/>
          <p:nvPr/>
        </p:nvSpPr>
        <p:spPr>
          <a:xfrm>
            <a:off x="2195513" y="2565400"/>
            <a:ext cx="5184775" cy="25923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747D58-2607-E54B-FF21-F0714E14681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장판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0EB253-D3C0-334A-5C2D-9ABCA3AB65A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32">
            <a:extLst>
              <a:ext uri="{FF2B5EF4-FFF2-40B4-BE49-F238E27FC236}">
                <a16:creationId xmlns:a16="http://schemas.microsoft.com/office/drawing/2014/main" id="{30566E6C-BB75-9854-88AF-A1CC02D1DF4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513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2B5774C8-C21B-6773-9F55-D08F3ADAC9AA}"/>
              </a:ext>
            </a:extLst>
          </p:cNvPr>
          <p:cNvSpPr/>
          <p:nvPr/>
        </p:nvSpPr>
        <p:spPr>
          <a:xfrm>
            <a:off x="4067175" y="2997200"/>
            <a:ext cx="1657350" cy="15843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688063-45CD-A4DE-111C-0BEFD729AB8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342C1F-C91F-0266-C908-B17429C9A6C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1">
            <a:extLst>
              <a:ext uri="{FF2B5EF4-FFF2-40B4-BE49-F238E27FC236}">
                <a16:creationId xmlns:a16="http://schemas.microsoft.com/office/drawing/2014/main" id="{035F71C8-AFDB-8869-4B9C-CBFBF84D535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8092DE71-471F-8EF2-8C3F-56AC697F8D8B}"/>
              </a:ext>
            </a:extLst>
          </p:cNvPr>
          <p:cNvSpPr/>
          <p:nvPr/>
        </p:nvSpPr>
        <p:spPr>
          <a:xfrm>
            <a:off x="3851275" y="3141663"/>
            <a:ext cx="2016125" cy="12239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1B0D50-C219-422E-B567-A55C2A47744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문</a:t>
            </a:r>
            <a:r>
              <a:rPr lang="en-US" altLang="ko-KR" b="1" dirty="0">
                <a:latin typeface="+mj-ea"/>
              </a:rPr>
              <a:t>,</a:t>
            </a:r>
            <a:r>
              <a:rPr lang="ko-KR" altLang="en-US" b="1" dirty="0">
                <a:latin typeface="+mj-ea"/>
              </a:rPr>
              <a:t>문틀</a:t>
            </a:r>
            <a:r>
              <a:rPr lang="en-US" altLang="ko-KR" b="1" dirty="0">
                <a:latin typeface="+mj-ea"/>
              </a:rPr>
              <a:t>-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15ADCA-DBDD-C7B7-06A1-F86570D8293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3">
            <a:extLst>
              <a:ext uri="{FF2B5EF4-FFF2-40B4-BE49-F238E27FC236}">
                <a16:creationId xmlns:a16="http://schemas.microsoft.com/office/drawing/2014/main" id="{25946392-BA8E-044C-75BA-A18FDC5A37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5C9EF597-67A1-4230-0348-CE61C8889ABE}"/>
              </a:ext>
            </a:extLst>
          </p:cNvPr>
          <p:cNvSpPr/>
          <p:nvPr/>
        </p:nvSpPr>
        <p:spPr>
          <a:xfrm>
            <a:off x="2700338" y="2997200"/>
            <a:ext cx="4248150" cy="14446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4F8E6-0C36-34CD-59BD-830B10329D5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 err="1">
                <a:latin typeface="+mj-ea"/>
              </a:rPr>
              <a:t>방화문내부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5395376-A89C-38C1-062B-5B854A6602C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3">
            <a:extLst>
              <a:ext uri="{FF2B5EF4-FFF2-40B4-BE49-F238E27FC236}">
                <a16:creationId xmlns:a16="http://schemas.microsoft.com/office/drawing/2014/main" id="{9D0F503D-457E-58A1-9CFD-E80B48B17D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772EA3BB-D8FC-AF75-4647-F67CE7C4B1AC}"/>
              </a:ext>
            </a:extLst>
          </p:cNvPr>
          <p:cNvSpPr/>
          <p:nvPr/>
        </p:nvSpPr>
        <p:spPr>
          <a:xfrm>
            <a:off x="3851275" y="3409950"/>
            <a:ext cx="865188" cy="21605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FAC07-FD84-192B-02F8-6BFAEB646F2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/>
              <a:t>앞</a:t>
            </a:r>
            <a:r>
              <a:rPr lang="en-US" altLang="ko-KR" b="1" dirty="0"/>
              <a:t>,</a:t>
            </a:r>
            <a:r>
              <a:rPr lang="ko-KR" altLang="en-US" b="1" dirty="0"/>
              <a:t>뒤베란다전체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7E7DA0-0B3E-D7EC-F0F9-12F29E8ADCA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28">
            <a:extLst>
              <a:ext uri="{FF2B5EF4-FFF2-40B4-BE49-F238E27FC236}">
                <a16:creationId xmlns:a16="http://schemas.microsoft.com/office/drawing/2014/main" id="{FEC1E1ED-402E-F598-4A6B-74840E72AB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1B371578-20D4-E0E6-7293-C985FBD73B67}"/>
              </a:ext>
            </a:extLst>
          </p:cNvPr>
          <p:cNvSpPr/>
          <p:nvPr/>
        </p:nvSpPr>
        <p:spPr>
          <a:xfrm rot="548800">
            <a:off x="1882775" y="3194050"/>
            <a:ext cx="5540375" cy="1520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E964C3-3FF9-BACA-B09D-4C9AF98D339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/>
              <a:t>거실걸레받이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6933874-4834-8396-CB9F-F714D469FED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Picture 28">
            <a:extLst>
              <a:ext uri="{FF2B5EF4-FFF2-40B4-BE49-F238E27FC236}">
                <a16:creationId xmlns:a16="http://schemas.microsoft.com/office/drawing/2014/main" id="{E50FC704-B3FC-8F2D-1157-ADDE732536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12F8FA60-5750-B7DF-A7E1-234B4A2A515B}"/>
              </a:ext>
            </a:extLst>
          </p:cNvPr>
          <p:cNvSpPr/>
          <p:nvPr/>
        </p:nvSpPr>
        <p:spPr>
          <a:xfrm rot="191727">
            <a:off x="2554288" y="3213100"/>
            <a:ext cx="3535362" cy="10080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2745</TotalTime>
  <Words>188</Words>
  <Application>Microsoft Office PowerPoint</Application>
  <PresentationFormat>화면 슬라이드 쇼(4:3)</PresentationFormat>
  <Paragraphs>23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도배(벽-거실)</vt:lpstr>
      <vt:lpstr>도배(벽-방3곳)</vt:lpstr>
      <vt:lpstr>장판(거실)</vt:lpstr>
      <vt:lpstr> 장판(방3곳) </vt:lpstr>
      <vt:lpstr> 도색(문,문틀-방3곳) </vt:lpstr>
      <vt:lpstr> 도색(방화문내부) </vt:lpstr>
      <vt:lpstr> 도색(앞,뒤베란다전체) </vt:lpstr>
      <vt:lpstr> 도색(거실걸레받이)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498</cp:revision>
  <cp:lastPrinted>2025-02-03T04:13:29Z</cp:lastPrinted>
  <dcterms:created xsi:type="dcterms:W3CDTF">2012-05-23T04:33:26Z</dcterms:created>
  <dcterms:modified xsi:type="dcterms:W3CDTF">2026-05-26T00:02:01Z</dcterms:modified>
</cp:coreProperties>
</file>