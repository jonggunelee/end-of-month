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C46EEF8-9B3E-7E7B-0AC7-FE2989BB4E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0D348EE-EDEB-E9EE-4A61-D7E21796D88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771E6C6-4495-4001-B193-E1429C886A8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C793141-3024-C5DB-1622-78F9DB0F5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34320F2-ECB6-7506-F374-31C0E282D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76C19-D96D-FCA4-2847-EEEC6AB731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DCCC4-ED99-483B-E106-605BC0F4E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F9F5C2CB-8655-4E8E-951B-A7DDC10037D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46844E1-A886-89D0-773A-CF4755DDA7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46B995A-E776-C7F8-626B-3DB7FAA0C9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E487F11-A94B-9186-44B4-22C1F8B88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89E1855-2EDA-48B1-B239-D5B592CA81F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D48F6A-159E-3AF8-B612-B064D5F5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42363-69D0-4DFD-AD31-6983D6BEEC2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38060-9806-0095-56C2-F7C14254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81B154-2AC4-D348-2074-65515D5C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161A7-9D3F-4C9A-BF02-3950E2B958F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24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CC1551-52E1-2BD5-65AB-5F734A0E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D27A7-ECDD-42EA-9A62-75A7BC3D2B3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5A8FFE-8FB9-74C4-79DF-C8FC1895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786A4-ECBD-0DBC-80BA-86551F062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9C282-38D6-4F64-9E49-8E3DE847D24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7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B9CC4-64CF-A8EB-A8BE-B5A78A33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C0EBF-A3C1-4BA7-9E0F-6C73D0FC753D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FD32C-DF71-CED2-777E-871CB28A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3A0144-B566-AF5A-124E-60644776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90697-49EA-44DD-BA34-02FB4937099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46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1C96EC1-4065-E21B-537D-AF27D4E4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5FCD0-F50C-4FB4-9821-6331A80F548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92E1D87-AD26-9879-17CC-2B32669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3FADD80-C035-1728-15BA-01F43BED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A1C544-83EE-40FC-ACB9-77E919AB982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05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0D54908-97E4-2799-99BE-DBC2D640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81E5A-8E61-4F5A-8F21-373A62B29FE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E9FE95C-A0B3-553C-AD59-9D0DEE158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6CBCC9B-23D7-62D4-AF4F-14AAF5F7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32F02-8DCA-4FE4-9095-A2D13CC43DC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36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E6817AB7-D8E1-BE55-5B9B-96DAB3FF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24F7D-3649-4D2C-A3BE-AFE182E200EE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72F14C5-F82D-741C-196E-E7FC8873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DAFE440-E9A6-5630-EA48-F069D7E4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412A8F-503C-4045-AD10-1177C31598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28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04BE0304-90C5-71D3-8FA1-E68D865A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ED6CE-A6AA-4B51-800A-E7453898D9A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A5C5A15-C88D-043B-D61F-8889FF7E7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E42D637-ACDB-2DA1-B4E9-6CFBA463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732F43-92ED-4934-84FD-6A1CAC17100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07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2EB5CF1-23AF-D743-CE04-39103295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2A4E8-12D5-41DF-9AFC-A740F7AF13DA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B7C4ED4-E87E-8AAF-2747-841AE17A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9FDDEA7-6B25-FC18-4642-DA2951A25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18CCA-7F58-48C6-A5A2-EBB06515113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51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3162F71-D71B-30C3-4B16-E77AC7133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96AF8-9606-4E29-960D-493C5612956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75D7EDE-1259-1BC4-08BD-92BD9AF8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60857D9-1224-5BA5-1BCF-C1F67E32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4876A-CE4B-4DDA-9CF8-7795C3F0DF8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6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BCE91-0BC7-9F29-C785-814DF967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7EB7E-9C97-4A5C-B561-451E0F44B0B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5FB24-EA08-3954-5D79-99128456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38F4E-BC31-0A78-4815-081EC034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C5B3F7-3547-4631-B948-633703A372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47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853182-B4DD-BD56-3828-341FF6039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6998C-EBAA-403B-A9D3-99AB2DC22969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D4EA7-E97B-109D-1D7B-A87536A1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422AD8-434A-1917-CEB7-544A891D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95932-26A2-4BC6-B9AE-8A6AA62FB27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76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69998A5-E50B-7A34-4084-3CB65ACB03D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8E12EF1-492B-8646-1F23-84752C9A6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85320D-EF4E-2EE6-82A5-6E1E92293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A964FD8-3B2D-49F6-8259-AD6B906D62E5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576C0-428A-3AF7-5E0F-5E98E4775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1D90F-EF94-48F2-F004-DAF11755C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5BEAA87-0F1B-4A7F-9DAB-036B993DD4F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02F02F6-9E31-408A-399F-1055C7604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679575"/>
            <a:ext cx="8785225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7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7,8</a:t>
            </a:r>
            <a:r>
              <a:rPr kumimoji="0" lang="ko-KR" altLang="en-US" sz="2800" b="1"/>
              <a:t>라인 현관문 우측 바닥 누수보수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F0151C5-B817-72EB-D050-8E28C6E1A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45C6200-0224-050B-FFAE-B8C209BF7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736534E-E2D5-A210-7312-82F33F41C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19088"/>
            <a:ext cx="7778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7,8</a:t>
            </a:r>
            <a:r>
              <a:rPr kumimoji="0" lang="ko-KR" altLang="en-US" sz="2400" b="1" u="sng"/>
              <a:t>라인 현관문 우측 바닥 누수 보수 작업의뢰서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BBDD5D9B-A2DC-4FF5-44C4-60E7100E6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501775"/>
            <a:ext cx="26860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DB65CD5-3A4F-63C0-9477-AE54D3394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59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CA6BF6AA-ECC1-ACBC-1246-0E854B202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065213"/>
            <a:ext cx="4713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7,8</a:t>
            </a:r>
            <a:r>
              <a:rPr kumimoji="0" lang="ko-KR" altLang="en-US" sz="1200" b="1"/>
              <a:t>라인 현관문 우측 바닥 누수보수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E9603B4D-D772-9149-1DEF-BA80E8F39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68563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 </a:t>
            </a:r>
            <a:r>
              <a:rPr kumimoji="0" lang="en-US" altLang="ko-KR" sz="1200" b="1"/>
              <a:t>7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7,8</a:t>
            </a:r>
            <a:r>
              <a:rPr kumimoji="0" lang="ko-KR" altLang="en-US" sz="1200" b="1"/>
              <a:t>라인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층 공동 현관문 우측 바닥 누수 보수 작업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FF0000"/>
                </a:solidFill>
              </a:rPr>
              <a:t> 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697D3BD-9321-7CF3-39D2-44FD0C3BF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00438"/>
            <a:ext cx="8562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보수공사를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0C2A0E-646F-3205-C176-8CE39D246EB1}"/>
              </a:ext>
            </a:extLst>
          </p:cNvPr>
          <p:cNvSpPr/>
          <p:nvPr/>
        </p:nvSpPr>
        <p:spPr bwMode="auto">
          <a:xfrm>
            <a:off x="3316288" y="47069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7" name="아래쪽 화살표 26">
            <a:extLst>
              <a:ext uri="{FF2B5EF4-FFF2-40B4-BE49-F238E27FC236}">
                <a16:creationId xmlns:a16="http://schemas.microsoft.com/office/drawing/2014/main" id="{6B2AA859-C258-D473-E24A-2443CF60C109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D158C-4D86-C743-2428-F0F6293951F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600" b="1" dirty="0"/>
              <a:t> </a:t>
            </a:r>
            <a:r>
              <a:rPr lang="en-US" altLang="ko-KR" sz="3600" b="1" dirty="0"/>
              <a:t>7</a:t>
            </a:r>
            <a:r>
              <a:rPr lang="ko-KR" altLang="en-US" sz="3600" b="1" dirty="0"/>
              <a:t>동 </a:t>
            </a:r>
            <a:r>
              <a:rPr lang="en-US" altLang="ko-KR" sz="3600" b="1" dirty="0"/>
              <a:t>7,8</a:t>
            </a:r>
            <a:r>
              <a:rPr lang="ko-KR" altLang="en-US" sz="3600" b="1" dirty="0"/>
              <a:t>라인 현관문 우측 바닥 누수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FE719-AA0E-148A-CC02-8BD7EB21D2CD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3157399-3D91-1A65-85E2-D2D4B4DA73F6}"/>
              </a:ext>
            </a:extLst>
          </p:cNvPr>
          <p:cNvSpPr/>
          <p:nvPr/>
        </p:nvSpPr>
        <p:spPr>
          <a:xfrm>
            <a:off x="3059113" y="1844675"/>
            <a:ext cx="2952750" cy="1081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9" name="내용 개체 틀 5">
            <a:extLst>
              <a:ext uri="{FF2B5EF4-FFF2-40B4-BE49-F238E27FC236}">
                <a16:creationId xmlns:a16="http://schemas.microsoft.com/office/drawing/2014/main" id="{92AA871D-3F36-688C-A625-E5CD7F4E3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700213"/>
            <a:ext cx="8064500" cy="442595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108</Words>
  <Application>Microsoft Office PowerPoint</Application>
  <PresentationFormat>화면 슬라이드 쇼(4:3)</PresentationFormat>
  <Paragraphs>13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7동 7,8라인 현관문 우측 바닥 누수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306</cp:revision>
  <dcterms:created xsi:type="dcterms:W3CDTF">2012-05-23T04:33:26Z</dcterms:created>
  <dcterms:modified xsi:type="dcterms:W3CDTF">2026-05-09T05:17:05Z</dcterms:modified>
</cp:coreProperties>
</file>