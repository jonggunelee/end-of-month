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9-506 </a:t>
            </a:r>
            <a:r>
              <a:rPr lang="ko-KR" altLang="en-US" b="1">
                <a:latin typeface="+mn-ea"/>
              </a:rPr>
              <a:t>앞베란다 다용도실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개소 단열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9-506 </a:t>
            </a:r>
            <a:r>
              <a:rPr lang="ko-KR" altLang="en-US" sz="1000" b="1">
                <a:latin typeface="+mn-ea"/>
              </a:rPr>
              <a:t>앞베란다 다용도실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개소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앞베란다 우측 외벽면 곰팡이 제거 작업
우측 외벽면 바탕 처리 작업
우측 외벽면 하부 바닥 타일 부분 보수
열반사 시트</a:t>
            </a:r>
            <a:r>
              <a:rPr lang="en-US" altLang="ko-KR" sz="1000"/>
              <a:t>(0_6T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폐기물 반출 작업
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2026-05-26T01:12:44Z</dcterms:modified>
</cp:coreProperties>
</file>