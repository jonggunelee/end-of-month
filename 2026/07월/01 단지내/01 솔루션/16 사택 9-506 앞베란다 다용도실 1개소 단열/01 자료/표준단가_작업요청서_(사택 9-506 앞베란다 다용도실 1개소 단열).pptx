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0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B5AA3DE-CDD4-4498-EBF6-6C48D69C83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94CEE6-EF24-3C6E-76EC-607302C3D81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6353192C-6CD4-4922-891A-7DA0050BE43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634D445-1842-6581-FC65-6136BB38A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477293B-ECFE-DF29-1DC6-1D6EBFF5B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F8D75E-65E3-1260-0229-3B1D87832B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04E929-E065-79C1-AA60-AF9492228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2A6F6CD-374B-46DE-9454-6650E8ADD69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AF469AA-2713-072C-CDE1-002B6A503C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6620C4C-9C09-4D15-B7B4-CEF6537F1C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AF53D64-B59B-8869-D51C-73BBA9546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18AF34-FFAF-42D5-BDFC-BEA907471E62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46AC1-F9FD-A498-000E-0C225354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2CF6D-20C7-4AA4-AAF1-5DB0B9D6C91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57D85-EC85-9A69-4AEE-5500467B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22695-B678-B22A-C646-51E68ADA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61A8E-0D64-4614-9240-31F245CE808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998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10453E-BE03-383B-66AF-AE8210E4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F7716-A3D7-46BD-A384-5CAF69EA5C8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512368-6FC1-D330-8032-96A8D709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0E419-AF8E-55A3-B1A3-0FA81822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DDE84-3722-4D21-BB70-B882A5ED695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9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FC79CA-2A60-F940-D7FA-91D1DA19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B1800-541C-4049-B32C-E130FE77B7C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8263B1-0B5D-841F-C480-A598CEAB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47A86-C7B3-1484-0CD6-4094DBFE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47406-76EA-4E92-8B24-5BD6F10871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62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C74EF8F-D024-D6F6-5344-0EFCA643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A9895-181D-48D9-B3D2-A068835C85F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B0EDC4A-5385-FC5E-230D-7D70A6B73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6889DED-A436-BCFB-4546-2ED6806F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D08CA-7B18-4DEF-9AA7-0974B32795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0372A562-8131-EC58-53B5-809215E2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B92AA-13DA-4F68-8435-3B085FA1750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3039DA5-7EDC-A347-A751-CFAD4860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75D7609-8C92-39E0-BAC7-C2549655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5A1E9-AEC5-4BCB-882E-5C3F8190241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01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8CE7F870-94A0-359D-2F21-5A7B6622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95163A-7886-4F06-80C1-3514776B6F9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697B10E-8C5A-3399-6F99-339BD251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6815046-A6F4-BE20-2F35-00E5198A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FBB3E0-9C96-4FA5-95E3-3FE04F5F2C5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0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61279DC-476A-135C-7B31-C19CA600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E62F3-9414-45CF-90B3-CCB815D512F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A247CB99-D9C3-6637-9F69-C5DC85A8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3DE207D-5BE5-2DB9-C390-41814548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15E37-BE76-4D82-AAC0-EB7B8E47206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06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C018EF0-3E7A-792A-EBE8-80136291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A7BFC-6561-487E-BD0B-E6E0D2C6A2F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D56DE14-8EDB-7A47-15FC-A8D3E1084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20A982E-FBA2-0703-91B8-1F8E25631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89B27-7F67-4561-BC0A-33D928B37E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26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0BF3C5A-50C8-49B1-37F8-23C0123CA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E9B6-03C3-4B5C-8E00-611FF5EF199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FC564D6-A17F-CD6A-7127-7508632D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461FC88-F65E-FAA7-FB7A-335CB8C0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7CB7C-5D92-484D-AC27-CC76CE49E6E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10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4C8D4E-D7E9-84A2-9DDB-8EDEB37F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553AD-0494-4387-9DB5-107FE66E927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FB078A-E56D-2AD1-9FDE-A96BE87D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F29DD-4A0B-0635-A530-92E88657B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B32FE-FF75-4A1C-B953-AF259DEF79C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7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63C67D-656A-4E42-016C-B469D419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AFD74-748E-4841-B4EB-E73BE32CC9E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6E708-5DE3-4BE0-2589-BCFEC841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4610B-9D1C-9652-6513-82865E49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BF1711-AFE6-4DDC-A4C3-EB5B87D2B9E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62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770F00B6-1B93-BFAB-B111-7B3D28F1F6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B78A47E6-FC89-F245-94C6-5D1C02D56C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08B422-4A21-72F6-13DB-25E12D322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27E8C4-CEE1-4A6E-B115-D10EBE74109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467A5D-0E1D-41BC-514E-1648F5B1D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C3A52-4DAD-CF25-7E7A-04327FAE8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674752-7C6A-4452-8720-8095502FE81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AC95067-3E55-3B7F-57E2-CB22B64E2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506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3F712B73-34A5-C149-5CD6-B731153B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F2DB6BD-6A9E-B7D7-DCF4-D12ADC812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336BD8E-0B85-995A-806B-19692B10C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506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C269FF27-BE49-F7A8-0CD7-F344E4809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9BD66F1-BA78-4B01-D198-5847D3D7F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6D89BB4-38EF-99C2-9EC9-5631E9425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506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5AE715D-015F-CD44-8763-896E66F39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81300"/>
            <a:ext cx="9772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앞베란다 우측창고 단열재 시공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1D81E072-1A21-8213-D7C1-73398B3C3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1DF56875-C7D5-723E-1DC3-42EB66D9C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B7C12935-0C2C-7576-5444-563197A30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34D5928-AE7E-5F2A-7539-61A6BC1D400F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9AE684A6-0C58-DA47-CF1C-BC062B6B7E2F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F61AA-3991-0706-323C-31F78F4F71E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sz="4000" b="1" dirty="0" err="1"/>
              <a:t>앞베란다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우측창고</a:t>
            </a:r>
            <a:r>
              <a:rPr lang="ko-KR" altLang="en-US" sz="4000" b="1" dirty="0"/>
              <a:t> 단열재 시공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EBC57A-0596-2C3E-063B-2050EC342F7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1D9FA4E9-9F95-877D-B6E6-B57ADE09B3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D5E26F0-5E6E-04AE-F0FE-6A652CD5065C}"/>
              </a:ext>
            </a:extLst>
          </p:cNvPr>
          <p:cNvSpPr/>
          <p:nvPr/>
        </p:nvSpPr>
        <p:spPr>
          <a:xfrm>
            <a:off x="3635375" y="1989138"/>
            <a:ext cx="1441450" cy="3816350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103</Words>
  <Application>Microsoft Office PowerPoint</Application>
  <PresentationFormat>화면 슬라이드 쇼(4:3)</PresentationFormat>
  <Paragraphs>15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앞베란다 우측창고 단열재 시공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459</cp:revision>
  <cp:lastPrinted>2023-01-13T00:22:17Z</cp:lastPrinted>
  <dcterms:created xsi:type="dcterms:W3CDTF">2012-05-23T04:33:26Z</dcterms:created>
  <dcterms:modified xsi:type="dcterms:W3CDTF">2026-05-26T00:04:51Z</dcterms:modified>
</cp:coreProperties>
</file>