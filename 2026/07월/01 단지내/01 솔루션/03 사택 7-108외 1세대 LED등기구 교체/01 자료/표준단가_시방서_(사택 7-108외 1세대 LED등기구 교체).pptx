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7-108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세대 </a:t>
            </a:r>
            <a:r>
              <a:rPr lang="en-US" altLang="ko-KR" b="1">
                <a:latin typeface="+mn-ea"/>
              </a:rPr>
              <a:t>LED</a:t>
            </a:r>
            <a:r>
              <a:rPr lang="ko-KR" altLang="en-US" b="1">
                <a:latin typeface="+mn-ea"/>
              </a:rPr>
              <a:t>등기구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7-108</a:t>
            </a:r>
            <a:r>
              <a:rPr lang="ko-KR" altLang="en-US" sz="1000" b="1">
                <a:latin typeface="+mn-ea"/>
              </a:rPr>
              <a:t>외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세대 </a:t>
            </a:r>
            <a:r>
              <a:rPr lang="en-US" altLang="ko-KR" sz="1000" b="1">
                <a:latin typeface="+mn-ea"/>
              </a:rPr>
              <a:t>LED</a:t>
            </a:r>
            <a:r>
              <a:rPr lang="ko-KR" altLang="en-US" sz="1000" b="1">
                <a:latin typeface="+mn-ea"/>
              </a:rPr>
              <a:t>등기구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◎대상 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108</a:t>
            </a:r>
            <a:r>
              <a:rPr lang="ko-KR" altLang="en-US" sz="1000"/>
              <a:t>호 및 </a:t>
            </a:r>
            <a:r>
              <a:rPr lang="en-US" altLang="ko-KR" sz="1000"/>
              <a:t>303</a:t>
            </a:r>
            <a:r>
              <a:rPr lang="ko-KR" altLang="en-US" sz="1000"/>
              <a:t>호
세대내 차단기 조작은 관리소에서 진행
샘플 제출등과 동일한 디자인 및 사양 적용
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 작업
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설치시 도배 훼손 주의
주방등 설치시 씽크대 중앙에 설치
기존 </a:t>
            </a:r>
            <a:r>
              <a:rPr lang="en-US" altLang="ko-KR" sz="1000"/>
              <a:t>LED</a:t>
            </a:r>
            <a:r>
              <a:rPr lang="ko-KR" altLang="en-US" sz="1000"/>
              <a:t>등 철거 후 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2026-05-28T03:16:42Z</dcterms:modified>
</cp:coreProperties>
</file>