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9-505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9-505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9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 </a:t>
            </a:r>
            <a:r>
              <a:rPr lang="ko-KR" altLang="en-US" sz="1000"/>
              <a:t>방</a:t>
            </a:r>
            <a:r>
              <a:rPr lang="en-US" altLang="ko-KR" sz="1000"/>
              <a:t>1</a:t>
            </a:r>
            <a:r>
              <a:rPr lang="ko-KR" altLang="en-US" sz="1000"/>
              <a:t>곳</a:t>
            </a:r>
            <a:r>
              <a:rPr lang="en-US" altLang="ko-KR" sz="1000"/>
              <a:t>(</a:t>
            </a:r>
            <a:r>
              <a:rPr lang="ko-KR" altLang="en-US" sz="1000"/>
              <a:t>화장실우측방</a:t>
            </a:r>
            <a:r>
              <a:rPr lang="en-US" altLang="ko-KR" sz="1000"/>
              <a:t>))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및 </a:t>
            </a:r>
            <a:r>
              <a:rPr lang="en-US" altLang="ko-KR" sz="1000"/>
              <a:t>_</a:t>
            </a:r>
            <a:r>
              <a:rPr lang="ko-KR" altLang="en-US" sz="1000"/>
              <a:t>뒤베란다 걸레 받이 도장 작업
도장</a:t>
            </a:r>
            <a:r>
              <a:rPr lang="en-US" altLang="ko-KR" sz="1000"/>
              <a:t>(</a:t>
            </a:r>
            <a:r>
              <a:rPr lang="ko-KR" altLang="en-US" sz="1000"/>
              <a:t>방화문내부</a:t>
            </a:r>
            <a:r>
              <a:rPr lang="en-US" altLang="ko-KR" sz="1000"/>
              <a:t>_ </a:t>
            </a:r>
            <a:r>
              <a:rPr lang="ko-KR" altLang="en-US" sz="1000"/>
              <a:t>수도계량기함</a:t>
            </a:r>
            <a:r>
              <a:rPr lang="en-US" altLang="ko-KR" sz="1000"/>
              <a:t>(2</a:t>
            </a:r>
            <a:r>
              <a:rPr lang="ko-KR" altLang="en-US" sz="1000"/>
              <a:t>개소</a:t>
            </a:r>
            <a:r>
              <a:rPr lang="en-US" altLang="ko-KR" sz="1000"/>
              <a:t>) </a:t>
            </a:r>
            <a:r>
              <a:rPr lang="ko-KR" altLang="en-US" sz="1000"/>
              <a:t>작업 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전체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벽면</a:t>
            </a:r>
            <a:r>
              <a:rPr lang="en-US" altLang="ko-KR" sz="1000"/>
              <a:t>_ </a:t>
            </a:r>
            <a:r>
              <a:rPr lang="ko-KR" altLang="en-US" sz="1000"/>
              <a:t>천정 곰팡이제거</a:t>
            </a:r>
            <a:r>
              <a:rPr lang="en-US" altLang="ko-KR" sz="1000"/>
              <a:t>)
</a:t>
            </a:r>
            <a:r>
              <a:rPr lang="ko-KR" altLang="en-US" sz="1000"/>
              <a:t>폐기물 반출 및 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864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2026-05-26T01:12:33Z</dcterms:modified>
</cp:coreProperties>
</file>