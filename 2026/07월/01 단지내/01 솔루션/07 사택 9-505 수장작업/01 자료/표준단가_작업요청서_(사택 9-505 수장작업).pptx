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63" r:id="rId6"/>
    <p:sldId id="264" r:id="rId7"/>
    <p:sldId id="266" r:id="rId8"/>
    <p:sldId id="267" r:id="rId9"/>
    <p:sldId id="268" r:id="rId10"/>
    <p:sldId id="269" r:id="rId11"/>
    <p:sldId id="271" r:id="rId12"/>
    <p:sldId id="272" r:id="rId13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158B3A-9CAC-7865-EF54-2CAB13D68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C662FF-619E-F8E7-113F-B15007392E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D4522244-8A6C-4CD0-B25B-FF767B32F443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9830481-8885-6185-7636-F0ACBBC53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1B77325F-9259-8725-D880-DC3ACD4A2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492BF-5A4C-51C4-4E15-76AD106C47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9D71B5-794D-4739-0616-748020CC6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2097C4A8-2AA5-4E7F-BAF0-5D47F85F874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F8CC4CE-8B8F-0F51-5E5D-8AAAA386E5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9B39280-EF19-38DF-CDE9-C3FA637F86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9ACA122-9272-FB15-24F8-6B227B878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23CEF53-73DD-43F8-BA9C-8AF6E3D364CB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CBCFF2-82EA-0E97-8BDB-10239812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869E4-8109-4AEB-A343-09026A8AFAD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BD0E7-DE5E-003F-5FCF-AEFE114E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74E63-F4A2-74BF-F7A9-FBCDED57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C8CD71-82EF-4266-BC2D-C2696F94B25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50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4511F2-3840-1099-A635-68796228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72DC3-6CF1-4F64-B742-A510159C178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E505E-2329-E29D-C5A5-8017D31D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1F2E3-E5F2-841D-BFD7-C768C5BA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63127-5B2E-4C67-BE70-547DACB59DD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06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BBB7D-2374-9CA6-480F-B594B34B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0214A-8F60-41F1-B483-D6BC71327B3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8A484C-BC6D-F550-DAC4-24073D23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508E0-408A-D3BA-1BBF-90150611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EAF173-6E01-4D61-920E-5CE7252562C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85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39180E6-2811-2C1F-0CDE-54BB8200E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CF9FB-5BEB-4ED8-A25F-B2322EFF3CE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F19519C-62E6-3E1A-39D6-A07FD5B3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A5A7124-1D7C-C578-085F-573B6866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FE027-8BD1-4246-AC8A-3C8B7624C3C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65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2C01C60-3334-DA9C-051F-E5ABEE47F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3760D-86EB-4A49-B052-4562EE1200B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5171C565-E2A4-A81B-91AD-F8B83D10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90280B1-F570-F81F-1454-2D5C7B62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9C2AD0-25D1-4048-ACB7-25CA9E965AD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58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3A2DB25-BB43-7987-1103-EBACA32A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E7785-24D8-446A-8D3B-1B96ADE890D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17B9E30-DF70-D48A-D007-C381DBE2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7D95067-E5BE-97DE-2261-808D1278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EAB69-A6EE-4995-842E-183486B20F7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9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D6F0315-E9C4-E037-BFA0-5A194C71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76B55-58D2-41CB-9907-F035A859B93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2763428-67A4-AFE8-5BC4-5FA11229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C21910F-B9D1-7029-39B2-A95C10F0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26DA3-E545-4452-BE94-97FC05BD6E3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862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F331F6E-A508-BDB2-1960-4ECBCD45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9A75B-4C32-4D1A-B9A4-3CC984E8D6A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AA34848-AE49-3439-067A-AF44778F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5F0D7BD-68E0-041F-1A72-FBC73376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EE6F1-D5D3-4A48-B433-295153CCD38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40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989254C-FCEF-2657-139C-6711AF4F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F3EEC-3D60-4CE1-A80B-8CBFC917909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3697498-C546-18F9-F5BC-F03269FD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864F6B9-BDB2-D11D-E3C1-EBBD47E6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6BD85-79D1-41EE-A94A-3269A29FDB7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61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841609-A8B7-AB94-D669-0BE16AA2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96534-CDEB-4052-AAB4-85232C14D236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7E7EE8-F365-97B3-76B5-62407A54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40C358-5529-3981-5A7B-35651366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37F14-2DAF-406A-A262-917FF39EEC6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88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A7140-5B0A-41AB-050E-AF02770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9D79C-1A12-444D-B81F-18DFAC764D14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709B1-4E26-5A1E-7CAC-8B5992E1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722275-2582-BED3-1CD1-9621FA44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E2205-2B3B-41A9-A0CE-7DF1458916C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79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32C30C5-9D7B-C7E3-49D1-CAC483FE7E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430DD9C-E5AA-5B97-5EF8-E09032D575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7D8051-399A-BDF1-0B98-F43950AAB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937700A-7371-4C1A-B0F8-E3562681A18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A1B9D2-DA53-D116-7EED-E67D60F65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A6052-EAB1-0DB8-D422-AC7ACA5CB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430AE54-6355-4F4F-936C-F60B2C26486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05054DF-7970-0BB6-8175-13EF1F96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505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03345D71-A726-54B4-EE87-DF221A8BA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81AA10B5-4480-3007-7DEB-81EEA57CC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9D2F68D-4111-2A1E-5992-27BC4C20E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4D02898B-DB0D-4C5D-77FE-08F356801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9E8C0F54-0F4B-8D31-E745-4E2D6AAD9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4F9AE697-B3D4-EEAB-1EDF-EC720CB09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A3FF0F38-B4E8-507F-81E9-B6A76656F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43200"/>
            <a:ext cx="9772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화장실우측방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  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천정 곰팡이제거 포함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거실걸레받이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429D1DFC-27B8-569B-4BD9-1B2626949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20129E0E-82AC-D127-E100-D6D7021B3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AE101F8C-BF17-6C09-44B6-20F3DD992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96878BF-6E00-1CAE-4E53-9B96A5A48DCE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A1E326FD-9B55-6D31-E475-4214EFF485AD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BBB93-598D-8C27-EC89-C1B237E77A6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B22BC5-726E-EC94-73E5-5409E0186F6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9D00AF4F-86B8-8EE9-A231-DB7E53CB85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96B7A56-1572-5FCD-A1D8-1DE9A1859BBD}"/>
              </a:ext>
            </a:extLst>
          </p:cNvPr>
          <p:cNvSpPr/>
          <p:nvPr/>
        </p:nvSpPr>
        <p:spPr>
          <a:xfrm>
            <a:off x="2987675" y="2781300"/>
            <a:ext cx="3529013" cy="22320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C12A5-1FC2-C869-FC37-CABCEF8C6E1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18FBBD-0F18-0DD5-ED13-2E7B19EB032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301ED616-2DDC-8B44-300B-B3FAB58F57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63F52DE-AE58-3A3C-EFF3-23C4EC38C085}"/>
              </a:ext>
            </a:extLst>
          </p:cNvPr>
          <p:cNvSpPr/>
          <p:nvPr/>
        </p:nvSpPr>
        <p:spPr>
          <a:xfrm>
            <a:off x="2627313" y="2851150"/>
            <a:ext cx="4248150" cy="244951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453ED4-1D3A-A537-E482-1DE01E5AD38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4000" b="1" dirty="0"/>
            </a:br>
            <a:r>
              <a:rPr lang="ko-KR" altLang="en-US" sz="4000" b="1" dirty="0"/>
              <a:t>도배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천정</a:t>
            </a:r>
            <a:r>
              <a:rPr lang="en-US" altLang="ko-KR" sz="4000" b="1" dirty="0"/>
              <a:t>-</a:t>
            </a:r>
            <a:r>
              <a:rPr lang="ko-KR" altLang="en-US" sz="4000" b="1" dirty="0"/>
              <a:t>방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화장실우측방</a:t>
            </a:r>
            <a:r>
              <a:rPr lang="en-US" altLang="ko-KR" sz="4000" b="1" dirty="0"/>
              <a:t>))</a:t>
            </a:r>
            <a:br>
              <a:rPr lang="ko-KR" altLang="en-US" sz="4000" b="1" dirty="0">
                <a:latin typeface="+mj-ea"/>
              </a:rPr>
            </a:b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12E34E-EAFA-8779-659E-C14B70D56F9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0">
            <a:extLst>
              <a:ext uri="{FF2B5EF4-FFF2-40B4-BE49-F238E27FC236}">
                <a16:creationId xmlns:a16="http://schemas.microsoft.com/office/drawing/2014/main" id="{594C41CE-3E96-11A2-A8B6-FDBAF3EC9B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0850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B4A0DB2-2FA9-34A9-157C-CE0A8B7A3947}"/>
              </a:ext>
            </a:extLst>
          </p:cNvPr>
          <p:cNvSpPr/>
          <p:nvPr/>
        </p:nvSpPr>
        <p:spPr>
          <a:xfrm>
            <a:off x="3851275" y="3141663"/>
            <a:ext cx="2449513" cy="18716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494CB-5E4F-560D-EA1C-40C741EAA15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9DC5E1-A10E-EAF1-7F92-7B709BAEB26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1">
            <a:extLst>
              <a:ext uri="{FF2B5EF4-FFF2-40B4-BE49-F238E27FC236}">
                <a16:creationId xmlns:a16="http://schemas.microsoft.com/office/drawing/2014/main" id="{1B670977-2653-AFD4-33A6-52BD327DB6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E86BE760-E1A6-765D-53A9-FC400787A9B2}"/>
              </a:ext>
            </a:extLst>
          </p:cNvPr>
          <p:cNvSpPr/>
          <p:nvPr/>
        </p:nvSpPr>
        <p:spPr>
          <a:xfrm>
            <a:off x="4211638" y="3213100"/>
            <a:ext cx="1655762" cy="1295400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1CFC0-9142-3D51-A874-D0E2608553B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1B0F51-685F-A5A7-8076-659BEBAD5B8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2">
            <a:extLst>
              <a:ext uri="{FF2B5EF4-FFF2-40B4-BE49-F238E27FC236}">
                <a16:creationId xmlns:a16="http://schemas.microsoft.com/office/drawing/2014/main" id="{68CFC04D-ACB5-370A-451E-52AE2ECC3E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BAE14F09-A0CD-5548-0AE3-1AB327A51E0F}"/>
              </a:ext>
            </a:extLst>
          </p:cNvPr>
          <p:cNvSpPr/>
          <p:nvPr/>
        </p:nvSpPr>
        <p:spPr>
          <a:xfrm>
            <a:off x="4354513" y="3213100"/>
            <a:ext cx="1512887" cy="122396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38F8C-E1E4-A26D-8450-5BE01F00AF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-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3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FFBFD0-74A1-6C4C-DF48-3E16CFFF8F9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72D732AC-1F86-0BC2-E3BC-6ADA2DFE4B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59288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B4E29F6-C088-AA7E-3A53-A2D502C20904}"/>
              </a:ext>
            </a:extLst>
          </p:cNvPr>
          <p:cNvSpPr/>
          <p:nvPr/>
        </p:nvSpPr>
        <p:spPr>
          <a:xfrm>
            <a:off x="2771775" y="3284538"/>
            <a:ext cx="3960813" cy="13684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93E8C-992E-9678-2706-2FDA936970D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en-US" altLang="ko-KR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83F139-803F-21E9-E97C-5224587033B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88D35871-2891-B5E9-87CB-901032C324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8C1BC5B-113A-CE88-2D38-8B98E3C8F34A}"/>
              </a:ext>
            </a:extLst>
          </p:cNvPr>
          <p:cNvSpPr/>
          <p:nvPr/>
        </p:nvSpPr>
        <p:spPr>
          <a:xfrm>
            <a:off x="4211638" y="3357563"/>
            <a:ext cx="649287" cy="14398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41C03-0B3E-F387-8676-B099DC489CF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수도계량기함</a:t>
            </a:r>
            <a:r>
              <a:rPr lang="en-US" altLang="ko-KR" b="1" dirty="0"/>
              <a:t>(2</a:t>
            </a:r>
            <a:r>
              <a:rPr lang="ko-KR" altLang="en-US" b="1" dirty="0"/>
              <a:t>개소</a:t>
            </a:r>
            <a:r>
              <a:rPr lang="en-US" altLang="ko-KR" b="1" dirty="0"/>
              <a:t>)</a:t>
            </a:r>
            <a:r>
              <a:rPr lang="en-US" altLang="ko-KR" b="1" dirty="0">
                <a:latin typeface="+mj-ea"/>
              </a:rPr>
              <a:t>)</a:t>
            </a:r>
            <a:r>
              <a:rPr lang="ko-KR" altLang="en-US" b="1" dirty="0">
                <a:latin typeface="+mj-ea"/>
              </a:rPr>
              <a:t> 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DF6560-19B5-692B-FD95-76653956FA5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7">
            <a:extLst>
              <a:ext uri="{FF2B5EF4-FFF2-40B4-BE49-F238E27FC236}">
                <a16:creationId xmlns:a16="http://schemas.microsoft.com/office/drawing/2014/main" id="{DB750C26-A8A6-77DA-2922-2A3739619D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744DDA9-360A-4400-FD12-27C8437B1CD7}"/>
              </a:ext>
            </a:extLst>
          </p:cNvPr>
          <p:cNvSpPr/>
          <p:nvPr/>
        </p:nvSpPr>
        <p:spPr>
          <a:xfrm rot="21370163">
            <a:off x="3397250" y="2230438"/>
            <a:ext cx="792163" cy="152558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0A8DA8A-38A3-AACB-B859-FA6A4EA2062F}"/>
              </a:ext>
            </a:extLst>
          </p:cNvPr>
          <p:cNvSpPr/>
          <p:nvPr/>
        </p:nvSpPr>
        <p:spPr>
          <a:xfrm>
            <a:off x="5240338" y="4030663"/>
            <a:ext cx="627062" cy="152558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7CA9C0CD-5D3C-C177-EA93-4F8E016EB08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latin typeface="+mj-ea"/>
              </a:rPr>
              <a:t>도색</a:t>
            </a:r>
            <a:r>
              <a:rPr lang="en-US" altLang="ko-KR" sz="2000" b="1" dirty="0">
                <a:latin typeface="+mj-ea"/>
              </a:rPr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뒤베란다전체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뒤베란다</a:t>
            </a:r>
            <a:r>
              <a:rPr lang="ko-KR" altLang="en-US" sz="2000" b="1" dirty="0"/>
              <a:t> 벽면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천정 </a:t>
            </a:r>
            <a:r>
              <a:rPr lang="ko-KR" altLang="en-US" sz="2000" b="1" dirty="0" err="1"/>
              <a:t>곰팡이제거</a:t>
            </a:r>
            <a:r>
              <a:rPr lang="ko-KR" altLang="en-US" sz="2000" b="1" dirty="0"/>
              <a:t> 포함</a:t>
            </a:r>
            <a:r>
              <a:rPr lang="en-US" altLang="ko-KR" sz="2000" b="1" dirty="0"/>
              <a:t>)</a:t>
            </a:r>
            <a:r>
              <a:rPr lang="en-US" altLang="ko-KR" sz="2000" b="1" dirty="0">
                <a:latin typeface="+mj-ea"/>
              </a:rPr>
              <a:t>)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30DDE6-2939-1D73-E2CB-5ED69487162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293D8A46-D80A-1828-CE4F-670D06BCDA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0E545D7-47DE-2AFA-7CB3-0FEBA41A71D0}"/>
              </a:ext>
            </a:extLst>
          </p:cNvPr>
          <p:cNvSpPr/>
          <p:nvPr/>
        </p:nvSpPr>
        <p:spPr>
          <a:xfrm>
            <a:off x="1979613" y="2852738"/>
            <a:ext cx="6624637" cy="22320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7F134762-8098-08F5-7A9E-0B8F5F61AEC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800" b="1" dirty="0">
                <a:latin typeface="+mj-ea"/>
              </a:rPr>
              <a:t>도색</a:t>
            </a:r>
            <a:r>
              <a:rPr lang="en-US" altLang="ko-KR" sz="4800" b="1" dirty="0">
                <a:latin typeface="+mj-ea"/>
              </a:rPr>
              <a:t>(</a:t>
            </a:r>
            <a:r>
              <a:rPr lang="ko-KR" altLang="en-US" sz="4800" b="1" dirty="0"/>
              <a:t>거실걸레받이</a:t>
            </a:r>
            <a:r>
              <a:rPr lang="en-US" altLang="ko-KR" sz="4800" b="1" dirty="0">
                <a:latin typeface="+mj-ea"/>
              </a:rPr>
              <a:t>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EDD9D4-0FB8-9BE7-A5F7-327785DF418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Picture 27">
            <a:extLst>
              <a:ext uri="{FF2B5EF4-FFF2-40B4-BE49-F238E27FC236}">
                <a16:creationId xmlns:a16="http://schemas.microsoft.com/office/drawing/2014/main" id="{E8B18144-AF81-AD9F-1E78-353D0F653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181D98E-598F-057E-2BB5-30D816429B84}"/>
              </a:ext>
            </a:extLst>
          </p:cNvPr>
          <p:cNvSpPr/>
          <p:nvPr/>
        </p:nvSpPr>
        <p:spPr>
          <a:xfrm rot="21193192">
            <a:off x="2978150" y="3349625"/>
            <a:ext cx="3508375" cy="795338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239</Words>
  <Application>Microsoft Office PowerPoint</Application>
  <PresentationFormat>화면 슬라이드 쇼(4:3)</PresentationFormat>
  <Paragraphs>26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도배(벽-거실) </vt:lpstr>
      <vt:lpstr> 도배(벽-방3곳) </vt:lpstr>
      <vt:lpstr> 도배(천정-방1곳(화장실우측방)) </vt:lpstr>
      <vt:lpstr>장판(거실)</vt:lpstr>
      <vt:lpstr>장판(방3곳)</vt:lpstr>
      <vt:lpstr>도색(문,문틀-방3곳)</vt:lpstr>
      <vt:lpstr> 도색(방화문내부) </vt:lpstr>
      <vt:lpstr> 도색(수도계량기함(2개소))  </vt:lpstr>
      <vt:lpstr>도색(앞, 뒤베란다전체(앞, 뒤베란다 벽면, 천정 곰팡이제거 포함))</vt:lpstr>
      <vt:lpstr>도색(거실걸레받이)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459</cp:revision>
  <cp:lastPrinted>2023-01-13T00:22:17Z</cp:lastPrinted>
  <dcterms:created xsi:type="dcterms:W3CDTF">2012-05-23T04:33:26Z</dcterms:created>
  <dcterms:modified xsi:type="dcterms:W3CDTF">2026-05-26T00:04:16Z</dcterms:modified>
</cp:coreProperties>
</file>