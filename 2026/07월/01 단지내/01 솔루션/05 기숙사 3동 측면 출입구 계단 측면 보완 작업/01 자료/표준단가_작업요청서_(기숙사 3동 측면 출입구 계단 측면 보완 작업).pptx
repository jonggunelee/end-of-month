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924A17A-C420-16A6-2D7E-61B5BBFA70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90B3D1-783A-688B-55E8-528951A43D3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CF4A85CF-205B-4DDE-A311-E5BCED61E3F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89CC35CD-CFE9-1900-7342-AEF6D2F07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D91D13D-922A-E25E-532F-2A7074070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583182-07C2-7587-B2DD-3E7BCEEE20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2ACC08-8082-E110-9A93-9A54423EF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1921A17-270C-474A-86F4-BA806E60D6E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5B6ED6F-3D66-12F7-3D0E-260EE1B997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88577E1-A060-FC7A-574C-8745E226F9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55F8ECF6-E2C3-927B-DEB4-4BA127CC0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2C687FF-054A-4739-A9D0-CA1A933D317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BAFAD5-4C81-ADEE-BE9E-D5A5E896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794F7-6A8A-48AE-B3F5-07912D9282FD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45C9F8-386E-CD05-BA57-FA746CA5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4543FA-492A-2676-BFA3-200BE7DA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BE842-35D1-49BD-9C4A-69E19887E8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22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5C7EBA-471F-E970-88C9-E7985A94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85585-AB46-4FD1-B2DC-1AC3F934303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F08CD-FD08-5D6A-88D1-92FFE826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22B170-D4A6-AED6-9F58-7A1312B3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387CFE-9E01-4D35-A26D-3887BEAAF94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30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B3605-8D6F-D78C-604C-0E7CE7B3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0D288-DCF2-4D07-AE33-87E317B9CA66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37B0FA-F5BF-27F1-493C-9964BA4A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6D113-3544-A977-4E23-B2310EF0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191DD-B120-4082-92A7-D42DF7B3132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88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A3CBB4F-00BD-A48F-8C7D-218E20CC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0741F-852F-4F5F-813C-61C89F0A322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C435D22-32F0-91B6-18C2-AAAE656D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2AA9444-37B5-640D-E714-C23D7CC0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A0F6E-EC45-42AD-92C5-790B53A0C12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11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E40923EE-06AB-ABE8-35A2-7E59546A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11B1C-37C0-4272-9C1E-1BC8235EF912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92881C19-EBF4-9633-81D1-6F9FDF07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3C3B356E-E0AA-0BDE-A17D-2CC0E87E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844F3-2187-4008-AACB-6B787EFCA0E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617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0FAC43E-27A3-A5AD-FDEF-3B6F1A8F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2F318-4DCF-4E2F-9744-44FB99F71D0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ED76444-26F3-381D-4B89-3851FB7C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BF61352-A304-B767-DFDF-FD461688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B948A4-AEA8-4A18-BCD3-0EA82DD5CF5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62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685E353-63F4-4C10-C43D-EF67ED7DE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DD0D5-CABC-48B5-B7B2-30DEE689E90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6A895BF-F2C0-786E-5DA2-0C29BD42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57667724-C431-379D-1321-50392D5F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E0DE2-6C1D-49CE-8989-686999A8703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53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CFBBC1F-892C-C86F-6FD6-E2F6944D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0C1BD-697D-4D97-A2B1-76CFBCB2D3F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74310DE-0570-6FDD-0FDD-51CA9FF8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706F9A0-D895-BBCD-C186-AFEA7918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0C768B-FB44-4B42-A4D5-26AE42853E0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34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30D6281-63BB-3790-DE9E-90EA71809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97E2F-53D4-41C7-B308-661729C882D5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8C20E55-ACED-FC23-DA62-EDC83DE5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3F469ED-E45B-3E2F-DA48-E6E48A13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610817-6DF6-481D-88DA-1151C81DA18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083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82CCDE-B50C-51CE-7BC1-87D8CD3B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B5AED-3A7C-4348-9762-7509478148BC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9EEEF6-BEA8-DDEA-FD40-B14060E80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C1BCEC-CD5B-CB2B-183F-5CF36E32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7DDAE-CBFB-4374-B775-BFA5844C4D2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19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EEF36C-3A1F-9FDB-D04F-CC9F19F3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6543C-F132-43A0-AB5F-308F3FAE31B2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5DBA00-306D-15A4-6C5B-65AA074E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0DE0B4-A369-A3E9-804D-E925F24B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46FE32-E657-4D21-8FA7-07A5D9277DC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53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AF4A705E-BA29-FFDF-1C98-44BEFE9C159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175CCC5D-767B-ACFD-D709-C421775581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89A48-461D-6A9D-6F16-513F3566C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747994-7CFB-4A69-9B1B-9A27C548C177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CDEAA-DF44-24D4-833D-006304454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AC1CB1-6CDB-0DF1-90FB-EDCBD9A91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0081D03-CAF7-4E2F-B570-DE201DB944D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204293F-6B72-EB62-489D-D689159C0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665288"/>
            <a:ext cx="878522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(</a:t>
            </a:r>
            <a:r>
              <a:rPr kumimoji="0" lang="ko-KR" altLang="en-US" sz="3000" b="1"/>
              <a:t>공용</a:t>
            </a:r>
            <a:r>
              <a:rPr kumimoji="0" lang="en-US" altLang="ko-KR" sz="3000" b="1"/>
              <a:t>)3</a:t>
            </a:r>
            <a:r>
              <a:rPr kumimoji="0" lang="ko-KR" altLang="en-US" sz="3000" b="1"/>
              <a:t>동 좌측 출입 계단 보수공사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5622161-361A-0729-81BD-79AC4E4B2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45D42F1-E042-5D4F-5D98-FD23FFE3B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B9F6845-482C-B140-9531-4E25A13AA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6976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(</a:t>
            </a:r>
            <a:r>
              <a:rPr kumimoji="0" lang="ko-KR" altLang="en-US" sz="2400" b="1" u="sng"/>
              <a:t>공용</a:t>
            </a:r>
            <a:r>
              <a:rPr kumimoji="0" lang="en-US" altLang="ko-KR" sz="2400" b="1" u="sng"/>
              <a:t>)3</a:t>
            </a:r>
            <a:r>
              <a:rPr kumimoji="0" lang="ko-KR" altLang="en-US" sz="2400" b="1" u="sng"/>
              <a:t>동 좌측 출입 계단 보수공사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DE6FEC8D-AFB0-AD77-127D-93A30E9BE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F101B75F-020F-79C6-08EB-520FA817F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8029AA28-76A9-F889-8E1C-B4B962E60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976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좌측 출입 계단 보수공사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E6389B6-61F4-B6F1-CA98-8C5E4CF75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95600"/>
            <a:ext cx="86677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3</a:t>
            </a:r>
            <a:r>
              <a:rPr kumimoji="0" lang="ko-KR" altLang="en-US" sz="1200" b="1"/>
              <a:t>동 좌측 출입 계단 침하로 인하 보수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DD14300C-B43C-D99F-A030-BC95CFAF9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30A0ED50-160F-D206-F572-89C3D0606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09213D-1CC9-5F6D-4AE2-F2C630DC3F89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43BEB155-C0B6-FF59-F5E1-A2676BCD24F7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84878C9E-EA46-1148-6FF4-A943676F4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81635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B2A14-AEAC-7CE2-9504-7BDA8F0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b="1" dirty="0"/>
              <a:t>3</a:t>
            </a:r>
            <a:r>
              <a:rPr lang="ko-KR" altLang="en-US" b="1" dirty="0"/>
              <a:t>동 좌측 출입 계단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43F3B6-9A65-1094-035D-D6BCAF2B428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7">
            <a:extLst>
              <a:ext uri="{FF2B5EF4-FFF2-40B4-BE49-F238E27FC236}">
                <a16:creationId xmlns:a16="http://schemas.microsoft.com/office/drawing/2014/main" id="{6D9AA7E0-D6EA-6603-7344-140C592CD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700213"/>
            <a:ext cx="8064500" cy="432117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A9463-22DB-DE39-D87D-30312EA27EF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en-US" altLang="ko-KR" b="1" dirty="0"/>
              <a:t>3</a:t>
            </a:r>
            <a:r>
              <a:rPr lang="ko-KR" altLang="en-US" b="1" dirty="0"/>
              <a:t>동 좌측 출입 계단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39AC8D-E9FB-BF59-53A2-CCECAC0E568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E349BAC4-9859-5D5A-3DD0-A77795B37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00213"/>
            <a:ext cx="8064500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117</Words>
  <Application>Microsoft Office PowerPoint</Application>
  <PresentationFormat>화면 슬라이드 쇼(4:3)</PresentationFormat>
  <Paragraphs>15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3동 좌측 출입 계단</vt:lpstr>
      <vt:lpstr> 3동 좌측 출입 계단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380</cp:revision>
  <cp:lastPrinted>2022-08-17T04:02:57Z</cp:lastPrinted>
  <dcterms:created xsi:type="dcterms:W3CDTF">2012-05-23T04:33:26Z</dcterms:created>
  <dcterms:modified xsi:type="dcterms:W3CDTF">2026-05-09T05:16:12Z</dcterms:modified>
</cp:coreProperties>
</file>