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2026-05-28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기숙사 </a:t>
            </a:r>
            <a:r>
              <a:rPr lang="en-US" altLang="ko-KR" b="1">
                <a:latin typeface="+mn-ea"/>
              </a:rPr>
              <a:t>3</a:t>
            </a:r>
            <a:r>
              <a:rPr lang="ko-KR" altLang="en-US" b="1">
                <a:latin typeface="+mn-ea"/>
              </a:rPr>
              <a:t>동 측면 출입구 계단 측면 보완 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기숙사 </a:t>
            </a:r>
            <a:r>
              <a:rPr lang="en-US" altLang="ko-KR" sz="1000" b="1">
                <a:latin typeface="+mn-ea"/>
              </a:rPr>
              <a:t>3</a:t>
            </a:r>
            <a:r>
              <a:rPr lang="ko-KR" altLang="en-US" sz="1000" b="1">
                <a:latin typeface="+mn-ea"/>
              </a:rPr>
              <a:t>동 측면 출입구 계단 측면 보완 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기숙사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 dirty="0"/>
              <a:t>◎대상 </a:t>
            </a:r>
            <a:r>
              <a:rPr lang="en-US" altLang="ko-KR" sz="1000" dirty="0"/>
              <a:t>: 3</a:t>
            </a:r>
            <a:r>
              <a:rPr lang="ko-KR" altLang="en-US" sz="1000" dirty="0"/>
              <a:t>동 좌측 측벽 좌측 밀림 현상 보완
근로자 및 관리자 투입은 관리소 관리 대장 서명 및 관리소에 </a:t>
            </a:r>
            <a:r>
              <a:rPr lang="ko-KR" altLang="en-US" sz="1000" dirty="0" err="1"/>
              <a:t>공유후</a:t>
            </a:r>
            <a:r>
              <a:rPr lang="ko-KR" altLang="en-US" sz="1000" dirty="0"/>
              <a:t> 인건비 실비 정산 처리
</a:t>
            </a:r>
            <a:r>
              <a:rPr lang="en-US" altLang="ko-KR" sz="1000" dirty="0"/>
              <a:t>1</a:t>
            </a:r>
            <a:r>
              <a:rPr lang="ko-KR" altLang="en-US" sz="1000" dirty="0"/>
              <a:t>차</a:t>
            </a:r>
            <a:r>
              <a:rPr lang="en-US" altLang="ko-KR" sz="1000" dirty="0"/>
              <a:t>: </a:t>
            </a:r>
            <a:r>
              <a:rPr lang="ko-KR" altLang="en-US" sz="1000" dirty="0"/>
              <a:t>대리석 계단 철거 </a:t>
            </a:r>
            <a:r>
              <a:rPr lang="en-US" altLang="ko-KR" sz="1000" dirty="0"/>
              <a:t>/ </a:t>
            </a:r>
            <a:r>
              <a:rPr lang="ko-KR" altLang="en-US" sz="1000" dirty="0" err="1"/>
              <a:t>난간벽</a:t>
            </a:r>
            <a:r>
              <a:rPr lang="ko-KR" altLang="en-US" sz="1000" dirty="0"/>
              <a:t> 철거 </a:t>
            </a:r>
            <a:r>
              <a:rPr lang="en-US" altLang="ko-KR" sz="1000" dirty="0"/>
              <a:t>/ </a:t>
            </a:r>
            <a:r>
              <a:rPr lang="ko-KR" altLang="en-US" sz="1000" dirty="0" err="1"/>
              <a:t>난간대</a:t>
            </a:r>
            <a:r>
              <a:rPr lang="ko-KR" altLang="en-US" sz="1000" dirty="0"/>
              <a:t> 좌우 바닥 </a:t>
            </a:r>
            <a:r>
              <a:rPr lang="ko-KR" altLang="en-US" sz="1000" dirty="0" err="1"/>
              <a:t>터파기</a:t>
            </a:r>
            <a:r>
              <a:rPr lang="ko-KR" altLang="en-US" sz="1000" dirty="0"/>
              <a:t>
</a:t>
            </a:r>
            <a:r>
              <a:rPr lang="en-US" altLang="ko-KR" sz="1000" dirty="0"/>
              <a:t>2</a:t>
            </a:r>
            <a:r>
              <a:rPr lang="ko-KR" altLang="en-US" sz="1000" dirty="0"/>
              <a:t>차</a:t>
            </a:r>
            <a:r>
              <a:rPr lang="en-US" altLang="ko-KR" sz="1000" dirty="0"/>
              <a:t>~5</a:t>
            </a:r>
            <a:r>
              <a:rPr lang="ko-KR" altLang="en-US" sz="1000" dirty="0"/>
              <a:t>차</a:t>
            </a:r>
            <a:r>
              <a:rPr lang="en-US" altLang="ko-KR" sz="1000" dirty="0"/>
              <a:t>: </a:t>
            </a:r>
            <a:r>
              <a:rPr lang="ko-KR" altLang="en-US" sz="1000" dirty="0"/>
              <a:t>바닥 기초 및 철근 결속 </a:t>
            </a:r>
            <a:r>
              <a:rPr lang="en-US" altLang="ko-KR" sz="1000" dirty="0"/>
              <a:t>/ </a:t>
            </a:r>
            <a:r>
              <a:rPr lang="ko-KR" altLang="en-US" sz="1000" dirty="0"/>
              <a:t>계단 좌우 거푸집 설치 </a:t>
            </a:r>
            <a:r>
              <a:rPr lang="en-US" altLang="ko-KR" sz="1000" dirty="0"/>
              <a:t>/ </a:t>
            </a:r>
            <a:r>
              <a:rPr lang="ko-KR" altLang="en-US" sz="1000" dirty="0" err="1"/>
              <a:t>몰탈시멘트</a:t>
            </a:r>
            <a:r>
              <a:rPr lang="ko-KR" altLang="en-US" sz="1000" dirty="0"/>
              <a:t> 타설 및 양생
</a:t>
            </a:r>
            <a:r>
              <a:rPr lang="en-US" altLang="ko-KR" sz="1000" dirty="0"/>
              <a:t>6</a:t>
            </a:r>
            <a:r>
              <a:rPr lang="ko-KR" altLang="en-US" sz="1000" dirty="0"/>
              <a:t>차</a:t>
            </a:r>
            <a:r>
              <a:rPr lang="en-US" altLang="ko-KR" sz="1000" dirty="0"/>
              <a:t>: </a:t>
            </a:r>
            <a:r>
              <a:rPr lang="ko-KR" altLang="en-US" sz="1000" dirty="0"/>
              <a:t>거푸집 철거 </a:t>
            </a:r>
            <a:r>
              <a:rPr lang="en-US" altLang="ko-KR" sz="1000" dirty="0"/>
              <a:t>/ </a:t>
            </a:r>
            <a:r>
              <a:rPr lang="ko-KR" altLang="en-US" sz="1000" dirty="0"/>
              <a:t>계단 기초 </a:t>
            </a:r>
            <a:r>
              <a:rPr lang="ko-KR" altLang="en-US" sz="1000" dirty="0" err="1"/>
              <a:t>몰탈시멘트</a:t>
            </a:r>
            <a:r>
              <a:rPr lang="ko-KR" altLang="en-US" sz="1000" dirty="0"/>
              <a:t> 타설
</a:t>
            </a:r>
            <a:r>
              <a:rPr lang="en-US" altLang="ko-KR" sz="1000" dirty="0"/>
              <a:t>7</a:t>
            </a:r>
            <a:r>
              <a:rPr lang="ko-KR" altLang="en-US" sz="1000" dirty="0"/>
              <a:t>차</a:t>
            </a:r>
            <a:r>
              <a:rPr lang="en-US" altLang="ko-KR" sz="1000" dirty="0"/>
              <a:t>: </a:t>
            </a:r>
            <a:r>
              <a:rPr lang="ko-KR" altLang="en-US" sz="1000" dirty="0"/>
              <a:t>화단 경계석 재설치 및 화단 정리 
</a:t>
            </a:r>
            <a:r>
              <a:rPr lang="en-US" altLang="ko-KR" sz="1000" dirty="0"/>
              <a:t>9</a:t>
            </a:r>
            <a:r>
              <a:rPr lang="ko-KR" altLang="en-US" sz="1000" dirty="0"/>
              <a:t>차</a:t>
            </a:r>
            <a:r>
              <a:rPr lang="en-US" altLang="ko-KR" sz="1000" dirty="0"/>
              <a:t>:</a:t>
            </a:r>
            <a:r>
              <a:rPr lang="ko-KR" altLang="en-US" sz="1000" dirty="0"/>
              <a:t>표면 마감처리 및 도장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1201</TotalTime>
  <Words>886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491</cp:revision>
  <dcterms:created xsi:type="dcterms:W3CDTF">2015-01-28T03:52:40Z</dcterms:created>
  <dcterms:modified xsi:type="dcterms:W3CDTF">2026-05-28T03:18:55Z</dcterms:modified>
</cp:coreProperties>
</file>