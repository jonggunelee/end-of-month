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86" d="100"/>
          <a:sy n="86" d="100"/>
        </p:scale>
        <p:origin x="108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B3B7E43-8016-9656-7D27-684D2B9554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186410-51FA-505C-0AEB-1C47D824B3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4065FD1-0862-4337-B76B-8EE34DF36744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7C013557-026D-83A1-F32F-0F9E20770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ED4E49E-307C-06F9-2040-E10079F20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F3B39A-5991-DD83-F8AF-C427DED3A9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679853-A09D-6FB6-246F-FE3CF384F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00F230B1-207D-46A1-8F51-1163727D774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69D350B-0814-E1B4-9899-D390E699C7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D7404B2-DBF7-8605-C8DD-B63C5A4370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9BF16D1-11DE-4439-1ADA-C18BF3BD8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44DB9D9-CE1F-4B87-8252-E0A07332252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97BCE4F-E378-B61E-D9FD-36CD78A39B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247FEED-2240-3BFA-8543-8F5E318AB3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0DF8848-450C-A9AA-2474-3D70E592E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AFD5353-9BD6-4DCE-AB7C-86A5A202F91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FBE3A-8FA0-6175-BBEA-8B293722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79C3D-EA50-4070-9DD8-ADDD0FF77F6C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2033CF-4C15-0FD2-C0F3-72837A7A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E186A-81A5-38C6-581F-28660335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9CCBF-71F6-425E-AF6E-6EB5B0F31E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22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3C6C8-9370-7AE5-27FC-8CBB1DE6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9FF9A7-AD22-43FA-8A18-1E7F0226477B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90656A-A6F4-9C7E-5761-1DE31EBE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D34F63-34F8-1CA3-371D-769870DD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6C7B0-5BBC-498D-B55E-26C800316B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01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E8CB8-8DB8-EF63-D613-88CA6806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B36B8A-8573-4F5A-ADBF-3C455BC60AB8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516B50-78B6-44FE-67D7-DF42A205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64B753-C5C0-DF4D-0910-05C458C3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A0A84-204C-415F-B6F9-185CA71E3B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4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BB56830-F79F-B656-F2CC-5DB399A0B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E666D-A986-4E50-A650-02A2C4D037F2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E4F63AB-EBE0-1869-6851-26804490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C3263E3-61B6-6479-3077-1524C811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21E5F-D724-40D5-B454-581FD81EE8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27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9F3AE16-D3B6-03B5-E149-2877986A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C3B46-5BC0-4020-93CB-54F328054D9F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217E0FB-F981-DA7A-F3BC-88283B51B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070116B-37BB-13A9-EC63-B8CCC749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09208-D21C-49E7-B32B-FC85237D0C5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8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33A7C03-5C9C-940D-9B4B-5EAC8403D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04E67-5E7D-403F-93CF-477B66A0331A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C9AA62DC-8744-2249-BC60-EA8A37B3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355A8FE-D90C-5043-8B61-6E0D6837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80F7AD-CFA4-45F4-BF5D-0AE289F6BB1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32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71F0131F-6A31-2A29-6CA0-CE4154AA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0BEAF0-B935-4543-B643-CB3556DFACEE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67D5494-3D00-A347-1F8F-5AAD9288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2D08802-AF42-353E-D9C0-BB68B8D1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11BDED-B93A-4615-BAA3-9D00EF6D28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15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7872549-1A6E-B51B-E8E1-C566F58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110918-E374-493D-A2CD-46B62D42DFF0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4745E38-512D-725F-98BF-3D41A38D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1FE1295-5C68-5F78-34B7-2B3A2E06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C4769-E168-4967-92CC-345D32C47E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40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16D9EBF-3B4F-DA17-6AB1-EE83AE74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514B4-43A7-4D6A-9607-20AFCF01A748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0361B71-B0A5-C223-97BC-94A2C968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3941F3C-DD7A-AC23-1D8A-93882A17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CC389-EFF8-4238-BCC7-0FB89E2C530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19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68379-BABE-A373-1BFB-5596AA8D8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24A63-650D-4C55-98BF-7BFA953ABD74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08875-51B4-738A-341F-D9D30CFF6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BB748-8A53-F246-5A43-43FB9F91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94594-7D7F-4D4B-A104-87BA1965E49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32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C35056-A85D-CBD9-E26F-9E875E64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CAD8E-865F-4EF8-9B0C-7B4366088931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D3191D-D190-B15E-36A2-E3DDC254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D241D4-FCB4-69AA-2136-2E779BE1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10632-0AC0-4EE8-A52D-78B9280BAD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416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E93D08F9-4DBD-28A6-F29B-33AE98C7CF3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DD93E941-2E19-FED0-7F4F-3B9A1B6C14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0C7A5-A652-CFAA-C4D2-7741348594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F0ADD10-8A75-43F5-B6D2-FD9C6C5252E9}" type="datetimeFigureOut">
              <a:rPr lang="ko-KR" altLang="en-US"/>
              <a:pPr>
                <a:defRPr/>
              </a:pPr>
              <a:t>2026-04-24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4D92C0-61A4-63FC-7B9E-F2E0E2449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28DF50-7031-8752-A370-B2378C9C1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231CAA8-C987-4336-A1D9-A75CE191405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12F097B-EA4F-8F43-466B-3854092DE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106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E638FAC-54FB-EDE4-EB0B-D58B64991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EB5AF8F-891A-4400-F1C6-93B8B6FEA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BFF314A-1E2C-5FDC-5790-76920711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106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A66DBC0-AA3A-A05F-F6B9-34DAA8EE2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0B572B2-A004-CA0D-8E93-C8F5A06E4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F82B85E7-1896-2F00-BB6B-C81A4CAEA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A7F5B0D-7346-519E-94DB-6FBB957F1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뒤베란다 벽면 크랙 전체보수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기존</a:t>
            </a:r>
            <a:r>
              <a:rPr kumimoji="0" lang="en-US" altLang="ko-KR" sz="1200" b="1"/>
              <a:t>LED</a:t>
            </a:r>
            <a:r>
              <a:rPr kumimoji="0" lang="ko-KR" altLang="en-US" sz="1200" b="1"/>
              <a:t>조명교체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231D3996-7BA6-7F70-CFFF-34581592F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E9EE42EC-4B5B-F46C-5170-427D9C869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50FFD9-EBA9-6546-E4DB-721ECB1995F9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AE1EAE74-D2EC-02C6-9D5C-AE553D6BE00B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960468E9-564A-75A4-84E3-6A7471D19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81635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49C4C-AF51-95A6-C690-F03ED99C8AF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기존</a:t>
            </a:r>
            <a:r>
              <a:rPr lang="en-US" altLang="ko-KR" b="1" dirty="0"/>
              <a:t>LED</a:t>
            </a:r>
            <a:r>
              <a:rPr lang="ko-KR" altLang="en-US" b="1" dirty="0" err="1"/>
              <a:t>조명교체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BC21D-9963-238C-1ADD-0FECD86AB6F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6A4878EF-BE82-8F71-0251-B522AF64D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7D10C3C-C9DE-FEA6-FFF9-383DF33A745F}"/>
              </a:ext>
            </a:extLst>
          </p:cNvPr>
          <p:cNvSpPr/>
          <p:nvPr/>
        </p:nvSpPr>
        <p:spPr>
          <a:xfrm>
            <a:off x="3059113" y="2997200"/>
            <a:ext cx="3241675" cy="20875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5D3CA6A-B129-5C4E-F837-41F5AF7F5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201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E0D0F45-0986-4B84-CBA8-983C2EC3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C99E52C-6537-070E-2952-064A3862B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2C4C899-026D-36D4-2FD1-38D28505A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201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D3C196F-7548-7C42-5FB8-2F3647D36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A493AC1-2A5C-38AA-7DB9-FF07B1E3F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33556181-4A21-18E0-E816-A93417B50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201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A3A95E34-A4C2-C8A6-1D8D-041E0A901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화장실좌측방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화장실우측방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붙박이장뒤 벽체 단열재 시공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기존</a:t>
            </a:r>
            <a:r>
              <a:rPr kumimoji="0" lang="en-US" altLang="ko-KR" sz="1200" b="1"/>
              <a:t>LED</a:t>
            </a:r>
            <a:r>
              <a:rPr kumimoji="0" lang="ko-KR" altLang="en-US" sz="1200" b="1"/>
              <a:t>조명교체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166EA699-76D1-AD32-A9EE-4E336C6F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9D8F8CA5-35C1-8884-8CFC-E3809453D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0F6E80-C349-49F8-4D87-E2F42C435444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1C6561E4-1153-DF6A-4662-2A5F3010DC08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51A93C77-3D29-40B6-57F9-802D608BF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88778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EF358-0F10-2F4A-157B-E030A1E6BC0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기존</a:t>
            </a:r>
            <a:r>
              <a:rPr lang="en-US" altLang="ko-KR" b="1" dirty="0"/>
              <a:t>LED</a:t>
            </a:r>
            <a:r>
              <a:rPr lang="ko-KR" altLang="en-US" b="1" dirty="0" err="1"/>
              <a:t>조명교체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C1F8C8-0E34-B84B-0751-1C5AE21B31E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B35A52BF-0258-2E30-7430-C9FA20607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3D45B744-7AFD-01DB-47A0-A84CC9A52870}"/>
              </a:ext>
            </a:extLst>
          </p:cNvPr>
          <p:cNvSpPr/>
          <p:nvPr/>
        </p:nvSpPr>
        <p:spPr>
          <a:xfrm>
            <a:off x="3132138" y="3068638"/>
            <a:ext cx="3168650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2049</TotalTime>
  <Words>221</Words>
  <Application>Microsoft Office PowerPoint</Application>
  <PresentationFormat>화면 슬라이드 쇼(4:3)</PresentationFormat>
  <Paragraphs>32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기존LED조명교체 </vt:lpstr>
      <vt:lpstr>PowerPoint 프레젠테이션</vt:lpstr>
      <vt:lpstr>PowerPoint 프레젠테이션</vt:lpstr>
      <vt:lpstr> 기존LED조명교체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380</cp:revision>
  <cp:lastPrinted>2022-08-17T04:02:57Z</cp:lastPrinted>
  <dcterms:created xsi:type="dcterms:W3CDTF">2012-05-23T04:33:26Z</dcterms:created>
  <dcterms:modified xsi:type="dcterms:W3CDTF">2026-04-24T00:34:42Z</dcterms:modified>
</cp:coreProperties>
</file>