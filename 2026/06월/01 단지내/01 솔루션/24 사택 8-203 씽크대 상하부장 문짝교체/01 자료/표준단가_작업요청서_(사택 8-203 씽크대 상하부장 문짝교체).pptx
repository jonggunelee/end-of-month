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95" r:id="rId3"/>
    <p:sldId id="260" r:id="rId4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99" d="100"/>
          <a:sy n="99" d="100"/>
        </p:scale>
        <p:origin x="217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62BCACC-CB5E-E4DE-6FE0-BFE5C30343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78E0A6D-8812-B57D-D338-46896BA9F94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C130AD59-28C0-40AD-A8E4-65C9912CC0F1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8C9DE1BD-0B27-C71A-CFB7-1C6F20F8BF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A5C293C4-55BB-5830-C996-15B04F50B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619C9F-70FA-AC5B-58E5-7171A90E67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DD4BF1-5F47-4962-736B-264EA9F5EA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CB47B02C-690B-4263-8D67-74D037668B1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B0BFB3C7-7BE7-E27D-9A2D-0A66722662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FC488401-D286-2102-E94A-F5A7C021E1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DAC69498-D36D-965E-948A-57CAE0F89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F55DF1E5-E732-45BB-B15B-792A2FD54C63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2E00FD-CD94-72E6-4AF6-51F93C276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4B1B1-33BB-4EDC-A5D8-89301951198B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E13584-AF85-5B09-6BB8-152B9F300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58CC14-2447-5C8E-41AF-FF1CF11A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EC754F-7196-4CE3-BE22-9844A3E287B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80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19F96F-6148-1BB3-8946-135293D1C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3E6277-9CB6-4FA6-BAF6-D16BCFD3DC67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38E7E0-FC07-70C1-18F7-024C8C17E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3E1048-BAF5-5BE9-30B8-460122A5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553B1F-FCFC-4C45-BE25-15456CBA2A0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437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BCD3A1-89F6-0E03-57EE-7960A958C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1EB97C-18FC-4071-BB7B-AA64214F04E6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B882C3-41E9-6D1E-24A7-137FBE04A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D574B9-A354-F929-D9DA-585FAF1F9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A179B-04FF-42CE-80F5-AB3454C7354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265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636B465-8E20-6CFB-BBC0-980B7629F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F90798-8C2D-4A81-81DC-64A229FB123A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6489AB9-F7D3-8078-A962-5C823673B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EBF2A3F-4D1B-1BDD-6E72-C9FD326F0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3189E5-A049-48CC-867E-77EEA035EBC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542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C7F2F686-AAD3-451E-F4B7-2E891276F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E258B5-489B-4816-89A5-8A0A1E4409EF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6D642B26-CBB7-A3F4-681E-DD9496F65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DEBB8F40-9B63-A00C-2AF2-716951288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2CA8D-BD3B-449B-9B1C-EEFDE76189D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200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D361858A-56AB-3457-9E14-FC06FE6B5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EAE49A-6D5B-4D8D-9F3E-4C12A974A9A4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0D1E5FC4-EE10-C8BF-0A0F-C0148E1B5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A97CEE80-459F-257D-F6A6-905CCE6F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9F8FA2-C621-401A-97A8-D095F955939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78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E069D423-F43F-5768-80AB-F942FA578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CEACF-264B-440D-983F-9EB4EF909FE4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6A98447E-850B-B2B3-E3DB-41DA1BB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0AF64773-BDE9-B011-E1DF-4659877E1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10E8E8-044F-4718-BBC8-2E1C8504A21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621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F9CB2336-B786-7FA7-9112-3E6EE462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F40B77-15A2-4B40-A081-92D0A0FE3B48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FEC9AADA-27FD-CE82-A328-E4D41020C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DFF64B8-51FA-8636-3156-735058DA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31EBD5-E5B0-4D0C-A881-D757D81A547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99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783624D8-0DF5-887E-C8BE-7A3A8A367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9AF477-7725-404A-A215-E34E031CD398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710BE94-AC02-31B4-33DE-DC580205C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346EDDD-CBCC-E311-28DE-E404E78C3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8CF22-28E6-49E8-8A14-53DFADAD010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324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570128-18BB-1C5F-7D2D-29FEB2719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54C0CC-2955-42B2-94C9-6EBDC2D6F823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37F4AF-96F7-6D6F-91A3-4177666A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67504D-D1C2-2124-90E8-CFD63BD24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03C936-13C5-4817-8B40-C0E6908BBF8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615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2081E5-37C7-ECD7-60D2-9A5BAB2B1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D04A93-6762-4771-A890-E22749CDE117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A4E597-F920-8F2F-911D-9ADEAEF3C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AC3EE9-EB6B-B2C6-D4A9-5D8E03780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7879D3-65F9-4E1A-8358-4FA7626CCDC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266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36872D5F-CE5D-8676-AF9A-B6F784FA7FB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7878AB95-C444-AD6E-C115-D94A5376E5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1C8F10-247D-20F7-70DD-8B8510F463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8DCD785-F91C-4C41-8CAD-30FAA5D59233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BE76A0-A950-8564-F3FE-3648C94DE5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DBE72E-CECF-9291-3F4E-DE7EA8FA24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EE1357DF-8312-4221-A22C-9E22863CFDE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486B56DA-47E6-919F-0CFF-D6E3F8179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8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203</a:t>
            </a:r>
            <a:r>
              <a:rPr kumimoji="0" lang="ko-KR" altLang="en-US" sz="3000" b="1"/>
              <a:t>호 기타공사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5E3785E7-E332-BD80-7CC3-697422316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118AB327-746C-A9BC-23C7-19635AD5F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2026. 04. 09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0CECDA36-106B-A75B-7B5E-2F078EA6A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203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BCB31AB2-8F8F-89C2-6467-FFD549E0F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09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91653CDD-CAE3-A9AF-8779-0A4030E2A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2989178C-19C9-F6B8-54CA-67D3AF630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203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470F97B9-4C32-78B1-EBF4-C9AF561FC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636838"/>
            <a:ext cx="844232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방충망</a:t>
            </a:r>
            <a:r>
              <a:rPr kumimoji="0" lang="en-US" altLang="ko-KR" sz="1200" b="1"/>
              <a:t>-7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앞베란다</a:t>
            </a:r>
            <a:r>
              <a:rPr kumimoji="0" lang="en-US" altLang="ko-KR" sz="1200" b="1"/>
              <a:t>(3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뒤베란다</a:t>
            </a:r>
            <a:r>
              <a:rPr kumimoji="0" lang="en-US" altLang="ko-KR" sz="1200" b="1"/>
              <a:t>(4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))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주방 씽크대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상부장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하부장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문짝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서럽장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몰딩포함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전체교체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주방 난방 분배기 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주방 씽크대 상판 전체 실리콘 재코킹작업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뒤베란다 창고문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보수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CE1FD28C-3D0B-3C5A-86AD-21C3FE806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995738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77DA31F1-4ACA-F486-1A07-E87F4EACE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838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31276E53-A84C-C4C1-0A68-00196F99F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63E8F77-D3E2-BD24-AA87-1DAFBE55B40E}"/>
              </a:ext>
            </a:extLst>
          </p:cNvPr>
          <p:cNvSpPr/>
          <p:nvPr/>
        </p:nvSpPr>
        <p:spPr bwMode="auto">
          <a:xfrm>
            <a:off x="3425825" y="4635500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AFFE9C21-27B5-95DD-5A4F-084FBC24470C}"/>
              </a:ext>
            </a:extLst>
          </p:cNvPr>
          <p:cNvSpPr/>
          <p:nvPr/>
        </p:nvSpPr>
        <p:spPr>
          <a:xfrm>
            <a:off x="4284663" y="5589588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74DEEB-0485-B844-521A-150EEBD21D6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/>
              <a:t>주방 </a:t>
            </a:r>
            <a:r>
              <a:rPr lang="ko-KR" altLang="en-US" sz="2000" b="1" dirty="0" err="1"/>
              <a:t>씽크대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상부장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하부장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문짝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서럽장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몰딩포함</a:t>
            </a:r>
            <a:r>
              <a:rPr lang="en-US" altLang="ko-KR" sz="2000" b="1" dirty="0"/>
              <a:t>) </a:t>
            </a:r>
            <a:r>
              <a:rPr lang="ko-KR" altLang="en-US" sz="2000" b="1" dirty="0" err="1"/>
              <a:t>전체교체</a:t>
            </a:r>
            <a:endParaRPr lang="ko-KR" altLang="en-US" sz="20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74CF0F-0315-FC23-FBFF-B9CC0A854478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8">
            <a:extLst>
              <a:ext uri="{FF2B5EF4-FFF2-40B4-BE49-F238E27FC236}">
                <a16:creationId xmlns:a16="http://schemas.microsoft.com/office/drawing/2014/main" id="{55CE668A-E578-9FD2-5466-5267333ABD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9425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DFB9A324-3F11-429C-29F2-2F9D2351D679}"/>
              </a:ext>
            </a:extLst>
          </p:cNvPr>
          <p:cNvSpPr/>
          <p:nvPr/>
        </p:nvSpPr>
        <p:spPr>
          <a:xfrm>
            <a:off x="2195513" y="2205038"/>
            <a:ext cx="4464050" cy="1079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C154C35-F311-A907-BA0F-92B046F51284}"/>
              </a:ext>
            </a:extLst>
          </p:cNvPr>
          <p:cNvSpPr/>
          <p:nvPr/>
        </p:nvSpPr>
        <p:spPr>
          <a:xfrm>
            <a:off x="2411413" y="4292600"/>
            <a:ext cx="3816350" cy="9366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2756</TotalTime>
  <Words>163</Words>
  <Application>Microsoft Office PowerPoint</Application>
  <PresentationFormat>화면 슬라이드 쇼(4:3)</PresentationFormat>
  <Paragraphs>20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주방 씽크대(상부장, 하부장) 문짝(서럽장, 몰딩포함) 전체교체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497</cp:revision>
  <dcterms:created xsi:type="dcterms:W3CDTF">2012-05-23T04:33:26Z</dcterms:created>
  <dcterms:modified xsi:type="dcterms:W3CDTF">2026-05-09T05:17:36Z</dcterms:modified>
</cp:coreProperties>
</file>