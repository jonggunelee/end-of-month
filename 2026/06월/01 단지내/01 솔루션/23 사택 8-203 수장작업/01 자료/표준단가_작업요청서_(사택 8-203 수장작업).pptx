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5" r:id="rId3"/>
    <p:sldId id="259" r:id="rId4"/>
    <p:sldId id="260" r:id="rId5"/>
    <p:sldId id="261" r:id="rId6"/>
    <p:sldId id="263" r:id="rId7"/>
    <p:sldId id="264" r:id="rId8"/>
    <p:sldId id="281" r:id="rId9"/>
    <p:sldId id="282" r:id="rId10"/>
    <p:sldId id="284" r:id="rId11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9E76894-427A-50D5-874E-07DB99A268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71B593-89AA-51BA-DDF2-134B6570D69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27A6344F-D494-47D1-B216-CBB4B826ADFC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374CD15-4A9B-779A-BF4D-C417F8DAE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49F8EB7B-0CAE-86E7-C0F6-110F29213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93022E-EBB4-508E-6E4A-C083230C6E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E503D7-99A0-62BD-25A5-4D6EC41D1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F2FC3A9-120D-4C6B-A7E3-64871BB08231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8987D9B0-869B-0E52-DCF2-4CA528CDA7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DB3D171F-D0DB-70E4-1A05-5E2C83FDC3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1C14F81-7865-2263-7689-011CC2B48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4AAF9-E018-42D0-9608-9E0A30D646AD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AFB3C8-DC87-C43A-FF0F-0DC4FF6D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4C14A-3F74-4C99-88C2-7E6C17479F7A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EE4227-7B0B-4D4A-B64F-4838BEE6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D0B35A-E7E2-B0FA-14FD-3F581B5F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4DDFF-25CE-4670-990E-1DF7A3655D3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787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C12D99-5D54-6A0C-3193-618757404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06E4D-FEA3-4FA0-8717-D87899037653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CE651-1D69-791F-D890-4E74E292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FB937C-44E5-9C0E-4435-C9E2D871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D042ED-BAFC-4225-873B-9AF280953A8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66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25DC5-03B7-E488-6902-D46DBCB7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54E296-9A25-497D-97DA-6DDE79E5401B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BB6F6-4F52-C4CB-12D5-9AE09C87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863284-1C85-4FC1-7F01-19D444AD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24B65-E1BB-48A5-86D5-9596952F301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24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AAD42F9-760B-8B3C-F8C7-F5C949C7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EC71C-0376-494F-B1A0-07033F90B5DB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CA80C5D-D0E0-FE30-CA11-9A1158262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1A20B41-7AB6-749D-CFEE-88E353EEF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DD62C9-8CFD-4C45-BA43-EAE9AD067B0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70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5284ABA2-F5B5-39B7-B4AC-1847A566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927D4-6CD2-45F0-BADF-4386C5A2CEF1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86089F92-9FDA-3395-E63B-D6908F70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805D5028-3E95-7275-A860-1051EBC9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813B61-D937-435F-8131-5EBCFA605A7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15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68B08C8A-59C8-7D51-B8C9-11FCF74C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4294B-0A23-4D40-A6E4-3EB26F1A5C58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86F7C345-25DA-97ED-3E98-E08153E52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CD4ECFBA-57E2-DEEE-0CDA-6ABFFCD9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A78654-0F38-45FA-8672-A093A30AA97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99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022CE83E-D262-EEEA-6BA3-F1659C5B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89620-CD30-4077-A95A-EC0A9C5C52F2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BDD20DFF-27DF-6E9B-FD60-6DB569174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5123A706-7279-BB80-A804-92811E78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37B735-DE2C-4EB9-A4F2-C69D2A2151C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90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9BACF7C-CB6C-F510-0726-6A73B5AF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8C302-304B-469F-B366-A2077AFEE6B6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F072E91-7DFD-0ED8-1EAD-250CA11D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4756304-6FCB-EF7E-423C-5197606B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CED209-3163-477D-8138-2416312657F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35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5908C13-0FA7-4CDE-D945-E2E36B38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84325-21B8-4FF6-B106-3A4D6246836D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43FFB40-BF05-61BA-C5F1-E18ABC78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DC34FB1-A6C8-E5C3-A480-6B41B87B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CED035-BA80-40F6-BA11-D7E36247AC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074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F245C6-47A5-130D-A60A-5C8A3E86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21D66-57B0-4616-BE55-5D66756CD126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AAAC25-64B5-0315-BBD8-4E9F7D86C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92F8A8-908A-E3AC-4DE0-FC53446E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A14EFA-8038-49E1-AB0B-770E86B9330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47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51D770-67D6-BCB1-117E-A1C3A9D0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C41C09-8370-4111-97C2-073F2A6C0DA8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F0E164-CEB9-D25D-44D0-9F638FAAB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56BC4D-066C-C72F-1E8E-B4C09630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A3DD59-E379-4918-971C-6C4E4AE694F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499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4C740C7A-9C7D-2D86-947F-0D70250BE29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4BE00215-27EE-BB9C-3B73-C3297AAA52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9D3800-B26A-A714-14CE-7F8187B7E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5489FE0-4D45-4F27-BFC0-DFE1AD1AB3F0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ECF0C1-8CC2-0ABB-E25C-4498821DA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9DE86B-9B29-6D00-6C4C-DA06CAFAD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90106CB-3703-46AE-ABE1-D0CAC2C834A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7DF5E996-9484-CCCD-FE55-23EE53D44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203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478F843B-9779-C7D8-54D7-55946B1DD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C18019C8-E861-4F29-4B1B-4A898906F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0E5A8BA3-8682-0032-93FA-CE8AF15E1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A66F21F6-6FD1-953E-70F6-4E9C1CB58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09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102D3B67-5870-D96B-53C6-3C8D3C2CB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2DC61B0D-CBEA-3F79-8A95-5426959E7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6F95EB52-CFA0-3000-6527-BA6AFD7F2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19F16819-1588-82B7-1F8A-588C68DA6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6353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3A4EEBBA-CFDB-772E-79E4-D4B73A490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20B6FD47-E1BC-1898-3809-3057D82BA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2EA562A-B020-6747-AB70-63FADF94A745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1189C5C9-FFAE-7E76-8D33-1579C6469833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B7CF5-BEBE-2017-63AD-8ABB6B4262C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73A07D-1D80-636E-8EED-29C16D6B351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09DE7F83-016B-8F13-8C9E-EA377FC41A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898B22FC-4D5E-FDDD-DE06-D80135ABB307}"/>
              </a:ext>
            </a:extLst>
          </p:cNvPr>
          <p:cNvSpPr/>
          <p:nvPr/>
        </p:nvSpPr>
        <p:spPr>
          <a:xfrm>
            <a:off x="2773363" y="2636838"/>
            <a:ext cx="3743325" cy="2447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80B16-27CB-68EC-893B-7C651FC02C9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15E28E-BC85-140F-7619-13819EC51DE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9E8AEA80-91ED-0817-D861-E4E8114314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F27ED0AB-37D3-E8CC-E1B2-1679A594F9E8}"/>
              </a:ext>
            </a:extLst>
          </p:cNvPr>
          <p:cNvSpPr/>
          <p:nvPr/>
        </p:nvSpPr>
        <p:spPr>
          <a:xfrm>
            <a:off x="2555875" y="2925763"/>
            <a:ext cx="4679950" cy="2447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44D7F-262A-93DB-7B9D-B9D89369443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도배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천정</a:t>
            </a:r>
            <a:r>
              <a:rPr lang="en-US" altLang="ko-KR" b="1">
                <a:latin typeface="+mj-ea"/>
              </a:rPr>
              <a:t>-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424C7B-E9D0-2110-34BF-0BF21883820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A97A3E8F-9EAC-2547-A1DB-DA39206036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8703B77A-F40E-37C8-CD3C-381CA68BC46C}"/>
              </a:ext>
            </a:extLst>
          </p:cNvPr>
          <p:cNvSpPr/>
          <p:nvPr/>
        </p:nvSpPr>
        <p:spPr>
          <a:xfrm>
            <a:off x="3203575" y="3284538"/>
            <a:ext cx="1800225" cy="11509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C4B94-23BC-B3D2-D204-D6A4DEABAAB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946CDC-748F-F659-72FD-A63B1201A32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D1AA031E-9011-BD51-FACC-FEC070158D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D785485F-F995-AAE6-EE89-7F757A1681D9}"/>
              </a:ext>
            </a:extLst>
          </p:cNvPr>
          <p:cNvSpPr/>
          <p:nvPr/>
        </p:nvSpPr>
        <p:spPr>
          <a:xfrm>
            <a:off x="2843213" y="3068638"/>
            <a:ext cx="3457575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8C42F-4692-10F2-54FB-BA1E8C5ABD5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11FB61-2A5C-DB53-EEEB-C08F29F8A73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D50E3102-86FD-1920-C4D3-E52F4DC077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05F03B90-30CC-2857-A336-C208D0CCF082}"/>
              </a:ext>
            </a:extLst>
          </p:cNvPr>
          <p:cNvSpPr/>
          <p:nvPr/>
        </p:nvSpPr>
        <p:spPr>
          <a:xfrm>
            <a:off x="4067175" y="3357563"/>
            <a:ext cx="1296988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7D8F3-004F-AE39-E34E-EE0D95BC8A4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924D7D-26D1-A178-116E-7CE9CC45AD1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EB9532F8-5345-62D3-C16A-CA219179D4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E72D907E-D309-A202-DD37-3B20E44CE43D}"/>
              </a:ext>
            </a:extLst>
          </p:cNvPr>
          <p:cNvSpPr/>
          <p:nvPr/>
        </p:nvSpPr>
        <p:spPr>
          <a:xfrm>
            <a:off x="2627313" y="3213100"/>
            <a:ext cx="4248150" cy="1365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C72D2-782C-6690-BB9A-395EA44064F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F50373-BAE9-9D3E-3422-62BAC5B292D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79555EF3-AA1C-CA22-719E-68F9725307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54DAC3F-0230-EC66-AC7B-DA447A9CCBEB}"/>
              </a:ext>
            </a:extLst>
          </p:cNvPr>
          <p:cNvSpPr/>
          <p:nvPr/>
        </p:nvSpPr>
        <p:spPr>
          <a:xfrm>
            <a:off x="4572000" y="2925763"/>
            <a:ext cx="792163" cy="1943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85DC0-13B1-0CCD-93F5-B70DF04D373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EE51CF-B127-4ECB-E92B-A239D03B5ED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7">
            <a:extLst>
              <a:ext uri="{FF2B5EF4-FFF2-40B4-BE49-F238E27FC236}">
                <a16:creationId xmlns:a16="http://schemas.microsoft.com/office/drawing/2014/main" id="{A716B5E6-BBD4-ABDC-2C8B-6F241F713A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92625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5A5C673-7865-C348-5616-D8B1C22D6C3C}"/>
              </a:ext>
            </a:extLst>
          </p:cNvPr>
          <p:cNvSpPr/>
          <p:nvPr/>
        </p:nvSpPr>
        <p:spPr>
          <a:xfrm rot="20929402">
            <a:off x="2801938" y="3394075"/>
            <a:ext cx="3375025" cy="10493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2738</TotalTime>
  <Words>189</Words>
  <Application>Microsoft Office PowerPoint</Application>
  <PresentationFormat>화면 슬라이드 쇼(4:3)</PresentationFormat>
  <Paragraphs>24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도배(천정-거실)</vt:lpstr>
      <vt:lpstr>장판(거실)</vt:lpstr>
      <vt:lpstr> 장판(방3곳) </vt:lpstr>
      <vt:lpstr> 도색(문,문틀-방3곳) </vt:lpstr>
      <vt:lpstr> 도색(방화문내부) </vt:lpstr>
      <vt:lpstr> 도색(거실걸레받이)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494</cp:revision>
  <dcterms:created xsi:type="dcterms:W3CDTF">2012-05-23T04:33:26Z</dcterms:created>
  <dcterms:modified xsi:type="dcterms:W3CDTF">2026-05-09T05:17:22Z</dcterms:modified>
</cp:coreProperties>
</file>