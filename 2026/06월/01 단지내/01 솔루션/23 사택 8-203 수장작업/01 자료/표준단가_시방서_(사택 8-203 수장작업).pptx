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2024-09-12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10846"/>
            <a:ext cx="6192688" cy="903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●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●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■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351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775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488</cp:revision>
  <dcterms:created xsi:type="dcterms:W3CDTF">2015-01-28T03:52:40Z</dcterms:created>
  <dcterms:modified xsi:type="dcterms:W3CDTF">2024-09-12T03:07:07Z</dcterms:modified>
</cp:coreProperties>
</file>