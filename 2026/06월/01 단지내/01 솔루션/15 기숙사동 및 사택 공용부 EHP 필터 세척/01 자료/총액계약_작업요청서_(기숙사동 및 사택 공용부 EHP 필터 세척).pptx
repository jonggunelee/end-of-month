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63" r:id="rId5"/>
    <p:sldId id="259" r:id="rId6"/>
    <p:sldId id="260" r:id="rId7"/>
    <p:sldId id="261" r:id="rId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444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0AE59A7-2C82-F46A-2D87-2F7515EBCC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ED0810-49B1-B0B9-C4EF-3B14145977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175B7B-F5AF-42B3-91D8-118023E5CA04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6A23FDB-1EE5-35B8-70C3-B34ADF617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8A9B9665-AFCC-FE8F-6228-34EF5CA191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8CFCE0-1354-C328-B6D0-FC24970A1F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C9EE58-3C14-B303-26F8-502EEA3A6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93CEEA95-8315-46F5-9178-206B16BEF14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16393C20-DEC5-B3BC-BE52-3C22F7C9F2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DD41A77-D3A6-CFF3-81E8-9BE593229D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8382A195-553D-77CB-4ECC-4087219F3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3D9E37D-971A-44A3-8B74-B632C6B2CF7E}" type="slidenum">
              <a:rPr lang="ko-KR" altLang="en-US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D1569720-FB42-2E51-C1CF-E34B005874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E37F9CB8-4B52-FBE5-EB51-27DA7F03BF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5D6632ED-EF18-7413-16D8-23B2F41BB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F8AB0C93-E7E6-47B5-9E16-9F568DCD3077}" type="slidenum">
              <a:rPr lang="ko-KR" altLang="en-US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EE70F53D-3445-A5C0-BD88-36D4712200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3D2E5A3E-6492-C0FC-73CF-F5EB9CB2CF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204E218D-43EF-BCEB-FEFF-8722A8CCD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7C90F60A-1D69-4FCF-83E7-0F5D551D112D}" type="slidenum">
              <a:rPr lang="ko-KR" altLang="en-US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EAEAD7-9065-EAD2-C3BF-1213833A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2DDCF-E21D-4CBF-A7F2-A3B393A750D5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DA3A42-5470-D96E-24EF-BE0EB971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F13B0-C81D-FA64-BED4-6A949BE0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3691EE-699E-4DFD-B467-35AF1A3EA62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577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4C654C-BB64-D576-E95D-426CD8B2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309006-F29F-42F3-AC55-A66D9F519A79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BDDB9A-0391-3D6F-EFDA-D5118AAB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5B972-31AC-96C7-ECDC-EBEE27A8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67D651-6E68-478C-811F-AAC83297772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72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F51252-044D-250B-6889-8D8695DB6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325B-B726-4F8A-948D-B655D11A6051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C34A1A-0F2D-7623-D96C-95FEF025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DAD0C8-6276-F367-8388-B4FCBDDD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3B1A8-E310-4FE1-BD32-5E822AE388B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03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FE2240F-01A3-8E85-F204-31B854A9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7C2DC-A98B-4426-A300-9B05DAED45C8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532B534-0298-CEB2-663B-C2BEB817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C90A0A3-3E66-4715-5464-5164C391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5DA5-91C3-4A94-988C-30BB9844730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46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BA2BBC1E-3511-011E-8278-20296C020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C115-8361-42BB-9A5D-B045F6CC2667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109C48FE-14FD-C604-9C8C-1AE96840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A663C20D-1C4B-E794-D20B-ABE25DCC4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B9A4C-2493-4C60-ADB1-3B559CDD322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5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A19CB1E5-33EA-D52C-5821-96A83E2B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2F20C-5EF2-406A-BEBD-8B073A048C50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933F477-1A80-9DB0-6E26-F9763F65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0195BFB-42EC-44A3-274C-6D24A569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AED24-1F88-493F-906C-A3875002116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066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EFCB39A-2762-0572-C031-2B3E958B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7C771-10D6-452F-A24D-E901EB1CC846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28AD09A4-D9C4-C5DB-C905-F399A8CC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1426D4C-F4C8-C88B-719D-815E2D3E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1B5F3F-236C-4B2C-ACE3-B1D513262B7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70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9F662A1-BAEB-2C39-A77B-5CFF2BB8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8AAF4-B270-4832-A7E7-61564AECA1ED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45F2AD1-DFD2-1267-DCB7-25FF1D0D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5F356F0-2202-4A7C-1FC1-40CDF354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73DD0-4F7B-4358-9DD6-5388CDC0608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478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D211D51-118A-D5DD-3E07-11192632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94621-2895-4EF3-AF7E-774816F3B90A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3D920C9-8E57-D951-4096-408C72B3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B7A59BE-2F17-3E5E-FEAF-7F086730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858C1B-4B94-4440-8C2F-8F47390B900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93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7BC941-464D-8E6B-92B1-FA4E90AA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3ED374-F98A-473F-8D09-7551D89DE034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5FA65B-2EC0-740A-D636-67C4278C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21D48-D679-1347-0FC1-3AF22847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E808F8-C37A-4E86-BD42-03505710A48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766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B03589-4AFA-D12F-AFA1-B331F351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D62BF-308B-431E-AD71-F2E564E60CDC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68D6EF-2088-2C00-08D6-3AAD6982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A2EA92-0B5F-C681-8725-A5E14F29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C39A82-C5F2-4651-9826-A79193B28A2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485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7437ED51-DCB9-231E-0ADB-46ADD303ECA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1FD4657A-C851-5A55-9E8B-E52922225E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2A469-414B-EE08-0D40-158951BF0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FE25F81-0B73-44A1-AE2B-73322C08C4E4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87D2C-45FB-9D0B-C78D-B6A34EBEF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679E77-173A-4BBC-24EF-F6EA02AD0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F310BFB-0074-49FD-8ADD-AC3CEB90578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6B97564-05F9-E1AA-E473-76C948EAB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1665288"/>
            <a:ext cx="714375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 </a:t>
            </a:r>
            <a:r>
              <a:rPr kumimoji="0" lang="ko-KR" altLang="en-US" sz="3000" b="1"/>
              <a:t>   공용부 에어컨 필터 청소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20E5BF7E-D261-B36C-AA99-78382FF9A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ECF4AD4C-D0C0-61BB-121E-6B75B159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2E0EF84F-3831-E129-BA21-DF51F29B2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319088"/>
            <a:ext cx="5543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2400" b="1" u="sng"/>
              <a:t> 공용부 에어컨 필터 청소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711146C7-EF79-D596-8152-CB8A5CE39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79525"/>
            <a:ext cx="25765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</a:t>
            </a:r>
            <a:r>
              <a:rPr kumimoji="0" lang="en-US" altLang="ko-KR" sz="1200" b="1"/>
              <a:t>17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A86833A-66EA-2A28-9901-E75204038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39888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EDC4B788-D00A-82F0-0C40-17D3A2BF7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8877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 공용부 에어컨 필터 청소 작업요청서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46F2AB3F-8923-6D03-5BD4-509CBA09F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2052638"/>
            <a:ext cx="865187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공용부 에어컨 필터 청소</a:t>
            </a:r>
            <a:r>
              <a:rPr kumimoji="0" lang="en-US" altLang="ko-KR" sz="1200" b="1"/>
              <a:t>(</a:t>
            </a:r>
            <a:r>
              <a:rPr kumimoji="0" lang="ko-KR" altLang="en-US" sz="1200" b="1">
                <a:solidFill>
                  <a:srgbClr val="0000FF"/>
                </a:solidFill>
              </a:rPr>
              <a:t>총계 </a:t>
            </a:r>
            <a:r>
              <a:rPr kumimoji="0" lang="en-US" altLang="ko-KR" sz="1200" b="1">
                <a:solidFill>
                  <a:srgbClr val="0000FF"/>
                </a:solidFill>
              </a:rPr>
              <a:t>: 32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r>
              <a:rPr kumimoji="0" lang="en-US" altLang="ko-KR" sz="1200" b="1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102C3E-710B-BC8F-CADF-C6D82B411ECD}"/>
              </a:ext>
            </a:extLst>
          </p:cNvPr>
          <p:cNvSpPr txBox="1"/>
          <p:nvPr/>
        </p:nvSpPr>
        <p:spPr>
          <a:xfrm>
            <a:off x="4859338" y="6524625"/>
            <a:ext cx="1584325" cy="231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ko-KR" altLang="en-US" sz="900" b="1" dirty="0">
                <a:latin typeface="+mj-ea"/>
                <a:ea typeface="+mj-ea"/>
              </a:rPr>
              <a:t>     </a:t>
            </a:r>
          </a:p>
        </p:txBody>
      </p:sp>
      <p:sp>
        <p:nvSpPr>
          <p:cNvPr id="5128" name="TextBox 45">
            <a:extLst>
              <a:ext uri="{FF2B5EF4-FFF2-40B4-BE49-F238E27FC236}">
                <a16:creationId xmlns:a16="http://schemas.microsoft.com/office/drawing/2014/main" id="{184AF3BA-C7EF-5A31-E028-0225D2C4B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886200"/>
            <a:ext cx="84566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필터청소를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3ABB9C-2BE9-3422-43AB-CA7318E853DD}"/>
              </a:ext>
            </a:extLst>
          </p:cNvPr>
          <p:cNvSpPr/>
          <p:nvPr/>
        </p:nvSpPr>
        <p:spPr bwMode="auto">
          <a:xfrm>
            <a:off x="3316288" y="46355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3" name="아래쪽 화살표 12">
            <a:extLst>
              <a:ext uri="{FF2B5EF4-FFF2-40B4-BE49-F238E27FC236}">
                <a16:creationId xmlns:a16="http://schemas.microsoft.com/office/drawing/2014/main" id="{EFD2841F-FD15-1354-A57B-8E3A9B67B14A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1B7BA-5BBD-C36E-6E9C-6899DD78E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 err="1">
                <a:latin typeface="+mj-ea"/>
              </a:rPr>
              <a:t>공용부</a:t>
            </a:r>
            <a:r>
              <a:rPr lang="ko-KR" altLang="en-US" sz="3200" b="1" dirty="0">
                <a:latin typeface="+mj-ea"/>
              </a:rPr>
              <a:t> 에어컨 설치 현황</a:t>
            </a: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0D34DE-8177-59B0-8F66-CF405A5470EB}"/>
              </a:ext>
            </a:extLst>
          </p:cNvPr>
          <p:cNvSpPr/>
          <p:nvPr/>
        </p:nvSpPr>
        <p:spPr>
          <a:xfrm>
            <a:off x="468313" y="1125538"/>
            <a:ext cx="8207375" cy="5111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172" name="그림 2">
            <a:extLst>
              <a:ext uri="{FF2B5EF4-FFF2-40B4-BE49-F238E27FC236}">
                <a16:creationId xmlns:a16="http://schemas.microsoft.com/office/drawing/2014/main" id="{00F169CA-797E-AD70-01D8-670AEEDFC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8413"/>
            <a:ext cx="7993063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62932-88A3-9202-85B4-18ACCAC479B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벽걸이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C25CF8-BDC7-C230-7F70-CE724CC3B229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220" name="Picture 24">
            <a:extLst>
              <a:ext uri="{FF2B5EF4-FFF2-40B4-BE49-F238E27FC236}">
                <a16:creationId xmlns:a16="http://schemas.microsoft.com/office/drawing/2014/main" id="{BCAAF245-EBB4-F2FB-2663-8799E9A5FE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F23A0-E4FD-3EC2-46EA-409F2360DE3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(1WAY)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C36F96-806D-2631-3C30-06A96B0505A5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244" name="Picture 24">
            <a:extLst>
              <a:ext uri="{FF2B5EF4-FFF2-40B4-BE49-F238E27FC236}">
                <a16:creationId xmlns:a16="http://schemas.microsoft.com/office/drawing/2014/main" id="{BADEC64D-67F3-BF2D-7E23-F029286A87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95EB7-C180-9F5A-AA55-4B6CDF11CEC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(2WAY)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785798-A20E-57EE-9874-FB0CEE5F45F3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1268" name="Picture 24">
            <a:extLst>
              <a:ext uri="{FF2B5EF4-FFF2-40B4-BE49-F238E27FC236}">
                <a16:creationId xmlns:a16="http://schemas.microsoft.com/office/drawing/2014/main" id="{15620AD5-622A-C36C-CE2E-B5D41F66B1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127500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19805-941A-3CCD-DD58-74811B2BA15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(4WAY)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748C0A-C35D-83B6-1632-EEDDA380ADEF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292" name="Picture 24">
            <a:extLst>
              <a:ext uri="{FF2B5EF4-FFF2-40B4-BE49-F238E27FC236}">
                <a16:creationId xmlns:a16="http://schemas.microsoft.com/office/drawing/2014/main" id="{DE65DAC3-C350-FDFC-C336-ED9DEEACC4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68813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118</Words>
  <Application>Microsoft Office PowerPoint</Application>
  <PresentationFormat>화면 슬라이드 쇼(4:3)</PresentationFormat>
  <Paragraphs>19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공용부 에어컨 설치 현황</vt:lpstr>
      <vt:lpstr> 에어컨 필터 (벽걸이) </vt:lpstr>
      <vt:lpstr> 에어컨 필터 (1WAY) </vt:lpstr>
      <vt:lpstr> 에어컨 필터 (2WAY) </vt:lpstr>
      <vt:lpstr> 에어컨 필터 (4WAY)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223</cp:revision>
  <cp:lastPrinted>2024-04-15T23:54:45Z</cp:lastPrinted>
  <dcterms:created xsi:type="dcterms:W3CDTF">2012-05-23T04:33:26Z</dcterms:created>
  <dcterms:modified xsi:type="dcterms:W3CDTF">2026-04-20T03:39:54Z</dcterms:modified>
</cp:coreProperties>
</file>