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44"/>
  </p:notesMasterIdLst>
  <p:sldIdLst>
    <p:sldId id="288" r:id="rId2"/>
    <p:sldId id="408" r:id="rId3"/>
    <p:sldId id="409" r:id="rId4"/>
    <p:sldId id="410" r:id="rId5"/>
    <p:sldId id="411" r:id="rId6"/>
    <p:sldId id="413" r:id="rId7"/>
    <p:sldId id="414" r:id="rId8"/>
    <p:sldId id="415" r:id="rId9"/>
    <p:sldId id="416" r:id="rId10"/>
    <p:sldId id="402" r:id="rId11"/>
    <p:sldId id="399" r:id="rId12"/>
    <p:sldId id="400" r:id="rId13"/>
    <p:sldId id="401" r:id="rId14"/>
    <p:sldId id="397" r:id="rId15"/>
    <p:sldId id="405" r:id="rId16"/>
    <p:sldId id="406" r:id="rId17"/>
    <p:sldId id="403" r:id="rId18"/>
    <p:sldId id="404" r:id="rId19"/>
    <p:sldId id="420" r:id="rId20"/>
    <p:sldId id="421" r:id="rId21"/>
    <p:sldId id="422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433" r:id="rId30"/>
    <p:sldId id="434" r:id="rId31"/>
    <p:sldId id="435" r:id="rId32"/>
    <p:sldId id="436" r:id="rId33"/>
    <p:sldId id="437" r:id="rId34"/>
    <p:sldId id="438" r:id="rId35"/>
    <p:sldId id="439" r:id="rId36"/>
    <p:sldId id="440" r:id="rId37"/>
    <p:sldId id="441" r:id="rId38"/>
    <p:sldId id="442" r:id="rId39"/>
    <p:sldId id="443" r:id="rId40"/>
    <p:sldId id="444" r:id="rId41"/>
    <p:sldId id="445" r:id="rId42"/>
    <p:sldId id="446" r:id="rId43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45"/>
    </p:embeddedFont>
    <p:embeddedFont>
      <p:font typeface="맑은 고딕" panose="020B0503020000020004" pitchFamily="50" charset="-127"/>
      <p:regular r:id="rId46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1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8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002" y="11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491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608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716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908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170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892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158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36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822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148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54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3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44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88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589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802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85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270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23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22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502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942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400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25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3360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61E9-F7AD-2A92-FD98-23F206FD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C06CE11-7430-FD1D-D946-F792F918C5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A031EAF-D6D9-C165-07A1-E221E3A02B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4A9C4F7-2A5F-C359-F6E0-D3DB2585F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9587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5EDC-7DC5-9448-0110-321C1C7A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DEEF5EFA-60CA-DCF2-6A77-FD8AA8FA86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2D428F1-FBF1-DD3D-6FD1-064D06FBE0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5EC46754-8C40-579E-4BCF-33D428855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5079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B15E-6797-CBAF-0A19-C09FBC58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14E6C6E7-5B62-DE51-852F-51C6F2AD05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63ED3582-F4E1-2315-3009-967B83151C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34FE059-F46D-D416-DE09-B4B22DE74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583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7573-62E5-2A6B-CB7C-D5F004D7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62B58B9-CAC5-5D65-9783-8E25A42E8A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DC6642B4-04B8-1BD4-4012-711980847B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B08F4F1-7E37-AF4F-A82D-CC8C759B1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022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4AAE-5669-3901-9054-14AE4113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D61A0F8-D0BB-7BDA-E40C-7D9EBADB0A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5464C15-3025-EF99-E5C2-544E4BAEC9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EB6B197-4249-2CDF-A066-EFCD853F3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210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8258F-3E31-0730-9035-43203C01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BC3E6D3-C44C-2BDA-3BDB-663DA4628A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A056EAE-CEAB-7FB5-28F9-A21C1944FE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F67B71E-C40D-80E7-EFF7-207CB8100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002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CBBC-63D2-8795-6E5A-49965983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2FBA7BC8-41A4-0A9A-7D4E-1F80E48106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56E41F1C-31A9-1856-F1E8-0F20949CCC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32DFDCC-7309-13A5-4833-0D51A84BF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9419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7893-E8E6-335C-8C62-AD1BF239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590B1E6-1880-4DDE-7EB4-DC28A72C66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45AE1B4-A7CB-FEC1-061F-814A8B9DB9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38DAA9E-4A52-6DBB-3AA1-43236608F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67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7282-154A-B283-65E6-FAF22E5E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7404EC3-612B-6B5B-5436-D235D15638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E4D62D6-C228-EBB5-3C29-24FD5043A8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0272402A-ABBE-88EC-5BE1-D2D4A2E0D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058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8218-7EF1-8EC1-F7CB-8917F4E4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9E93746-CCF3-E4A2-A19C-8BFC711A4F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AF16710B-AB29-768D-A7B2-A097470354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DA1E99A4-F23D-BDA1-F3E9-9D8D5540F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3419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27253-FD38-C5DA-7B35-479E58D7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9E242CCB-5AE2-6611-20E8-8CA9E70B8B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7B52C22-D0CF-FC41-AFC3-91FC35C412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A5956494-C85F-4E9D-8881-90C162FF5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425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219A-A47F-7809-D370-C7EB9B52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F212334-B8AF-C699-BCAC-727C4B0B48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8B40DE21-5E38-8CBD-5E95-192E7ADFB3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676C4D9-82CE-D6C3-481B-B2DCEBDC2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0253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D55F5-A173-00D0-9C32-41FD8281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251A9CD7-5A62-71A3-D18C-558B427631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4ED28D4-3B2E-0D0C-2A88-A50BF55D72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B0EE090E-7C95-38DA-73CF-ADB4A6D6B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8577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3924-2F49-4FCF-B182-43F7C1D6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DBC4EEF3-3AD5-C4FB-CBED-E3A7A0D269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E3F8301-3D92-EBBD-26CA-68ADA03129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0DEE3DA-DD76-3EF3-7052-2AAEA15B7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1706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D4B8-45A9-CDC7-EBD0-46A857FE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140946D-0CB1-6E1D-4FEE-03127D4767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60323CC-9F6A-758E-BBE9-3CEE2F7A30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D9469C29-8464-7C07-0515-FE7065001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245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5454-158D-5A4D-ECBC-7D9B1054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C68FEA54-C3DA-B5B1-C7BD-0FC2A445BF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81AD615-4890-E6F3-B5A1-1A020A255A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62B0235-107C-BBEB-8CC2-C14CA3F54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8651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7B1F-9D10-720C-3D60-0A6B66E4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AD1967D-11C3-EBC5-9AD6-FDC618BB8B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073F21B-5602-E1B4-9530-06125E52C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EC7ACD4-E2D1-0EB8-A43C-7EF030E44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70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2026-06-09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jpg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jpg"/><Relationship Id="rId5" Type="http://schemas.openxmlformats.org/officeDocument/2006/relationships/image" Target="../media/image24.jpeg"/><Relationship Id="rId4" Type="http://schemas.openxmlformats.org/officeDocument/2006/relationships/image" Target="../media/image2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jpg"/><Relationship Id="rId5" Type="http://schemas.openxmlformats.org/officeDocument/2006/relationships/image" Target="../media/image28.jpeg"/><Relationship Id="rId4" Type="http://schemas.openxmlformats.org/officeDocument/2006/relationships/image" Target="../media/image2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jp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jpg"/><Relationship Id="rId5" Type="http://schemas.openxmlformats.org/officeDocument/2006/relationships/image" Target="../media/image36.jpeg"/><Relationship Id="rId4" Type="http://schemas.openxmlformats.org/officeDocument/2006/relationships/image" Target="../media/image3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jp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4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5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6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5.jpe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7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7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7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jpeg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1.jpeg"/><Relationship Id="rId5" Type="http://schemas.openxmlformats.org/officeDocument/2006/relationships/image" Target="../media/image80.jpeg"/><Relationship Id="rId4" Type="http://schemas.openxmlformats.org/officeDocument/2006/relationships/image" Target="../media/image7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8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9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8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9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3.jpeg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7.jpeg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0.jpeg"/><Relationship Id="rId5" Type="http://schemas.openxmlformats.org/officeDocument/2006/relationships/image" Target="../media/image99.jpeg"/><Relationship Id="rId4" Type="http://schemas.openxmlformats.org/officeDocument/2006/relationships/image" Target="../media/image9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3.jpeg"/><Relationship Id="rId5" Type="http://schemas.openxmlformats.org/officeDocument/2006/relationships/image" Target="../media/image102.jpeg"/><Relationship Id="rId4" Type="http://schemas.openxmlformats.org/officeDocument/2006/relationships/image" Target="../media/image10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9.jpeg"/><Relationship Id="rId5" Type="http://schemas.openxmlformats.org/officeDocument/2006/relationships/image" Target="../media/image108.jpeg"/><Relationship Id="rId4" Type="http://schemas.openxmlformats.org/officeDocument/2006/relationships/image" Target="../media/image10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7" Type="http://schemas.openxmlformats.org/officeDocument/2006/relationships/image" Target="../media/image11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2.jpeg"/><Relationship Id="rId5" Type="http://schemas.openxmlformats.org/officeDocument/2006/relationships/image" Target="../media/image111.jpeg"/><Relationship Id="rId4" Type="http://schemas.openxmlformats.org/officeDocument/2006/relationships/image" Target="../media/image11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6.jpeg"/><Relationship Id="rId5" Type="http://schemas.openxmlformats.org/officeDocument/2006/relationships/image" Target="../media/image115.jpeg"/><Relationship Id="rId4" Type="http://schemas.openxmlformats.org/officeDocument/2006/relationships/image" Target="../media/image11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9.jpeg"/><Relationship Id="rId5" Type="http://schemas.openxmlformats.org/officeDocument/2006/relationships/image" Target="../media/image118.jpeg"/><Relationship Id="rId4" Type="http://schemas.openxmlformats.org/officeDocument/2006/relationships/image" Target="../media/image11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2.jpeg"/><Relationship Id="rId5" Type="http://schemas.openxmlformats.org/officeDocument/2006/relationships/image" Target="../media/image121.jpeg"/><Relationship Id="rId4" Type="http://schemas.openxmlformats.org/officeDocument/2006/relationships/image" Target="../media/image120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5.jpeg"/><Relationship Id="rId5" Type="http://schemas.openxmlformats.org/officeDocument/2006/relationships/image" Target="../media/image124.jpeg"/><Relationship Id="rId4" Type="http://schemas.openxmlformats.org/officeDocument/2006/relationships/image" Target="../media/image12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8.jpeg"/><Relationship Id="rId5" Type="http://schemas.openxmlformats.org/officeDocument/2006/relationships/image" Target="../media/image127.jpeg"/><Relationship Id="rId4" Type="http://schemas.openxmlformats.org/officeDocument/2006/relationships/image" Target="../media/image12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1.jpeg"/><Relationship Id="rId5" Type="http://schemas.openxmlformats.org/officeDocument/2006/relationships/image" Target="../media/image130.jpeg"/><Relationship Id="rId4" Type="http://schemas.openxmlformats.org/officeDocument/2006/relationships/image" Target="../media/image12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4.jpeg"/><Relationship Id="rId5" Type="http://schemas.openxmlformats.org/officeDocument/2006/relationships/image" Target="../media/image133.jpeg"/><Relationship Id="rId4" Type="http://schemas.openxmlformats.org/officeDocument/2006/relationships/image" Target="../media/image13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7.jpeg"/><Relationship Id="rId5" Type="http://schemas.openxmlformats.org/officeDocument/2006/relationships/image" Target="../media/image136.jpeg"/><Relationship Id="rId4" Type="http://schemas.openxmlformats.org/officeDocument/2006/relationships/image" Target="../media/image13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0.jpeg"/><Relationship Id="rId5" Type="http://schemas.openxmlformats.org/officeDocument/2006/relationships/image" Target="../media/image139.jpeg"/><Relationship Id="rId4" Type="http://schemas.openxmlformats.org/officeDocument/2006/relationships/image" Target="../media/image138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3.jpeg"/><Relationship Id="rId5" Type="http://schemas.openxmlformats.org/officeDocument/2006/relationships/image" Target="../media/image142.jpeg"/><Relationship Id="rId4" Type="http://schemas.openxmlformats.org/officeDocument/2006/relationships/image" Target="../media/image14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6.jpeg"/><Relationship Id="rId5" Type="http://schemas.openxmlformats.org/officeDocument/2006/relationships/image" Target="../media/image145.jpeg"/><Relationship Id="rId4" Type="http://schemas.openxmlformats.org/officeDocument/2006/relationships/image" Target="../media/image1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23528" y="448091"/>
            <a:ext cx="7272808" cy="46166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900" b="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기숙사 및 사택 </a:t>
            </a:r>
            <a:r>
              <a:rPr lang="ko-KR" altLang="en-US" sz="2900" b="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r>
              <a:rPr lang="ko-KR" altLang="en-US" sz="2900" b="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900" b="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EHP</a:t>
            </a:r>
            <a:r>
              <a:rPr lang="en-US" altLang="ko-KR" sz="2900" b="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900" b="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필터 세척</a:t>
            </a:r>
          </a:p>
        </p:txBody>
      </p:sp>
    </p:spTree>
    <p:extLst>
      <p:ext uri="{BB962C8B-B14F-4D97-AF65-F5344CB8AC3E}">
        <p14:creationId xmlns:p14="http://schemas.microsoft.com/office/powerpoint/2010/main" val="35077961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44662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62334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92680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16808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918527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1988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888614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공용부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59DE53-2C77-DCB7-BDCA-56517DFEB6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3024" y="77784"/>
            <a:ext cx="2929039" cy="3960000"/>
          </a:xfrm>
          <a:prstGeom prst="roundRect">
            <a:avLst/>
          </a:prstGeom>
        </p:spPr>
      </p:pic>
      <p:pic>
        <p:nvPicPr>
          <p:cNvPr id="11" name="그림 10" descr="블루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1B36BF-7104-682B-2707-07ED36C1E9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38932" y="3134260"/>
            <a:ext cx="2908058" cy="3960002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9C1EE8C-1456-3E75-5B45-5EF394A7E5A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26897" y="55257"/>
            <a:ext cx="2932128" cy="3960001"/>
          </a:xfrm>
          <a:prstGeom prst="roundRect">
            <a:avLst/>
          </a:prstGeom>
        </p:spPr>
      </p:pic>
      <p:pic>
        <p:nvPicPr>
          <p:cNvPr id="14" name="그림 13" descr="직사각형, 벽, 창문, 금속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3B0FD-B0B3-9FF1-469F-50A92F51D3D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3515" y="3134260"/>
            <a:ext cx="2908058" cy="396000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6160209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 지하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층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994792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지하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전기실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텍스트, 화이트보드, 실내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B90303-3EC3-02C8-73F2-4B28747DE6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584" y="644745"/>
            <a:ext cx="3958960" cy="2881207"/>
          </a:xfrm>
          <a:prstGeom prst="roundRect">
            <a:avLst/>
          </a:prstGeom>
        </p:spPr>
      </p:pic>
      <p:pic>
        <p:nvPicPr>
          <p:cNvPr id="18" name="그림 17" descr="의류, 사람, 실내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F98E69-2A2E-4582-9A4A-831D064DAC2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5" y="644745"/>
            <a:ext cx="3961075" cy="2876530"/>
          </a:xfrm>
          <a:prstGeom prst="roundRect">
            <a:avLst/>
          </a:prstGeom>
        </p:spPr>
      </p:pic>
      <p:pic>
        <p:nvPicPr>
          <p:cNvPr id="19" name="그림 18" descr="직사각형, 벽, 창문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0BECD6-E66C-08D2-0530-D147FB6A6C3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7288" y="3062132"/>
            <a:ext cx="2900511" cy="3960000"/>
          </a:xfrm>
          <a:prstGeom prst="roundRect">
            <a:avLst/>
          </a:prstGeom>
        </p:spPr>
      </p:pic>
      <p:pic>
        <p:nvPicPr>
          <p:cNvPr id="20" name="그림 19" descr="직사각형, 사각형, 패턴, 창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EF09A-1F31-A50F-0A9D-970F90F85B5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11461" y="3071850"/>
            <a:ext cx="2880003" cy="39610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6906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지하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용역원실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벽, 실내, 우드, 합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F88C6F-6703-6527-AD08-E1E7B46178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022" y="632856"/>
            <a:ext cx="3944522" cy="2856961"/>
          </a:xfrm>
          <a:prstGeom prst="roundRect">
            <a:avLst/>
          </a:prstGeom>
        </p:spPr>
      </p:pic>
      <p:pic>
        <p:nvPicPr>
          <p:cNvPr id="18" name="그림 17" descr="벽, 실내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3263E2-E5F1-4DA6-B2F5-557BD1A89FA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273" y="629115"/>
            <a:ext cx="3943727" cy="2831465"/>
          </a:xfrm>
          <a:prstGeom prst="roundRect">
            <a:avLst/>
          </a:prstGeom>
        </p:spPr>
      </p:pic>
      <p:pic>
        <p:nvPicPr>
          <p:cNvPr id="19" name="그림 18" descr="벽, 욕실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6FDBAD-AD4E-2E1A-8046-A4F3F7E70BA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23378" y="3073160"/>
            <a:ext cx="2880001" cy="3984909"/>
          </a:xfrm>
          <a:prstGeom prst="roundRect">
            <a:avLst/>
          </a:prstGeom>
        </p:spPr>
      </p:pic>
      <p:pic>
        <p:nvPicPr>
          <p:cNvPr id="20" name="그림 19" descr="직사각형, 라인, 예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92DF5E-B464-684B-7404-8C900E22F96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77463" y="3071011"/>
            <a:ext cx="2924683" cy="394452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577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지하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용역원실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벽, 실내, 사람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101A90-C1D3-FB60-5BCB-EA7C1EC571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5" y="640319"/>
            <a:ext cx="3961075" cy="2849499"/>
          </a:xfrm>
          <a:prstGeom prst="roundRect">
            <a:avLst/>
          </a:prstGeom>
        </p:spPr>
      </p:pic>
      <p:pic>
        <p:nvPicPr>
          <p:cNvPr id="18" name="그림 17" descr="텍스트, 벽, 실내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9129E0-9E02-6BB1-57A9-9CFA9D7FF5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635115"/>
            <a:ext cx="3960000" cy="2854703"/>
          </a:xfrm>
          <a:prstGeom prst="roundRect">
            <a:avLst/>
          </a:prstGeom>
        </p:spPr>
      </p:pic>
      <p:pic>
        <p:nvPicPr>
          <p:cNvPr id="19" name="그림 18" descr="지상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7082B9-3CF6-4CD7-FFC4-0E89081530B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15837" y="3089453"/>
            <a:ext cx="2893227" cy="3939095"/>
          </a:xfrm>
          <a:prstGeom prst="roundRect">
            <a:avLst/>
          </a:prstGeom>
        </p:spPr>
      </p:pic>
      <p:pic>
        <p:nvPicPr>
          <p:cNvPr id="20" name="그림 19" descr="벽, 실내, 타일, 욕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CA4CA-A9FD-CF1D-31B6-968EDA0AB7D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663" y="3062734"/>
            <a:ext cx="2924684" cy="39610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4711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카페 조리실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의류, 사람, 건물, 창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5966F3-294F-317C-A192-6D607A55347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5" y="644048"/>
            <a:ext cx="3974402" cy="2868676"/>
          </a:xfrm>
          <a:prstGeom prst="roundRect">
            <a:avLst/>
          </a:prstGeom>
        </p:spPr>
      </p:pic>
      <p:pic>
        <p:nvPicPr>
          <p:cNvPr id="18" name="그림 17" descr="실내, 문, 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1D9884-453B-9C3C-BE58-80EF73C9E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643127"/>
            <a:ext cx="3960000" cy="2869597"/>
          </a:xfrm>
          <a:prstGeom prst="roundRect">
            <a:avLst/>
          </a:prstGeom>
        </p:spPr>
      </p:pic>
      <p:pic>
        <p:nvPicPr>
          <p:cNvPr id="19" name="그림 18" descr="벽, 직사각형, 복합 재료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BEE199-0808-0767-7A40-D673E1D2C44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4567" y="3059410"/>
            <a:ext cx="2905954" cy="3960000"/>
          </a:xfrm>
          <a:prstGeom prst="roundRect">
            <a:avLst/>
          </a:prstGeom>
        </p:spPr>
      </p:pic>
      <p:pic>
        <p:nvPicPr>
          <p:cNvPr id="20" name="그림 19" descr="직사각형, 라인, 예술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97E139-881A-CF0E-17E8-64D3BBECE4E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09900" y="3070288"/>
            <a:ext cx="2888505" cy="395569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891162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탕비실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남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벽, 의류, 실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0C8342-FB80-F323-DAFB-511824551CD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4" y="619498"/>
            <a:ext cx="3961075" cy="2901777"/>
          </a:xfrm>
          <a:prstGeom prst="roundRect">
            <a:avLst/>
          </a:prstGeom>
        </p:spPr>
      </p:pic>
      <p:pic>
        <p:nvPicPr>
          <p:cNvPr id="18" name="그림 17" descr="텍스트, 화이트보드, 벽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957DE2-224E-E627-2334-8D7A9769BE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468" y="655628"/>
            <a:ext cx="3961075" cy="2870324"/>
          </a:xfrm>
          <a:prstGeom prst="roundRect">
            <a:avLst/>
          </a:prstGeom>
        </p:spPr>
      </p:pic>
      <p:pic>
        <p:nvPicPr>
          <p:cNvPr id="19" name="그림 18" descr="벽, 직사각형, 실내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72328E-1512-76A8-C665-FCDFEC0A8E6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9364" y="3067437"/>
            <a:ext cx="2915279" cy="3961075"/>
          </a:xfrm>
          <a:prstGeom prst="roundRect">
            <a:avLst/>
          </a:prstGeom>
        </p:spPr>
      </p:pic>
      <p:pic>
        <p:nvPicPr>
          <p:cNvPr id="20" name="그림 19" descr="직사각형, 라인, 블루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0D64B4-AEEC-5903-B69D-C7FD78BE4C2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18842" y="3092457"/>
            <a:ext cx="2880000" cy="394631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1187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탕비실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여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벽, 의류, 사람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98FD73-6D1E-ACF5-4554-1F2D9E378B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6306" y="655628"/>
            <a:ext cx="3961075" cy="2857096"/>
          </a:xfrm>
          <a:prstGeom prst="roundRect">
            <a:avLst/>
          </a:prstGeom>
        </p:spPr>
      </p:pic>
      <p:pic>
        <p:nvPicPr>
          <p:cNvPr id="18" name="그림 17" descr="텍스트, 벽, 가구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98D665-AE8F-FEFD-19A8-2DD917153B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468" y="643127"/>
            <a:ext cx="3961075" cy="2869597"/>
          </a:xfrm>
          <a:prstGeom prst="roundRect">
            <a:avLst/>
          </a:prstGeom>
        </p:spPr>
      </p:pic>
      <p:pic>
        <p:nvPicPr>
          <p:cNvPr id="19" name="그림 18" descr="벽, 직사각형, 복합 재료, 금속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62603B-D302-E482-2D1D-191E48D9684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8458" y="3024497"/>
            <a:ext cx="2857096" cy="3961075"/>
          </a:xfrm>
          <a:prstGeom prst="roundRect">
            <a:avLst/>
          </a:prstGeom>
        </p:spPr>
      </p:pic>
      <p:pic>
        <p:nvPicPr>
          <p:cNvPr id="20" name="그림 19" descr="직사각형, 라인, 블루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2B3565-6384-2AA7-B9D5-A4C88E9AEE5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28295" y="3069215"/>
            <a:ext cx="2857098" cy="39610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654120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탕비실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남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벽, 실내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A73E2E-5A86-C871-81BB-AADD0FA0C3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4" y="614259"/>
            <a:ext cx="3961075" cy="2898466"/>
          </a:xfrm>
          <a:prstGeom prst="roundRect">
            <a:avLst/>
          </a:prstGeom>
        </p:spPr>
      </p:pic>
      <p:pic>
        <p:nvPicPr>
          <p:cNvPr id="18" name="그림 17" descr="실내, 벽, 문, 알루미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9DA7E3-1BA1-15B2-D467-4CAE180A67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3" y="629901"/>
            <a:ext cx="3961075" cy="2882824"/>
          </a:xfrm>
          <a:prstGeom prst="roundRect">
            <a:avLst/>
          </a:prstGeom>
        </p:spPr>
      </p:pic>
      <p:pic>
        <p:nvPicPr>
          <p:cNvPr id="19" name="그림 18" descr="벽, 욕실, 복합 재료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524BF5-9FD5-F974-0EC2-7F0081D5041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7773" y="3060362"/>
            <a:ext cx="2898466" cy="3961075"/>
          </a:xfrm>
          <a:prstGeom prst="roundRect">
            <a:avLst/>
          </a:prstGeom>
        </p:spPr>
      </p:pic>
      <p:pic>
        <p:nvPicPr>
          <p:cNvPr id="20" name="그림 19" descr="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D59F35-8566-7361-3B0E-4C80DFB855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02227" y="3081084"/>
            <a:ext cx="2898470" cy="39610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497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</a:t>
            </a:r>
            <a:r>
              <a:rPr lang="ko-KR" altLang="en-US" dirty="0" err="1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탕비실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여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 descr="벽, 실내, 가구, 화이트보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0D03F4-4BBE-E46D-5344-36ED894C045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3" y="632695"/>
            <a:ext cx="3961075" cy="2893257"/>
          </a:xfrm>
          <a:prstGeom prst="roundRect">
            <a:avLst/>
          </a:prstGeom>
        </p:spPr>
      </p:pic>
      <p:pic>
        <p:nvPicPr>
          <p:cNvPr id="18" name="그림 17" descr="벽, 의류, 실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BF3F1B-FA7F-22F3-F03C-1C0F355064B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4" y="629901"/>
            <a:ext cx="3961075" cy="2896051"/>
          </a:xfrm>
          <a:prstGeom prst="roundRect">
            <a:avLst/>
          </a:prstGeom>
        </p:spPr>
      </p:pic>
      <p:pic>
        <p:nvPicPr>
          <p:cNvPr id="19" name="그림 18" descr="벽, 실내, 직사각형, 욕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794BCC-C6D4-4059-195D-9B5A44F1934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8981" y="3035190"/>
            <a:ext cx="2896048" cy="3961075"/>
          </a:xfrm>
          <a:prstGeom prst="roundRect">
            <a:avLst/>
          </a:prstGeom>
        </p:spPr>
      </p:pic>
      <p:pic>
        <p:nvPicPr>
          <p:cNvPr id="20" name="그림 19" descr="금속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32D2AE-817D-C37C-AA33-8B18AE8E749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925" y="3612387"/>
            <a:ext cx="4195384" cy="289605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6617019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사택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101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-104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409135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사택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101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-104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MDF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실</a:t>
            </a:r>
            <a:endParaRPr lang="en-US" altLang="ko-KR" dirty="0">
              <a:ln>
                <a:noFill/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3A25541-7DC2-ACD7-2F06-328F9F7BAF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5653" y="101071"/>
            <a:ext cx="2890839" cy="3958925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3DB23A0-BC31-C27A-ADAA-93745E8A123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01075" y="3084121"/>
            <a:ext cx="2902395" cy="3958925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2201AE8-B148-2837-A8BE-C2EC4F1C64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01076" y="95296"/>
            <a:ext cx="2902394" cy="3958925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E20231A-1843-5CAB-47F0-127C04E45C0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6883" y="3047557"/>
            <a:ext cx="2902395" cy="39589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5111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사택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101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-104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경비실</a:t>
            </a:r>
            <a:endParaRPr lang="en-US" altLang="ko-KR" dirty="0">
              <a:ln>
                <a:noFill/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4D43B3E-667C-37CB-D649-BCC1750DDF5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69826" y="123195"/>
            <a:ext cx="2890629" cy="3888432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2D109B7-E688-FDEB-B240-AD3361BDCF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6446" y="123195"/>
            <a:ext cx="2890628" cy="3888432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AC1BFD1-C914-F246-A906-10CC8DA842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370" y="3068801"/>
            <a:ext cx="2890629" cy="3888432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B3A9A78-630D-E065-C391-5661BD9070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69826" y="3113485"/>
            <a:ext cx="2890629" cy="388843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1783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사택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78770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사택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놀이방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독서실</a:t>
            </a:r>
            <a:endParaRPr lang="en-US" altLang="ko-KR" dirty="0">
              <a:ln>
                <a:noFill/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4A9B724-7054-40DA-5376-9B219A0B57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10809" y="91092"/>
            <a:ext cx="2882824" cy="3960442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ECA8BE8-241B-2DE2-2C47-16856642AB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8889" y="103122"/>
            <a:ext cx="2858762" cy="3960443"/>
          </a:xfrm>
          <a:prstGeom prst="roundRect">
            <a:avLst/>
          </a:prstGeom>
        </p:spPr>
      </p:pic>
      <p:pic>
        <p:nvPicPr>
          <p:cNvPr id="21" name="그림 20" descr="패턴, 패턴(패션 디자인), 직물, 스티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B4380E-1986-CF45-2CE1-135E7F7FD3E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05593" y="3044630"/>
            <a:ext cx="2882826" cy="3961075"/>
          </a:xfrm>
          <a:prstGeom prst="roundRect">
            <a:avLst/>
          </a:prstGeom>
        </p:spPr>
      </p:pic>
      <p:pic>
        <p:nvPicPr>
          <p:cNvPr id="22" name="그림 21" descr="스케치, 블루, 수건, 패브릭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F3D21C-3CEA-554D-0D91-DEE40AC862E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33959" y="3167643"/>
            <a:ext cx="2882828" cy="377231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2524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사택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VIP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실</a:t>
            </a:r>
            <a:endParaRPr lang="en-US" altLang="ko-KR" dirty="0">
              <a:ln>
                <a:noFill/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0399604-B317-4B1C-E4A9-3636400068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3397" y="89323"/>
            <a:ext cx="2885732" cy="3961075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8087592-1EA8-D2AB-9679-023C09A2EC6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11322" y="93384"/>
            <a:ext cx="2877614" cy="3961075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DE4956-033E-D068-6934-CFB648D45AF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08199" y="3025971"/>
            <a:ext cx="2877613" cy="3961075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CF4D5FA-2774-CE92-A71B-CD1FA8AD6FC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11321" y="3057429"/>
            <a:ext cx="2877615" cy="39610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7741319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기숙사 및 사택 실외기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78763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13DE-35E7-9D7B-0100-8E8D5506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C2DA00E-78E7-7C7A-99CF-A5DFAB8F51AD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E99F00E-CBF4-A231-193B-471E0332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ED1B971-1457-02A5-6255-89FE07E0F20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D980749-7327-B9E1-13A6-ACA3A5D391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 descr="복합 재료, 에어컨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F82CBF-ABCD-5583-CC71-B2A7251C009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03235" y="904175"/>
            <a:ext cx="2407655" cy="2992809"/>
          </a:xfrm>
          <a:prstGeom prst="roundRect">
            <a:avLst/>
          </a:prstGeom>
        </p:spPr>
      </p:pic>
      <p:pic>
        <p:nvPicPr>
          <p:cNvPr id="22" name="그림 21" descr="메쉬, 우리, 금속, 쇠살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74E6EC-3C89-E5A8-B90B-8A0A7589F8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03235" y="3712487"/>
            <a:ext cx="2407654" cy="2992809"/>
          </a:xfrm>
          <a:prstGeom prst="roundRect">
            <a:avLst/>
          </a:prstGeom>
        </p:spPr>
      </p:pic>
      <p:pic>
        <p:nvPicPr>
          <p:cNvPr id="24" name="그림 23" descr="사람, 의류, 메쉬, 우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11D342-CBEB-1B4A-CBE8-19029E1A018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800681" y="904176"/>
            <a:ext cx="2407656" cy="299280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9030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9623D-0E7B-CBAE-24F4-5C8DA28A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9378A0B0-B818-189F-76F3-8CC465018D40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95C3A59-84AF-F1A3-643C-D0B4E17F6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2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025CE95-24B3-300E-3655-6E0960F44A6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F8986BF4-4674-03D8-09F6-4671734F6C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 descr="금속, 그릴, 쇠살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ED8E0A-7CA1-82CA-556A-E9C88C5A3D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83036" y="171397"/>
            <a:ext cx="2487434" cy="3830386"/>
          </a:xfrm>
          <a:prstGeom prst="roundRect">
            <a:avLst/>
          </a:prstGeom>
        </p:spPr>
      </p:pic>
      <p:pic>
        <p:nvPicPr>
          <p:cNvPr id="7" name="그림 6" descr="가전, 에어컨, 가전용품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1DA297-1B90-B2AD-B6EB-C5D3865488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83036" y="3366434"/>
            <a:ext cx="2487434" cy="3830386"/>
          </a:xfrm>
          <a:prstGeom prst="roundRect">
            <a:avLst/>
          </a:prstGeom>
        </p:spPr>
      </p:pic>
      <p:pic>
        <p:nvPicPr>
          <p:cNvPr id="9" name="그림 8" descr="신발류, 가전, 사람, 금속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C28B89-D94F-9917-9CC0-DA9CFC59140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747532" y="270090"/>
            <a:ext cx="2487434" cy="383038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7984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6C7AC-918F-F8BC-2D4A-0B02026FF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1721C6BC-557F-5FB1-8164-42303B75A48C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EA8D6437-95A7-9C64-73A2-9D6F3CE16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87F0423-4489-880F-3DF8-93A18DEB13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5420472-69C6-8B48-4DFD-50DCA4265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야외, 스틸, 금속, 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0723D3-BCE7-9608-3B51-58CCACD726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8923" y="280580"/>
            <a:ext cx="2824847" cy="3600890"/>
          </a:xfrm>
          <a:prstGeom prst="roundRect">
            <a:avLst/>
          </a:prstGeom>
        </p:spPr>
      </p:pic>
      <p:pic>
        <p:nvPicPr>
          <p:cNvPr id="5" name="그림 4" descr="가전용품, 가전, 에어컨, 컨디셔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173B25-B74F-AEF0-F46B-18507DF6E0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8924" y="3298621"/>
            <a:ext cx="2824847" cy="3600888"/>
          </a:xfrm>
          <a:prstGeom prst="roundRect">
            <a:avLst/>
          </a:prstGeom>
        </p:spPr>
      </p:pic>
      <p:pic>
        <p:nvPicPr>
          <p:cNvPr id="7" name="그림 6" descr="사람, 야외, 에어컨, 가전용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D012EB-DB9E-D5CD-5878-BB5FF4CED65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08092" y="271286"/>
            <a:ext cx="2824847" cy="360088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5821905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1A99-BD43-ECBD-09AE-D8EF355D6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B77F8956-2C12-42D9-D4CF-781664FCCC11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AF03BFB-CCEC-4E15-5F06-6D02074A1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4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DF77C31-593D-675C-7C8D-D13DCC0245E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D3DCB72-6005-17C2-9FFE-0A9ABCEE5F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메쉬, 야외, 에어컨, 가전용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A340FA-5EE6-71E4-FD61-FDA6203157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23772" y="65058"/>
            <a:ext cx="2447984" cy="3816424"/>
          </a:xfrm>
          <a:prstGeom prst="roundRect">
            <a:avLst/>
          </a:prstGeom>
        </p:spPr>
      </p:pic>
      <p:pic>
        <p:nvPicPr>
          <p:cNvPr id="5" name="그림 4" descr="가전, 가전용품, 에어컨, 오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82D222-7833-3C21-0D1E-520493D5B4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23772" y="3248836"/>
            <a:ext cx="2447984" cy="3816424"/>
          </a:xfrm>
          <a:prstGeom prst="roundRect">
            <a:avLst/>
          </a:prstGeom>
        </p:spPr>
      </p:pic>
      <p:pic>
        <p:nvPicPr>
          <p:cNvPr id="7" name="그림 6" descr="야외, 금속, 에어컨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F10F88-A98F-8452-1233-7CDD4357F81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72244" y="46370"/>
            <a:ext cx="2447984" cy="381642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8314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2828-48A6-6C82-967F-1FE7908B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B502CC1-EFE9-BF77-6B3F-FFE3BB6844F7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8546A13-9EF0-4EF4-9BA6-40DAAB3A5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8566FC0B-1E1D-A6B3-0ADE-F37DE89A89A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36FD9F9-3D5C-1FA6-76D3-9A4A0B4424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 descr="야외, 에어컨, 라디에이터, 가전용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B89A97-24D9-EC1A-53EC-73D65FC602C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51565" y="382865"/>
            <a:ext cx="2648329" cy="3704404"/>
          </a:xfrm>
          <a:prstGeom prst="roundRect">
            <a:avLst/>
          </a:prstGeom>
        </p:spPr>
      </p:pic>
      <p:pic>
        <p:nvPicPr>
          <p:cNvPr id="19" name="그림 18" descr="야외, 건물, 울타리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5CE358-1F6D-876A-F196-E974BB573A4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00037" y="382866"/>
            <a:ext cx="2648329" cy="3704404"/>
          </a:xfrm>
          <a:prstGeom prst="roundRect">
            <a:avLst/>
          </a:prstGeom>
        </p:spPr>
      </p:pic>
      <p:pic>
        <p:nvPicPr>
          <p:cNvPr id="21" name="그림 20" descr="야외, 우리, 그릴, 에어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8DC164-2558-1F2D-419D-7032346FA28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29782" y="3332022"/>
            <a:ext cx="2506680" cy="370440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8726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7A4A-B827-5814-0790-1D9A07B8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FE75D9A3-DCF1-ED88-2B81-34A6F21313AC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9DDCAFFC-72B5-EDA2-B6BE-082E8695C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6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06C3E0B-4BE3-1993-2A9A-BE0CAFC6E3B6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DFE7853-25CA-6AA9-3B68-7DDFC6057A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식물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5C1CDD-467D-C7B5-BDBB-476EBC913F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74221" y="3537147"/>
            <a:ext cx="2760415" cy="3021641"/>
          </a:xfrm>
          <a:prstGeom prst="roundRect">
            <a:avLst/>
          </a:prstGeom>
        </p:spPr>
      </p:pic>
      <p:pic>
        <p:nvPicPr>
          <p:cNvPr id="6" name="그림 5" descr="식물, 사람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9D7E2F-7C86-E611-A8AC-568B54B44AD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98967" y="610144"/>
            <a:ext cx="2760415" cy="3021641"/>
          </a:xfrm>
          <a:prstGeom prst="roundRect">
            <a:avLst/>
          </a:prstGeom>
        </p:spPr>
      </p:pic>
      <p:pic>
        <p:nvPicPr>
          <p:cNvPr id="8" name="그림 7" descr="식물, 야외, 태양 전지, 트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1BEAAB-E8C0-4E9D-1764-F22931FC501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65719" y="3537147"/>
            <a:ext cx="2760415" cy="3021641"/>
          </a:xfrm>
          <a:prstGeom prst="roundRect">
            <a:avLst/>
          </a:prstGeom>
        </p:spPr>
      </p:pic>
      <p:pic>
        <p:nvPicPr>
          <p:cNvPr id="10" name="그림 9" descr="식물, 울타리, 나무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C37BC1-FF04-E422-0F05-F3C46E816EA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74221" y="491484"/>
            <a:ext cx="2760415" cy="302164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5323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31A0-2126-CB17-53CB-BD4F4370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29EE7B92-7055-12BE-7E6C-EAB0544ACFC4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DB8F936-CB32-B669-0491-8EDBA788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7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61A0E26-7715-A3D7-DD53-22C91CEA17D9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438DA782-1A7B-546A-E5C1-AF1460DF9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건물, 메쉬, 복합 재료, 스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112BD0-7E17-724F-5C01-2D223F1B29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8875" y="289085"/>
            <a:ext cx="2691678" cy="3382935"/>
          </a:xfrm>
          <a:prstGeom prst="roundRect">
            <a:avLst/>
          </a:prstGeom>
        </p:spPr>
      </p:pic>
      <p:pic>
        <p:nvPicPr>
          <p:cNvPr id="7" name="그림 6" descr="동물 보호소, 메쉬, 애완동물 용품, 울타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174773-FBAF-DD24-2B87-934984A12A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66884" y="3371403"/>
            <a:ext cx="2691677" cy="3382935"/>
          </a:xfrm>
          <a:prstGeom prst="roundRect">
            <a:avLst/>
          </a:prstGeom>
        </p:spPr>
      </p:pic>
      <p:pic>
        <p:nvPicPr>
          <p:cNvPr id="10" name="그림 9" descr="메쉬, 동물 보호소, 애완동물 용품, 우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B3B1A1-4C67-8F97-FD4C-330F225C127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939829" y="289085"/>
            <a:ext cx="2691677" cy="338293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5156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57CC8-14E0-1084-A212-01901E02C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A62A441F-0436-35C2-94D7-F5897BB830C2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2EB16FD-CC2D-9E48-FCE4-2EFFF1A8E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8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4BA23DC-03CF-D9FD-5DB6-B36B4C103A6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EBA5329-1170-A0B9-B0D3-C80DFECE82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라인, 메쉬, 복합 재료, 에어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73D2E4-51C6-6212-5896-66C1D50090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33048" y="412599"/>
            <a:ext cx="2538929" cy="3493874"/>
          </a:xfrm>
          <a:prstGeom prst="roundRect">
            <a:avLst/>
          </a:prstGeom>
        </p:spPr>
      </p:pic>
      <p:pic>
        <p:nvPicPr>
          <p:cNvPr id="6" name="그림 5" descr="메쉬, 우리, 쇠살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24E1BD-9F82-2A93-93D0-0A1DF186B70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33048" y="3486311"/>
            <a:ext cx="2538929" cy="3493874"/>
          </a:xfrm>
          <a:prstGeom prst="roundRect">
            <a:avLst/>
          </a:prstGeom>
        </p:spPr>
      </p:pic>
      <p:pic>
        <p:nvPicPr>
          <p:cNvPr id="9" name="그림 8" descr="메쉬, 우리, 동물 보호소, 울타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5DD638-6964-0E74-CE07-629EE7933D4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85112" y="493078"/>
            <a:ext cx="2538929" cy="349387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5125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BA54-83A9-3D23-98F6-5A52B7B4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48ABA05-3582-D70D-B573-14F07CCE299D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8B81FD8-F470-DBEE-2FF8-FDE2AB5C0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9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480734B-CCDD-394A-7A5E-BED7C0BEA4A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D17E566-7D56-8CBD-9805-C93CD6D199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라인, 에어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AA81C5-A347-B41C-388B-B66DF8AD4EF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628428" y="358403"/>
            <a:ext cx="2204864" cy="3672408"/>
          </a:xfrm>
          <a:prstGeom prst="roundRect">
            <a:avLst/>
          </a:prstGeom>
        </p:spPr>
      </p:pic>
      <p:pic>
        <p:nvPicPr>
          <p:cNvPr id="5" name="그림 4" descr="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40D0B-BB4A-01AD-9BC2-AB7164A7916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665908" y="3271292"/>
            <a:ext cx="2204864" cy="3672408"/>
          </a:xfrm>
          <a:prstGeom prst="roundRect">
            <a:avLst/>
          </a:prstGeom>
        </p:spPr>
      </p:pic>
      <p:pic>
        <p:nvPicPr>
          <p:cNvPr id="7" name="그림 6" descr="메쉬, 울타리, 동물 보호소, 우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6F16A3-1CF9-BB8B-7CD0-C8741B8423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61681" y="430411"/>
            <a:ext cx="2204864" cy="367240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921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102D-D284-695D-A03C-534374F0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5750A4DF-19DC-219B-AB1B-276C3C3F9E3A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67F8592-6D37-39FB-0DCB-DC392E7DD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10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2AE14F8-60B7-37A9-3B2E-F64563E9D2DF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937E097-0608-F254-EFB5-CCE5EA0CED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복합 재료, 메쉬, 금속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8A997A-432E-E2DF-CA8B-B862006F433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84695" y="625154"/>
            <a:ext cx="2580167" cy="3406359"/>
          </a:xfrm>
          <a:prstGeom prst="roundRect">
            <a:avLst/>
          </a:prstGeom>
        </p:spPr>
      </p:pic>
      <p:pic>
        <p:nvPicPr>
          <p:cNvPr id="5" name="그림 4" descr="건물, 복합 재료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1E77AC-FF03-EDE6-08F1-7F092AF73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67286" y="3600425"/>
            <a:ext cx="2508974" cy="3312369"/>
          </a:xfrm>
          <a:prstGeom prst="roundRect">
            <a:avLst/>
          </a:prstGeom>
        </p:spPr>
      </p:pic>
      <p:pic>
        <p:nvPicPr>
          <p:cNvPr id="7" name="그림 6" descr="하늘, 의류, 건물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7A019E-39E1-B7DC-F267-6F56D54D040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81961" y="425603"/>
            <a:ext cx="2612802" cy="357903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8424227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C508-827B-2DB2-FC6A-1E22D30D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54A9660-E2E3-855C-D6BD-4361CAA7B642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514D3EC-DA30-7DCF-CEB4-61F0A6DA0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11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FC9D731-CDDF-5BBE-43F3-63499337C936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4D2E2E8-8FAB-FF20-770E-3A8AAA9FA3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복합 재료, 메쉬, 금속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E10C9-4277-162F-AE4B-6D20D8F06D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82938" y="171768"/>
            <a:ext cx="2577356" cy="3636912"/>
          </a:xfrm>
          <a:prstGeom prst="roundRect">
            <a:avLst/>
          </a:prstGeom>
        </p:spPr>
      </p:pic>
      <p:pic>
        <p:nvPicPr>
          <p:cNvPr id="8" name="그림 7" descr="건물, 복합 재료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0E7706-4704-C8E3-90E8-EFE704FDE68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7322" y="3064664"/>
            <a:ext cx="2577356" cy="3636912"/>
          </a:xfrm>
          <a:prstGeom prst="roundRect">
            <a:avLst/>
          </a:prstGeom>
        </p:spPr>
      </p:pic>
      <p:pic>
        <p:nvPicPr>
          <p:cNvPr id="10" name="그림 9" descr="하늘, 의류, 건물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8ABA0-9B35-8AD0-4E77-F87FBFD994E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89810" y="122551"/>
            <a:ext cx="2577356" cy="363691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2087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798D3-0892-F70A-E1A8-E958E881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4FF9E267-4EF3-AFE8-74F4-B9ACCBB6C94D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445E4E9-49BC-D606-B1C9-FCF325B4C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12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7183D933-64CA-A3F4-9D4E-F0B33CE4D35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320F7B8-7F6C-A77E-FED3-6E871562D9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태양 에너지, 태양광 발전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18C407-A155-88C8-58B9-B93986E86C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86991" y="3227614"/>
            <a:ext cx="2427853" cy="3492976"/>
          </a:xfrm>
          <a:prstGeom prst="roundRect">
            <a:avLst/>
          </a:prstGeom>
        </p:spPr>
      </p:pic>
      <p:pic>
        <p:nvPicPr>
          <p:cNvPr id="10" name="그림 9" descr="의류, 야외, 하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A21DB3-184A-B76C-47C7-406DF33894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29025" y="539189"/>
            <a:ext cx="2466329" cy="3548331"/>
          </a:xfrm>
          <a:prstGeom prst="roundRect">
            <a:avLst/>
          </a:prstGeom>
        </p:spPr>
      </p:pic>
      <p:pic>
        <p:nvPicPr>
          <p:cNvPr id="12" name="그림 11" descr="건물, 복합 재료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82B83A-6BEB-B70A-4790-661958983EA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06475" y="606075"/>
            <a:ext cx="2453454" cy="342840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5382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0D218-CD8B-F467-A4CB-3B24F9B2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56D6EBA7-7867-3AC0-1851-98A481C8871C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2FB01C7-8A69-ACE4-95E1-C32A03B17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13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81FD631-E794-717C-6C9E-B061AA373F1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028775A-46FA-8713-674F-6F416C88B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태양 에너지, 태양광 발전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C3FD60-AFCE-BC85-E091-DABA96C3DFF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08974" y="192781"/>
            <a:ext cx="2536815" cy="3787629"/>
          </a:xfrm>
          <a:prstGeom prst="roundRect">
            <a:avLst/>
          </a:prstGeom>
        </p:spPr>
      </p:pic>
      <p:pic>
        <p:nvPicPr>
          <p:cNvPr id="8" name="그림 7" descr="건물, 창문, 하늘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9833FD-61FD-CE32-CBBA-A59BCCAD55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08975" y="3163633"/>
            <a:ext cx="2536815" cy="3787629"/>
          </a:xfrm>
          <a:prstGeom prst="roundRect">
            <a:avLst/>
          </a:prstGeom>
        </p:spPr>
      </p:pic>
      <p:pic>
        <p:nvPicPr>
          <p:cNvPr id="10" name="그림 9" descr="야외, 사람, 신발류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8DD931-C2B0-1B26-393C-5AF5DB9121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50711" y="192782"/>
            <a:ext cx="2536815" cy="378762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4807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416E-EB02-B945-97BB-A4A85780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9E8D80C-8186-01A0-3DBB-E21C404DADE7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0C89F27-8623-129A-50AC-73288FA1C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14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88146D2-BD46-20E1-2195-AF5A9629403F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FEC1B97-DE03-5FDB-3571-0A18ED4B5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 descr="건물, 에어컨, 야외, 복합 재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04B4B2-1E75-4FB8-23E0-33EBA5DE9E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24498" y="3164301"/>
            <a:ext cx="2202711" cy="3600400"/>
          </a:xfrm>
          <a:prstGeom prst="roundRect">
            <a:avLst/>
          </a:prstGeom>
        </p:spPr>
      </p:pic>
      <p:pic>
        <p:nvPicPr>
          <p:cNvPr id="10" name="그림 9" descr="사람, 야외, 의류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537EF8-50E5-B35E-CA1C-F12E1432492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86869" y="381420"/>
            <a:ext cx="2202711" cy="3600400"/>
          </a:xfrm>
          <a:prstGeom prst="roundRect">
            <a:avLst/>
          </a:prstGeom>
        </p:spPr>
      </p:pic>
      <p:pic>
        <p:nvPicPr>
          <p:cNvPr id="12" name="그림 11" descr="에어컨, 야외, 건물, 복합 재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88E514-A02A-BBA4-9F66-2AAFB41A639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24498" y="415597"/>
            <a:ext cx="2202711" cy="36004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5251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8889-6B1D-A19D-2184-5459F1F9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B2EDEDCC-8EA6-3634-941D-D057C60AA2A4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46BD3393-3914-590E-5765-C098A3A77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15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5E9C2484-AFE6-EC54-26EC-3ED63872668E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10680AA-2F8E-0221-CA9A-AB086167E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야외, 사람, 하늘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20434-F47F-7EAE-6366-DE90A740EC4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85792" y="52448"/>
            <a:ext cx="2420888" cy="4248472"/>
          </a:xfrm>
          <a:prstGeom prst="roundRect">
            <a:avLst/>
          </a:prstGeom>
        </p:spPr>
      </p:pic>
      <p:pic>
        <p:nvPicPr>
          <p:cNvPr id="8" name="그림 7" descr="건물, 야외, 태양 에너지, 태양광 발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CCDB3C-0D96-7CB8-768E-8D3183E9938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74491" y="2919532"/>
            <a:ext cx="2420888" cy="4032448"/>
          </a:xfrm>
          <a:prstGeom prst="roundRect">
            <a:avLst/>
          </a:prstGeom>
        </p:spPr>
      </p:pic>
      <p:pic>
        <p:nvPicPr>
          <p:cNvPr id="10" name="그림 9" descr="건물, 야외, 에어컨, 복합 재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D513F7-CBE7-F810-BBCC-2851BD3A84F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44749" y="196646"/>
            <a:ext cx="2538453" cy="392625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63010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0154C-7C31-0BD0-2439-D1A741852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CB93434-380D-61B9-2258-A674F02863BC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25816A1-C5C9-4924-CF93-E40841FC1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17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D1CC17E-DEA5-EE03-CC03-CDE67D71CCE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F508461-484D-07C1-5459-6D299F6CF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의류, 하늘, 신발류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4857AE-C9E8-D38A-F1F4-2EBC65DFA3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79918" y="368830"/>
            <a:ext cx="2492896" cy="3244728"/>
          </a:xfrm>
          <a:prstGeom prst="roundRect">
            <a:avLst/>
          </a:prstGeom>
        </p:spPr>
      </p:pic>
      <p:pic>
        <p:nvPicPr>
          <p:cNvPr id="5" name="그림 4" descr="건물, 야외, 에어컨, 복합 재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0342AB-10DE-9F3B-6D6B-EE6038CAAA4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2387" y="560188"/>
            <a:ext cx="2492896" cy="3244728"/>
          </a:xfrm>
          <a:prstGeom prst="roundRect">
            <a:avLst/>
          </a:prstGeom>
        </p:spPr>
      </p:pic>
      <p:pic>
        <p:nvPicPr>
          <p:cNvPr id="11" name="그림 10" descr="복합 재료, 에어컨, 가전용품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8C6628-4808-81E0-7C64-191C4330B80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6403" y="3461581"/>
            <a:ext cx="2204864" cy="314781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86178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5C72-E8B6-A158-479F-7787DC897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CD874E2-0D87-0C5B-B0B1-7FEE9813DA2B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E726C6F-46DC-EAC5-23A0-1A7057B96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기숙사 및 사택 옥외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18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64F2931-C7A7-118E-2636-A7DC2C6A3DF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CE4281D-31AA-8B3F-986B-5C86A162F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야외, 하늘, 의류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79B641-B58D-FBE3-38D6-34843578B6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90165" y="505495"/>
            <a:ext cx="2302849" cy="3295561"/>
          </a:xfrm>
          <a:prstGeom prst="roundRect">
            <a:avLst/>
          </a:prstGeom>
        </p:spPr>
      </p:pic>
      <p:pic>
        <p:nvPicPr>
          <p:cNvPr id="7" name="그림 6" descr="건물, 야외, 복합 재료, 창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224F0C-46B4-63B3-C88C-DE787981C64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51932" y="598016"/>
            <a:ext cx="2302848" cy="3295561"/>
          </a:xfrm>
          <a:prstGeom prst="roundRect">
            <a:avLst/>
          </a:prstGeom>
        </p:spPr>
      </p:pic>
      <p:pic>
        <p:nvPicPr>
          <p:cNvPr id="9" name="그림 8" descr="태양광 발전, 태양 에너지, 태양 전지 패널, 에어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9CFAEB-E619-0CE6-20F9-F978AD43D38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63656" y="3426044"/>
            <a:ext cx="2302849" cy="329556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160116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6407</TotalTime>
  <Words>469</Words>
  <Application>Microsoft Office PowerPoint</Application>
  <PresentationFormat>화면 슬라이드 쇼(4:3)</PresentationFormat>
  <Paragraphs>131</Paragraphs>
  <Slides>42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7" baseType="lpstr">
      <vt:lpstr>굴림</vt:lpstr>
      <vt:lpstr>맑은 고딕</vt:lpstr>
      <vt:lpstr>HY견고딕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421</cp:revision>
  <cp:lastPrinted>2014-04-16T00:57:20Z</cp:lastPrinted>
  <dcterms:created xsi:type="dcterms:W3CDTF">2013-06-09T06:34:48Z</dcterms:created>
  <dcterms:modified xsi:type="dcterms:W3CDTF">2026-06-09T02:49:19Z</dcterms:modified>
</cp:coreProperties>
</file>