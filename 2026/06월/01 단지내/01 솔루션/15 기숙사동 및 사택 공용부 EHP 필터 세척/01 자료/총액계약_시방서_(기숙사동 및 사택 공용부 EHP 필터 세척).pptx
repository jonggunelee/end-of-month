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기숙사동 및 사택 공용부 </a:t>
            </a:r>
            <a:r>
              <a:rPr lang="en-US" altLang="ko-KR" b="1">
                <a:latin typeface="+mn-ea"/>
              </a:rPr>
              <a:t>EHP </a:t>
            </a:r>
            <a:r>
              <a:rPr lang="ko-KR" altLang="en-US" b="1">
                <a:latin typeface="+mn-ea"/>
              </a:rPr>
              <a:t>필터 세척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기숙사동 및 사택 공용부 </a:t>
            </a:r>
            <a:r>
              <a:rPr lang="en-US" altLang="ko-KR" sz="1000" b="1">
                <a:latin typeface="+mn-ea"/>
              </a:rPr>
              <a:t>EHP </a:t>
            </a:r>
            <a:r>
              <a:rPr lang="ko-KR" altLang="en-US" sz="1000" b="1">
                <a:latin typeface="+mn-ea"/>
              </a:rPr>
              <a:t>필터 세척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기숙사동 및 사택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기숙사동 및 사택 공용부 </a:t>
            </a:r>
            <a:r>
              <a:rPr lang="en-US" altLang="ko-KR" sz="1000"/>
              <a:t>(</a:t>
            </a:r>
            <a:r>
              <a:rPr lang="ko-KR" altLang="en-US" sz="1000"/>
              <a:t>대상 </a:t>
            </a:r>
            <a:r>
              <a:rPr lang="en-US" altLang="ko-KR" sz="1000"/>
              <a:t>32</a:t>
            </a:r>
            <a:r>
              <a:rPr lang="ko-KR" altLang="en-US" sz="1000"/>
              <a:t>대</a:t>
            </a:r>
            <a:r>
              <a:rPr lang="en-US" altLang="ko-KR" sz="1000"/>
              <a:t>)
</a:t>
            </a:r>
            <a:r>
              <a:rPr lang="ko-KR" altLang="en-US" sz="1000"/>
              <a:t>장비 필터 분리후 </a:t>
            </a:r>
            <a:r>
              <a:rPr lang="en-US" altLang="ko-KR" sz="1000"/>
              <a:t>1</a:t>
            </a:r>
            <a:r>
              <a:rPr lang="ko-KR" altLang="en-US" sz="1000"/>
              <a:t>회 세척
실외기 고압 </a:t>
            </a:r>
            <a:r>
              <a:rPr lang="en-US" altLang="ko-KR" sz="1000"/>
              <a:t>1</a:t>
            </a:r>
            <a:r>
              <a:rPr lang="ko-KR" altLang="en-US" sz="1000"/>
              <a:t>회 세척 포함</a:t>
            </a:r>
            <a:r>
              <a:rPr lang="en-US" altLang="ko-KR" sz="1000"/>
              <a:t>(</a:t>
            </a:r>
            <a:r>
              <a:rPr lang="ko-KR" altLang="en-US" sz="1000"/>
              <a:t>효율</a:t>
            </a:r>
            <a:r>
              <a:rPr lang="en-US" altLang="ko-KR" sz="1000"/>
              <a:t>)
</a:t>
            </a:r>
            <a:r>
              <a:rPr lang="ko-KR" altLang="en-US" sz="1000"/>
              <a:t>실내기와 실외기 분리시 상태 점검후 이상시 관리소 통보
</a:t>
            </a:r>
            <a:r>
              <a:rPr lang="en-US" altLang="ko-KR" sz="1000"/>
              <a:t>1</a:t>
            </a:r>
            <a:r>
              <a:rPr lang="ko-KR" altLang="en-US" sz="1000"/>
              <a:t>층 공용측 사다리 사용시 </a:t>
            </a:r>
            <a:r>
              <a:rPr lang="en-US" altLang="ko-KR" sz="1000"/>
              <a:t>2</a:t>
            </a:r>
            <a:r>
              <a:rPr lang="ko-KR" altLang="en-US" sz="1000"/>
              <a:t>인 </a:t>
            </a:r>
            <a:r>
              <a:rPr lang="en-US" altLang="ko-KR" sz="1000"/>
              <a:t>1</a:t>
            </a:r>
            <a:r>
              <a:rPr lang="ko-KR" altLang="en-US" sz="1000"/>
              <a:t>조 작업
시스템 에어컨 전용 세척제 및 전용장비 사용
작업전 사용 약품의 </a:t>
            </a:r>
            <a:r>
              <a:rPr lang="en-US" altLang="ko-KR" sz="1000"/>
              <a:t>MSDS </a:t>
            </a:r>
            <a:r>
              <a:rPr lang="ko-KR" altLang="en-US" sz="1000"/>
              <a:t>제출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2026-04-20T02:06:21Z</dcterms:modified>
</cp:coreProperties>
</file>