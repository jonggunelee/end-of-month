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101-104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101-104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27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813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2026-04-06T00:46:53Z</dcterms:modified>
</cp:coreProperties>
</file>