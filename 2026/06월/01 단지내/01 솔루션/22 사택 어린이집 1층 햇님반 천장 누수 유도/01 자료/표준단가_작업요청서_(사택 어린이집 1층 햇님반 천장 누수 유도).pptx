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4F2438F-9B86-7B38-C29B-6066A04610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C01DE5-B188-2D1B-490F-7DC738861D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5F7641D-BBEF-4762-9D8C-E1AE50111DA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C82A7A4-8A37-5E27-80E1-4249C8585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08A0E11-26A4-FE63-BD39-5EAF5B34F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68DBEA-E1BE-A087-97BF-6D006E029D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125F44-CB85-B337-05F3-D67547342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3E4101C-16C0-4229-B918-FB7CF70E0E2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8CCE26A-FAB9-434C-2C6E-E217896590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203DBFF-752D-ABAA-864F-BDA267F659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5DFA708-2798-54C5-84EF-A8FB935C1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9F64629-8D8B-44B9-9935-40B7A5A16EA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B75DB-79A3-2C7C-044A-4C3ECB80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12F0D-265D-4F66-8A24-9B62AE71877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87835-1C1B-C524-22B9-5AF9218F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005240-81D2-00EE-BEC8-918C7C8B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F33EC-68F5-4A73-859C-52965D875BB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62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1A7243-5481-39C5-5444-1F689C40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1789D-B090-44F3-8D2C-FED39B3F951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26DFE-B47B-A58A-126A-9D7724C4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81A9B-2DBB-AF12-EEFB-EEA85143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B4D43-6951-4736-87B3-BC7D2FF8830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51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331EF6-C0DE-9987-2B13-51DC82C8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DC2F4-6FC4-496E-A7AA-BF88092A9885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1944E-EF48-1590-9575-0E71442C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C75687-67A1-A34E-5FE1-7A0D1421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F1A17A-0BED-4FED-9F1B-038F1AF5C1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50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34D262D-2093-1DCE-63B9-6E85773D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C0C3D-E23F-4DCE-917D-F9889278070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28CBE5A-F580-AAAE-1BC4-B449764D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F92F957-D184-F894-1CF5-34BBF2D1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5EC2D-90DC-4F0D-9AE3-527D2317F2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07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1F80000-1FB5-6959-A4B1-97F84C02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D897A-539D-4003-9F6F-A766CCD860AA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D1D7BE2-DFA2-0C20-40E5-B713676C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024BE78-5952-114E-37D0-1B313B6E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704A0-F63C-414C-B9F6-3A7A3AFA958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3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94F4C20-9BB4-0A46-061C-3C39F5F5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51C63-5677-4C92-81C5-F940C658C8C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3A176A48-ADDD-14A3-4589-A3119EAA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139B6AE-5B24-6D45-F0CD-CEDA6F22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0E46C2-A4BC-424E-B203-BF82CB036D4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57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ED08562-F6CD-0EA1-3681-5638AFCC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9D811-C0C7-4941-BB53-D115C0469C8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E612C93-5614-1F7A-4619-66D845A1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FFADFCB-CEB1-09BA-A055-832B80C3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2E9FF-B678-40EA-8B99-79C7A911F6A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19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37E7738-89DB-97FB-65F6-9DBC7302E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89A7D-4D3A-4A69-9111-138BD17481C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7974B8B-DD6E-AE96-19D5-B4E878033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0B3E02E-92F9-A6E8-86BF-C300969D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5E4E2-A501-4BCC-99B2-D9EB443BD51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3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F046722-E0E8-6771-4B64-1CFF3BD0B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43E8B-EFBB-47FC-AE98-D6F6A6F93EA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35F9754-10FB-EAA0-EAD2-558E9BAE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B5B00D0-CC2F-7F0C-A2CC-FA70C13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6B84B-5C6B-4ABA-A479-4850B993F85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2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7524B-B05D-B898-22BE-4E16A895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17F45-B928-422B-9506-65CA6F31AAC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4FFC70-59D3-B2F5-475C-723921E4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022C5A-C5B6-4BD9-3957-943239C8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5A1FA-F49C-4769-84F3-5FBC2F79C61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E6788-91FF-1919-C3C2-F87F50EF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8AB57-196E-4328-9CF0-D1B9EC315E29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5E613D-3682-F902-48BF-3008CDD3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DAC28-DBB9-4A14-7963-DF8BA8AF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92DC4-B96A-4D1B-90DF-3C0DFC5797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7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978BF31-20AD-D994-E1DC-9AA3D02477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F91C2C5-458F-964D-52BA-39C5558058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CCD6CA-EA51-5307-FFBD-01CDD0935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B96BB8F-3E51-403B-B42B-9A51E2D88DB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F3D5B9-5460-FD08-1FAB-2046587A5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CA5EA8-B1EF-F8AD-F19A-BA139D4F4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1027186-1A9A-4334-91DA-3301F246796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03EF8C9C-8B24-A668-90FA-552294989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17663"/>
            <a:ext cx="8135938" cy="6477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3600" b="1"/>
              <a:t>어린이집 누수 보수 작업의뢰서</a:t>
            </a:r>
            <a:endParaRPr kumimoji="0" lang="ko-KR" altLang="en-US" sz="36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7B41E14-A7A1-8126-79B8-1B21F08AD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C6A93D3-A88C-5A3F-8B43-4FC1C2E21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2025. 07. 16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F4D3403-9228-31F0-242D-E2578776D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19088"/>
            <a:ext cx="9001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2400" b="1" u="sng"/>
              <a:t>어린이집 누수 보수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AC35E51C-7996-6A4C-7278-C18C766C6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3193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B5FAA43E-DB32-2880-55D9-35D97B157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304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16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37BB131B-699C-79C6-005F-BC6B1CEFF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5214B48E-1808-A077-0A06-E5D3DA2BE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47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어린이집 누수 보수 작업의뢰서</a:t>
            </a:r>
          </a:p>
        </p:txBody>
      </p:sp>
      <p:sp>
        <p:nvSpPr>
          <p:cNvPr id="5127" name="TextBox 23">
            <a:extLst>
              <a:ext uri="{FF2B5EF4-FFF2-40B4-BE49-F238E27FC236}">
                <a16:creationId xmlns:a16="http://schemas.microsoft.com/office/drawing/2014/main" id="{B43BE370-A2D0-9E1C-A437-F13AD227C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95600"/>
            <a:ext cx="8667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어린이집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층 햇님반 창틀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빗물침투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누수로 인한 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FF0000"/>
                </a:solidFill>
              </a:rPr>
              <a:t>                    (※</a:t>
            </a:r>
            <a:r>
              <a:rPr kumimoji="0" lang="ko-KR" altLang="en-US" sz="1200" b="1">
                <a:solidFill>
                  <a:srgbClr val="FF0000"/>
                </a:solidFill>
              </a:rPr>
              <a:t> 어린이집 외벽 실리콘 코킹작업</a:t>
            </a:r>
            <a:r>
              <a:rPr kumimoji="0" lang="en-US" altLang="ko-KR" sz="12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128" name="TextBox 45">
            <a:extLst>
              <a:ext uri="{FF2B5EF4-FFF2-40B4-BE49-F238E27FC236}">
                <a16:creationId xmlns:a16="http://schemas.microsoft.com/office/drawing/2014/main" id="{A9E73595-34BA-FACA-EC5F-D607069E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63938"/>
            <a:ext cx="8678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긴급보수공사를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ADE18D-D3D0-F92F-50D5-9E5CBF79285E}"/>
              </a:ext>
            </a:extLst>
          </p:cNvPr>
          <p:cNvSpPr/>
          <p:nvPr/>
        </p:nvSpPr>
        <p:spPr bwMode="auto">
          <a:xfrm>
            <a:off x="3316288" y="436562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4" name="아래쪽 화살표 23">
            <a:extLst>
              <a:ext uri="{FF2B5EF4-FFF2-40B4-BE49-F238E27FC236}">
                <a16:creationId xmlns:a16="http://schemas.microsoft.com/office/drawing/2014/main" id="{D5D6AC22-7455-5A6A-7E36-14F687EEE210}"/>
              </a:ext>
            </a:extLst>
          </p:cNvPr>
          <p:cNvSpPr/>
          <p:nvPr/>
        </p:nvSpPr>
        <p:spPr>
          <a:xfrm>
            <a:off x="4176713" y="54451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13727ADA-88BD-6AA2-C7EE-D33293ADF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505075"/>
            <a:ext cx="29479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 </a:t>
            </a:r>
            <a:r>
              <a:rPr kumimoji="0" lang="ko-KR" altLang="en-US" sz="1200" b="1"/>
              <a:t>년      월 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03A9-3704-538E-06C1-1B491FF05F9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sz="4000" b="1" dirty="0" err="1">
                <a:latin typeface="+mj-ea"/>
              </a:rPr>
              <a:t>어린이집</a:t>
            </a:r>
            <a:r>
              <a:rPr lang="ko-KR" altLang="en-US" sz="4000" b="1" dirty="0">
                <a:latin typeface="+mj-ea"/>
              </a:rPr>
              <a:t> </a:t>
            </a:r>
            <a:r>
              <a:rPr lang="en-US" altLang="ko-KR" sz="4000" b="1" dirty="0">
                <a:latin typeface="+mj-ea"/>
              </a:rPr>
              <a:t>(1</a:t>
            </a:r>
            <a:r>
              <a:rPr lang="ko-KR" altLang="en-US" sz="4000" b="1" dirty="0">
                <a:latin typeface="+mj-ea"/>
              </a:rPr>
              <a:t>층 </a:t>
            </a:r>
            <a:r>
              <a:rPr lang="ko-KR" altLang="en-US" sz="4000" b="1" dirty="0" err="1">
                <a:latin typeface="+mj-ea"/>
              </a:rPr>
              <a:t>햇님반</a:t>
            </a:r>
            <a:r>
              <a:rPr lang="ko-KR" altLang="en-US" sz="4000" b="1" dirty="0">
                <a:latin typeface="+mj-ea"/>
              </a:rPr>
              <a:t> 창틀 누수</a:t>
            </a:r>
            <a:r>
              <a:rPr lang="en-US" altLang="ko-KR" sz="4000" b="1" dirty="0">
                <a:latin typeface="+mj-ea"/>
              </a:rPr>
              <a:t>)</a:t>
            </a:r>
            <a:br>
              <a:rPr lang="ko-KR" altLang="en-US" sz="4000" b="1" dirty="0">
                <a:latin typeface="+mj-ea"/>
              </a:rPr>
            </a:br>
            <a:endParaRPr lang="ko-KR" altLang="en-US" sz="4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54AD15-6615-6ADB-A2C4-F6499110258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7C6AA84D-A423-96C4-B7B1-0D786EC72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700213"/>
            <a:ext cx="8064500" cy="4321175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5DACED0-9599-231B-A166-49E170E93CB1}"/>
              </a:ext>
            </a:extLst>
          </p:cNvPr>
          <p:cNvSpPr/>
          <p:nvPr/>
        </p:nvSpPr>
        <p:spPr>
          <a:xfrm>
            <a:off x="1908175" y="2276475"/>
            <a:ext cx="5040313" cy="273685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1E8A4-A3C6-DF54-613B-92041BACB6B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sz="4000" b="1" dirty="0" err="1">
                <a:latin typeface="+mj-ea"/>
              </a:rPr>
              <a:t>어린이집</a:t>
            </a:r>
            <a:r>
              <a:rPr lang="ko-KR" altLang="en-US" sz="4000" b="1" dirty="0">
                <a:latin typeface="+mj-ea"/>
              </a:rPr>
              <a:t> 외벽 실리콘 </a:t>
            </a:r>
            <a:r>
              <a:rPr lang="ko-KR" altLang="en-US" sz="4000" b="1" dirty="0" err="1">
                <a:latin typeface="+mj-ea"/>
              </a:rPr>
              <a:t>코킹작업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E9005F-7BBE-D87E-6F3A-4E6C832AFC0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7">
            <a:extLst>
              <a:ext uri="{FF2B5EF4-FFF2-40B4-BE49-F238E27FC236}">
                <a16:creationId xmlns:a16="http://schemas.microsoft.com/office/drawing/2014/main" id="{5859206A-6FBD-11CA-EC4E-D1B159E0C8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A159117-7682-6DF9-90F3-65809DDC1FF2}"/>
              </a:ext>
            </a:extLst>
          </p:cNvPr>
          <p:cNvSpPr/>
          <p:nvPr/>
        </p:nvSpPr>
        <p:spPr>
          <a:xfrm>
            <a:off x="2195513" y="1916113"/>
            <a:ext cx="5832475" cy="381793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120</Words>
  <Application>Microsoft Office PowerPoint</Application>
  <PresentationFormat>화면 슬라이드 쇼(4:3)</PresentationFormat>
  <Paragraphs>16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어린이집 (1층 햇님반 창틀 누수) </vt:lpstr>
      <vt:lpstr> 어린이집 외벽 실리콘 코킹작업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348</cp:revision>
  <dcterms:created xsi:type="dcterms:W3CDTF">2012-05-23T04:33:26Z</dcterms:created>
  <dcterms:modified xsi:type="dcterms:W3CDTF">2026-05-09T05:18:06Z</dcterms:modified>
</cp:coreProperties>
</file>