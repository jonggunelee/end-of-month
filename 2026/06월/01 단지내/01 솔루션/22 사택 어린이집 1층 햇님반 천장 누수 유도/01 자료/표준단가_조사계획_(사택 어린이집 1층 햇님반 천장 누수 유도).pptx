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8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D49F7-D64E-4137-8CDD-0669EF4EEDDB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54A13-9C61-477F-9B3F-2C42181A7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28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54A13-9C61-477F-9B3F-2C42181A79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19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BAC73-157C-2CBA-22B0-FED81A8E1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A1C696-933F-595E-BB87-7DC1EC302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1ECAB-9A07-A29C-ADEF-7064922F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778AA-60E4-CB13-B06E-FA3372A6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361A6-D467-2DE7-0015-4C08A5A7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96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4BB72-B969-5724-0E35-56CADA71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6D8E7F-EACF-987C-7730-9EBD8C490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20C12E-A2B0-F3FA-F543-A9C1ECB2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6EE938-0D9C-30E7-6718-75D34ACA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12EC0A-A73A-06D4-5905-515693D2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38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B8D89-0874-E6EE-7237-ED681F73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2990F4-D716-C79C-03EC-E075A2A85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4D420B-0119-4038-ECB0-84476974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AAFC1-DCEC-817A-34C2-D7E407CE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3C43A8-22BB-BE94-E52E-DDB55774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703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84E34-5882-71DD-9E10-183CC512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C86C2-6389-8D9D-04B1-DDD962068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7D0D-7E6E-C33A-CA01-94757C176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0D384E-EE27-420E-07A4-4E7702A4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787193-4BD9-7DF8-8340-456C3FAE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A4FD69-260F-2040-12A2-AD54CE37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2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DAFE3-C521-651A-9579-94D0523F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301D6E-D76C-99B1-6A38-22838DCC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A456E0-3A07-A993-4F11-6877CFDA3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7FE138-53F7-72E7-FD6B-AC8FD5458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9D3E90-1597-1F10-5616-A4A3A63D1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EB4DE6-BC68-1933-B197-0EED601E1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BB4215-2493-D8E0-E938-0027E43A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D77715-8454-CA97-B8D3-80D1922E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73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3E191-BA90-7674-0C64-4F0CFADE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63A255-7930-ACE1-95A9-EC515BFE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201E20-2477-6565-60F1-80C8BE7E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68066B-2BC9-6B01-5043-55D49C7C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94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4BFDCA-DF33-22CF-26B4-A93C0836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BCC20C-DEF0-9F41-72D7-F6823975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4041B9-080F-F789-F869-304E15A9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4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3E4C1-5099-564E-72FC-DFB96BB3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9DDEDB-788B-9A83-504D-E1D43E9DE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7AB178-23F0-5B2E-25AE-A8F45D0A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5E04DC-6E61-9C8D-856C-9C5E3184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470E2A-BB14-57E2-1F43-E531C1E0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978E9C-CFC8-77AA-6BDA-18E28EA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80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E65F4-5BAD-0A8B-F18A-CC9986B30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B2EE14-B331-1191-B5ED-01C1F4CFE2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CA5313-099F-3998-3990-5B726D726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70BEB0-C8DB-D593-8753-F44AE3DE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8A18CD-6A2D-01E6-B4D3-E460126D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3B42C2-BE2C-5962-E2C7-F04A5B9C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2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7EDC0-A943-D1F5-0571-C3CB0D8E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BB170-463B-AA60-5781-94E4984F7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B783E-788E-09AB-43A2-E8D988AC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EA5FE4-7C1C-D55C-0887-70FF99A75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0EF6D-30F5-CD19-0B72-4E4D04FC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52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BF6618-C651-5B9E-333B-D95EA5C09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B22DFD-81F9-3DD8-A330-7D41C9A91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F0EFC-F1F7-5FF0-2D73-E4A55238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C891B-BF5B-13F1-20BB-BABEE823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8F51C-BC22-A6E6-FE88-1D4DA685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7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CD8917-7C95-0088-AC18-2967326B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C692A-4925-2881-3FC3-191B6BC49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B915A-5E46-2738-88AD-026D0172E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A7CCB-ED5D-4C8F-81AB-A7752B9EAD5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FF29C3-50C2-FF10-8BF2-9FB6077D9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E30C96-81CF-24E4-96F3-EA9A66D2E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6D5A6-32A8-4480-995B-FE38E9973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96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46D1C0-3653-6354-0C62-40D61B993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14" r="-3" b="31115"/>
          <a:stretch>
            <a:fillRect/>
          </a:stretch>
        </p:blipFill>
        <p:spPr>
          <a:xfrm>
            <a:off x="20" y="10"/>
            <a:ext cx="7215381" cy="2969294"/>
          </a:xfrm>
          <a:custGeom>
            <a:avLst/>
            <a:gdLst/>
            <a:ahLst/>
            <a:cxnLst/>
            <a:rect l="l" t="t" r="r" b="b"/>
            <a:pathLst>
              <a:path w="7215401" h="2969304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5840224" y="2969304"/>
                </a:lnTo>
                <a:lnTo>
                  <a:pt x="0" y="2969304"/>
                </a:lnTo>
                <a:close/>
              </a:path>
            </a:pathLst>
          </a:cu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5173F4-72B8-2601-BB82-1E0E6CF4F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7" r="-3" b="19320"/>
          <a:stretch>
            <a:fillRect/>
          </a:stretch>
        </p:blipFill>
        <p:spPr>
          <a:xfrm>
            <a:off x="5622233" y="1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87A4063-A5FF-97BD-0BEB-D7DCAF9AB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24" b="31036"/>
          <a:stretch>
            <a:fillRect/>
          </a:stretch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D9DED52-3BF3-45F9-9074-83DBE735E5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0" r="1" b="12346"/>
          <a:stretch>
            <a:fillRect/>
          </a:stretch>
        </p:blipFill>
        <p:spPr>
          <a:xfrm>
            <a:off x="1" y="3106464"/>
            <a:ext cx="6209553" cy="3751536"/>
          </a:xfrm>
          <a:custGeom>
            <a:avLst/>
            <a:gdLst/>
            <a:ahLst/>
            <a:cxnLst/>
            <a:rect l="l" t="t" r="r" b="b"/>
            <a:pathLst>
              <a:path w="6209553" h="3751536">
                <a:moveTo>
                  <a:pt x="0" y="0"/>
                </a:moveTo>
                <a:lnTo>
                  <a:pt x="5776701" y="0"/>
                </a:lnTo>
                <a:lnTo>
                  <a:pt x="4041567" y="3746529"/>
                </a:lnTo>
                <a:lnTo>
                  <a:pt x="6209553" y="3746529"/>
                </a:lnTo>
                <a:lnTo>
                  <a:pt x="6209553" y="3746530"/>
                </a:lnTo>
                <a:lnTo>
                  <a:pt x="1647632" y="3746530"/>
                </a:lnTo>
                <a:lnTo>
                  <a:pt x="1647632" y="3751536"/>
                </a:lnTo>
                <a:lnTo>
                  <a:pt x="0" y="3751536"/>
                </a:lnTo>
                <a:close/>
              </a:path>
            </a:pathLst>
          </a:custGeom>
        </p:spPr>
      </p:pic>
      <p:sp>
        <p:nvSpPr>
          <p:cNvPr id="42" name="화살표: 위쪽 41">
            <a:extLst>
              <a:ext uri="{FF2B5EF4-FFF2-40B4-BE49-F238E27FC236}">
                <a16:creationId xmlns:a16="http://schemas.microsoft.com/office/drawing/2014/main" id="{1922DAF3-DF25-0BEF-8E1D-D1D15D31DD34}"/>
              </a:ext>
            </a:extLst>
          </p:cNvPr>
          <p:cNvSpPr/>
          <p:nvPr/>
        </p:nvSpPr>
        <p:spPr>
          <a:xfrm>
            <a:off x="11501567" y="3013375"/>
            <a:ext cx="330200" cy="322536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CFD9DD-D068-A42C-D40B-17791CECEEDB}"/>
              </a:ext>
            </a:extLst>
          </p:cNvPr>
          <p:cNvSpPr txBox="1"/>
          <p:nvPr/>
        </p:nvSpPr>
        <p:spPr>
          <a:xfrm>
            <a:off x="11343501" y="33374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금회</a:t>
            </a:r>
          </a:p>
        </p:txBody>
      </p:sp>
    </p:spTree>
    <p:extLst>
      <p:ext uri="{BB962C8B-B14F-4D97-AF65-F5344CB8AC3E}">
        <p14:creationId xmlns:p14="http://schemas.microsoft.com/office/powerpoint/2010/main" val="154971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>
            <a:extLst>
              <a:ext uri="{FF2B5EF4-FFF2-40B4-BE49-F238E27FC236}">
                <a16:creationId xmlns:a16="http://schemas.microsoft.com/office/drawing/2014/main" id="{E73D15EA-4FD8-62B9-1692-9E37CBCB5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"/>
          <a:stretch>
            <a:fillRect/>
          </a:stretch>
        </p:blipFill>
        <p:spPr>
          <a:xfrm>
            <a:off x="0" y="0"/>
            <a:ext cx="12192000" cy="695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20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</Words>
  <Application>Microsoft Office PowerPoint</Application>
  <PresentationFormat>와이드스크린</PresentationFormat>
  <Paragraphs>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2</cp:revision>
  <dcterms:created xsi:type="dcterms:W3CDTF">2026-05-18T00:43:30Z</dcterms:created>
  <dcterms:modified xsi:type="dcterms:W3CDTF">2026-05-18T02:02:05Z</dcterms:modified>
</cp:coreProperties>
</file>