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2-208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2-208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뒤베란다문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
도장</a:t>
            </a:r>
            <a:r>
              <a:rPr lang="en-US" altLang="ko-KR" sz="1000"/>
              <a:t>(</a:t>
            </a:r>
            <a:r>
              <a:rPr lang="ko-KR" altLang="en-US" sz="1000"/>
              <a:t>벽면 부분도장</a:t>
            </a:r>
            <a:r>
              <a:rPr lang="en-US" altLang="ko-KR" sz="1000"/>
              <a:t>(</a:t>
            </a:r>
            <a:r>
              <a:rPr lang="ko-KR" altLang="en-US" sz="1000"/>
              <a:t>뒤베란다 벽면</a:t>
            </a:r>
            <a:r>
              <a:rPr lang="en-US" altLang="ko-KR" sz="1000"/>
              <a:t>_</a:t>
            </a:r>
            <a:r>
              <a:rPr lang="ko-KR" altLang="en-US" sz="1000"/>
              <a:t>천정 곰팡이제거 포함</a:t>
            </a:r>
            <a:r>
              <a:rPr lang="en-US" altLang="ko-KR" sz="1000"/>
              <a:t>))
</a:t>
            </a:r>
            <a:r>
              <a:rPr lang="ko-KR" altLang="en-US" sz="1000"/>
              <a:t>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2026-04-06T00:45:59Z</dcterms:modified>
</cp:coreProperties>
</file>