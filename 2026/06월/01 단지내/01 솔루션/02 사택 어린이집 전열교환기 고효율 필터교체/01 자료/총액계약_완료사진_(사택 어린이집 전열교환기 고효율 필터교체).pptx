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7" r:id="rId1"/>
  </p:sldMasterIdLst>
  <p:notesMasterIdLst>
    <p:notesMasterId r:id="rId25"/>
  </p:notesMasterIdLst>
  <p:sldIdLst>
    <p:sldId id="949" r:id="rId2"/>
    <p:sldId id="964" r:id="rId3"/>
    <p:sldId id="959" r:id="rId4"/>
    <p:sldId id="960" r:id="rId5"/>
    <p:sldId id="961" r:id="rId6"/>
    <p:sldId id="962" r:id="rId7"/>
    <p:sldId id="963" r:id="rId8"/>
    <p:sldId id="909" r:id="rId9"/>
    <p:sldId id="950" r:id="rId10"/>
    <p:sldId id="951" r:id="rId11"/>
    <p:sldId id="952" r:id="rId12"/>
    <p:sldId id="953" r:id="rId13"/>
    <p:sldId id="954" r:id="rId14"/>
    <p:sldId id="955" r:id="rId15"/>
    <p:sldId id="956" r:id="rId16"/>
    <p:sldId id="957" r:id="rId17"/>
    <p:sldId id="958" r:id="rId18"/>
    <p:sldId id="948" r:id="rId19"/>
    <p:sldId id="941" r:id="rId20"/>
    <p:sldId id="943" r:id="rId21"/>
    <p:sldId id="945" r:id="rId22"/>
    <p:sldId id="946" r:id="rId23"/>
    <p:sldId id="947" r:id="rId24"/>
  </p:sldIdLst>
  <p:sldSz cx="9144000" cy="6858000" type="screen4x3"/>
  <p:notesSz cx="6858000" cy="9979025"/>
  <p:embeddedFontLst>
    <p:embeddedFont>
      <p:font typeface="HY견고딕" panose="02030600000101010101" pitchFamily="18" charset="-127"/>
      <p:regular r:id="rId26"/>
    </p:embeddedFont>
    <p:embeddedFont>
      <p:font typeface="맑은 고딕" panose="020B0503020000020004" pitchFamily="50" charset="-127"/>
      <p:regular r:id="rId27"/>
      <p:bold r:id="rId2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pos="328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ster" initials="m" lastIdx="5" clrIdx="0">
    <p:extLst>
      <p:ext uri="{19B8F6BF-5375-455C-9EA6-DF929625EA0E}">
        <p15:presenceInfo xmlns:p15="http://schemas.microsoft.com/office/powerpoint/2012/main" userId="mast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76787B"/>
    <a:srgbClr val="CD4465"/>
    <a:srgbClr val="747679"/>
    <a:srgbClr val="A90044"/>
    <a:srgbClr val="BC0951"/>
    <a:srgbClr val="D46175"/>
    <a:srgbClr val="D0536E"/>
    <a:srgbClr val="C8004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87" autoAdjust="0"/>
    <p:restoredTop sz="94660"/>
  </p:normalViewPr>
  <p:slideViewPr>
    <p:cSldViewPr showGuides="1">
      <p:cViewPr varScale="1">
        <p:scale>
          <a:sx n="111" d="100"/>
          <a:sy n="111" d="100"/>
        </p:scale>
        <p:origin x="1980" y="114"/>
      </p:cViewPr>
      <p:guideLst>
        <p:guide orient="horz" pos="4110"/>
        <p:guide pos="3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81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/>
          <a:lstStyle>
            <a:lvl1pPr algn="r">
              <a:defRPr sz="1300"/>
            </a:lvl1pPr>
          </a:lstStyle>
          <a:p>
            <a:fld id="{86E5C4D5-C456-473B-A8F6-817BFB643621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3450" y="747713"/>
            <a:ext cx="4991100" cy="3743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196" tIns="48099" rIns="96196" bIns="4809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740037"/>
            <a:ext cx="5486400" cy="4490562"/>
          </a:xfrm>
          <a:prstGeom prst="rect">
            <a:avLst/>
          </a:prstGeom>
        </p:spPr>
        <p:txBody>
          <a:bodyPr vert="horz" lIns="96196" tIns="48099" rIns="96196" bIns="4809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78342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9478342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 anchor="b"/>
          <a:lstStyle>
            <a:lvl1pPr algn="r">
              <a:defRPr sz="1300"/>
            </a:lvl1pPr>
          </a:lstStyle>
          <a:p>
            <a:fld id="{5A1DB697-446A-45B3-8FFD-B426BCAD97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398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/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4144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394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4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8781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5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48204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6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320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7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21291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8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9074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9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98756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10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13361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4295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1065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03108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14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20491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15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4540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16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9499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17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32921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C3E63-672C-0067-AFD1-B56630282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9269B941-B471-6F70-9F1C-EC4BB19C3C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DBAC88AB-612C-2505-8DFB-14A113FB1DE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9C94F790-124B-5961-713B-5973CC6A28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18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1924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017E8-E03F-5989-E75F-437F362E8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EE97F977-23EF-8043-D12E-81580AB1FED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E25B13DA-BA40-D258-D2EC-5601BE71864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2A0DE113-22AD-D8E1-BADB-20C48737C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19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17843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6278F-F626-BCDB-A20D-A69F5A57C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81C59C7E-75D7-688D-B50B-1E4236AFA36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878A954D-964B-D519-31AE-3A922736EA0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11DC191C-CDF4-7168-0DB2-936D0D55C2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20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32825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A46C1-BFBA-6028-F216-BE4A28739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0F4FBAEF-BD80-01C4-934D-044EDC662A2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F7559150-3DF7-56B0-D55D-3007286295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84BBAF2A-BF1D-97C1-E1AC-B5168A297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21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7223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4DA2C-E49E-FCAC-6F54-221A2F9D7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157C3BBE-0BA9-F160-0EBD-A74E6D1A709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533EE19A-F13C-C456-9EB2-1B3ED42EA19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4FC3AACE-1BE1-16AF-52D9-466294940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22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90716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88BF8-E54E-DB83-4704-5B49BACB4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95656F15-135D-4BE8-14DA-F2B8F4C9572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1C1250B6-B461-B624-87A3-374E9304C0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D259032F-6B79-49A4-1A96-09E658D23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23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069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7103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2242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3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1077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W:\LGPT_110105_2011 AE 사업본부 소개 PPT 제작\PNG\226\navi_01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0250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6052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8043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5362575"/>
            <a:ext cx="91440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W:\LGPT_110105_2011 AE 사업본부 소개 PPT 제작\PNG\226\navi_03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762000"/>
            <a:ext cx="91440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5708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5362575"/>
            <a:ext cx="91440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9419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3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 descr="W:\LGPT_110105_2011 AE 사업본부 소개 PPT 제작\PNG\226\navi_04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78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320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2881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8" descr="08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767843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8" descr="08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4224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11EC1B3-06A7-4046-8908-CF0411A4D735}" type="datetimeFigureOut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2026-05-28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E4D3389-9F03-43C2-AB7E-B90FF6ACF10C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987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6.gif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Relationship Id="rId9" Type="http://schemas.openxmlformats.org/officeDocument/2006/relationships/image" Target="../media/image22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16.gif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Relationship Id="rId9" Type="http://schemas.openxmlformats.org/officeDocument/2006/relationships/image" Target="../media/image28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3" Type="http://schemas.openxmlformats.org/officeDocument/2006/relationships/image" Target="../media/image16.gif"/><Relationship Id="rId7" Type="http://schemas.openxmlformats.org/officeDocument/2006/relationships/image" Target="../media/image3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Relationship Id="rId9" Type="http://schemas.openxmlformats.org/officeDocument/2006/relationships/image" Target="../media/image34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eg"/><Relationship Id="rId3" Type="http://schemas.openxmlformats.org/officeDocument/2006/relationships/image" Target="../media/image16.gif"/><Relationship Id="rId7" Type="http://schemas.openxmlformats.org/officeDocument/2006/relationships/image" Target="../media/image3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7.jpeg"/><Relationship Id="rId5" Type="http://schemas.openxmlformats.org/officeDocument/2006/relationships/image" Target="../media/image36.jpeg"/><Relationship Id="rId4" Type="http://schemas.openxmlformats.org/officeDocument/2006/relationships/image" Target="../media/image35.jpeg"/><Relationship Id="rId9" Type="http://schemas.openxmlformats.org/officeDocument/2006/relationships/image" Target="../media/image40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eg"/><Relationship Id="rId3" Type="http://schemas.openxmlformats.org/officeDocument/2006/relationships/image" Target="../media/image16.gif"/><Relationship Id="rId7" Type="http://schemas.openxmlformats.org/officeDocument/2006/relationships/image" Target="../media/image4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3.jpeg"/><Relationship Id="rId5" Type="http://schemas.openxmlformats.org/officeDocument/2006/relationships/image" Target="../media/image42.jpeg"/><Relationship Id="rId4" Type="http://schemas.openxmlformats.org/officeDocument/2006/relationships/image" Target="../media/image41.jpeg"/><Relationship Id="rId9" Type="http://schemas.openxmlformats.org/officeDocument/2006/relationships/image" Target="../media/image4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5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9.jpeg"/><Relationship Id="rId5" Type="http://schemas.openxmlformats.org/officeDocument/2006/relationships/image" Target="../media/image48.jpeg"/><Relationship Id="rId4" Type="http://schemas.openxmlformats.org/officeDocument/2006/relationships/image" Target="../media/image4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3.jpg"/><Relationship Id="rId5" Type="http://schemas.openxmlformats.org/officeDocument/2006/relationships/image" Target="../media/image52.jpg"/><Relationship Id="rId4" Type="http://schemas.openxmlformats.org/officeDocument/2006/relationships/image" Target="../media/image5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7.jpg"/><Relationship Id="rId5" Type="http://schemas.openxmlformats.org/officeDocument/2006/relationships/image" Target="../media/image56.jpg"/><Relationship Id="rId4" Type="http://schemas.openxmlformats.org/officeDocument/2006/relationships/image" Target="../media/image5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1.jpg"/><Relationship Id="rId5" Type="http://schemas.openxmlformats.org/officeDocument/2006/relationships/image" Target="../media/image60.jpg"/><Relationship Id="rId4" Type="http://schemas.openxmlformats.org/officeDocument/2006/relationships/image" Target="../media/image59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5.jpg"/><Relationship Id="rId5" Type="http://schemas.openxmlformats.org/officeDocument/2006/relationships/image" Target="../media/image64.jpg"/><Relationship Id="rId4" Type="http://schemas.openxmlformats.org/officeDocument/2006/relationships/image" Target="../media/image6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9.jpg"/><Relationship Id="rId5" Type="http://schemas.openxmlformats.org/officeDocument/2006/relationships/image" Target="../media/image68.jpg"/><Relationship Id="rId4" Type="http://schemas.openxmlformats.org/officeDocument/2006/relationships/image" Target="../media/image6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3.jpg"/><Relationship Id="rId5" Type="http://schemas.openxmlformats.org/officeDocument/2006/relationships/image" Target="../media/image72.jpg"/><Relationship Id="rId4" Type="http://schemas.openxmlformats.org/officeDocument/2006/relationships/image" Target="../media/image7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7.jpg"/><Relationship Id="rId5" Type="http://schemas.openxmlformats.org/officeDocument/2006/relationships/image" Target="../media/image76.jpg"/><Relationship Id="rId4" Type="http://schemas.openxmlformats.org/officeDocument/2006/relationships/image" Target="../media/image7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1.jpg"/><Relationship Id="rId5" Type="http://schemas.openxmlformats.org/officeDocument/2006/relationships/image" Target="../media/image80.jpg"/><Relationship Id="rId4" Type="http://schemas.openxmlformats.org/officeDocument/2006/relationships/image" Target="../media/image79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5.jpg"/><Relationship Id="rId5" Type="http://schemas.openxmlformats.org/officeDocument/2006/relationships/image" Target="../media/image84.jpg"/><Relationship Id="rId4" Type="http://schemas.openxmlformats.org/officeDocument/2006/relationships/image" Target="../media/image83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jpeg"/><Relationship Id="rId3" Type="http://schemas.openxmlformats.org/officeDocument/2006/relationships/image" Target="../media/image16.gif"/><Relationship Id="rId7" Type="http://schemas.openxmlformats.org/officeDocument/2006/relationships/image" Target="../media/image9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9.jpeg"/><Relationship Id="rId11" Type="http://schemas.openxmlformats.org/officeDocument/2006/relationships/image" Target="../media/image94.jpeg"/><Relationship Id="rId5" Type="http://schemas.openxmlformats.org/officeDocument/2006/relationships/image" Target="../media/image88.jpeg"/><Relationship Id="rId10" Type="http://schemas.openxmlformats.org/officeDocument/2006/relationships/image" Target="../media/image93.jpeg"/><Relationship Id="rId4" Type="http://schemas.openxmlformats.org/officeDocument/2006/relationships/image" Target="../media/image87.jpeg"/><Relationship Id="rId9" Type="http://schemas.openxmlformats.org/officeDocument/2006/relationships/image" Target="../media/image92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jpeg"/><Relationship Id="rId3" Type="http://schemas.openxmlformats.org/officeDocument/2006/relationships/image" Target="../media/image16.gif"/><Relationship Id="rId7" Type="http://schemas.openxmlformats.org/officeDocument/2006/relationships/image" Target="../media/image9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7.jpeg"/><Relationship Id="rId11" Type="http://schemas.openxmlformats.org/officeDocument/2006/relationships/image" Target="../media/image102.jpeg"/><Relationship Id="rId5" Type="http://schemas.openxmlformats.org/officeDocument/2006/relationships/image" Target="../media/image96.jpeg"/><Relationship Id="rId10" Type="http://schemas.openxmlformats.org/officeDocument/2006/relationships/image" Target="../media/image101.jpeg"/><Relationship Id="rId4" Type="http://schemas.openxmlformats.org/officeDocument/2006/relationships/image" Target="../media/image95.jpeg"/><Relationship Id="rId9" Type="http://schemas.openxmlformats.org/officeDocument/2006/relationships/image" Target="../media/image100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jpeg"/><Relationship Id="rId3" Type="http://schemas.openxmlformats.org/officeDocument/2006/relationships/image" Target="../media/image16.gif"/><Relationship Id="rId7" Type="http://schemas.openxmlformats.org/officeDocument/2006/relationships/image" Target="../media/image10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5.jpeg"/><Relationship Id="rId11" Type="http://schemas.openxmlformats.org/officeDocument/2006/relationships/image" Target="../media/image110.jpeg"/><Relationship Id="rId5" Type="http://schemas.openxmlformats.org/officeDocument/2006/relationships/image" Target="../media/image104.jpeg"/><Relationship Id="rId10" Type="http://schemas.openxmlformats.org/officeDocument/2006/relationships/image" Target="../media/image109.jpeg"/><Relationship Id="rId4" Type="http://schemas.openxmlformats.org/officeDocument/2006/relationships/image" Target="../media/image103.jpeg"/><Relationship Id="rId9" Type="http://schemas.openxmlformats.org/officeDocument/2006/relationships/image" Target="../media/image108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jpeg"/><Relationship Id="rId3" Type="http://schemas.openxmlformats.org/officeDocument/2006/relationships/image" Target="../media/image16.gif"/><Relationship Id="rId7" Type="http://schemas.openxmlformats.org/officeDocument/2006/relationships/image" Target="../media/image11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3.jpeg"/><Relationship Id="rId11" Type="http://schemas.openxmlformats.org/officeDocument/2006/relationships/image" Target="../media/image118.jpeg"/><Relationship Id="rId5" Type="http://schemas.openxmlformats.org/officeDocument/2006/relationships/image" Target="../media/image112.jpeg"/><Relationship Id="rId10" Type="http://schemas.openxmlformats.org/officeDocument/2006/relationships/image" Target="../media/image117.jpeg"/><Relationship Id="rId4" Type="http://schemas.openxmlformats.org/officeDocument/2006/relationships/image" Target="../media/image111.jpeg"/><Relationship Id="rId9" Type="http://schemas.openxmlformats.org/officeDocument/2006/relationships/image" Target="../media/image116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jpeg"/><Relationship Id="rId3" Type="http://schemas.openxmlformats.org/officeDocument/2006/relationships/image" Target="../media/image16.gif"/><Relationship Id="rId7" Type="http://schemas.openxmlformats.org/officeDocument/2006/relationships/image" Target="../media/image12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1.jpeg"/><Relationship Id="rId11" Type="http://schemas.openxmlformats.org/officeDocument/2006/relationships/image" Target="../media/image126.jpeg"/><Relationship Id="rId5" Type="http://schemas.openxmlformats.org/officeDocument/2006/relationships/image" Target="../media/image120.jpeg"/><Relationship Id="rId10" Type="http://schemas.openxmlformats.org/officeDocument/2006/relationships/image" Target="../media/image125.jpeg"/><Relationship Id="rId4" Type="http://schemas.openxmlformats.org/officeDocument/2006/relationships/image" Target="../media/image119.jpeg"/><Relationship Id="rId9" Type="http://schemas.openxmlformats.org/officeDocument/2006/relationships/image" Target="../media/image124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jpeg"/><Relationship Id="rId3" Type="http://schemas.openxmlformats.org/officeDocument/2006/relationships/image" Target="../media/image16.gif"/><Relationship Id="rId7" Type="http://schemas.openxmlformats.org/officeDocument/2006/relationships/image" Target="../media/image130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9.jpeg"/><Relationship Id="rId5" Type="http://schemas.openxmlformats.org/officeDocument/2006/relationships/image" Target="../media/image128.jpeg"/><Relationship Id="rId4" Type="http://schemas.openxmlformats.org/officeDocument/2006/relationships/image" Target="../media/image127.jpeg"/><Relationship Id="rId9" Type="http://schemas.openxmlformats.org/officeDocument/2006/relationships/image" Target="../media/image13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F5816B41-C376-4F7D-B8E0-85DB6F0F0C43}"/>
              </a:ext>
            </a:extLst>
          </p:cNvPr>
          <p:cNvSpPr txBox="1"/>
          <p:nvPr/>
        </p:nvSpPr>
        <p:spPr>
          <a:xfrm>
            <a:off x="323528" y="5468451"/>
            <a:ext cx="7857156" cy="984885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현       장 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: LG </a:t>
            </a: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사택 어린이집</a:t>
            </a:r>
            <a:endParaRPr lang="en-US" altLang="ko-KR" sz="1500" b="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세척일자 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: 2026</a:t>
            </a: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년 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05</a:t>
            </a: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월 </a:t>
            </a:r>
            <a:r>
              <a:rPr lang="en-US" altLang="ko-KR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16</a:t>
            </a:r>
            <a:r>
              <a:rPr lang="ko-KR" altLang="en-US" sz="1500" b="0" dirty="0">
                <a:latin typeface="HY견고딕" panose="02030600000101010101" pitchFamily="18" charset="-127"/>
                <a:ea typeface="HY견고딕" panose="02030600000101010101" pitchFamily="18" charset="-127"/>
              </a:rPr>
              <a:t>일</a:t>
            </a:r>
            <a:endParaRPr lang="en-US" altLang="ko-KR" sz="1500" b="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500" b="0" dirty="0">
                <a:solidFill>
                  <a:srgbClr val="76787B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고효율 작업을 완료하였기에 다음과 같이 작업 진행 및 완료 사진자료집을 제출합니다</a:t>
            </a:r>
            <a:r>
              <a:rPr lang="en-US" altLang="ko-KR" sz="1500" b="0" dirty="0">
                <a:solidFill>
                  <a:srgbClr val="76787B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      </a:t>
            </a:r>
            <a:endParaRPr lang="ko-KR" altLang="en-US" sz="1500" b="0" dirty="0">
              <a:solidFill>
                <a:srgbClr val="76787B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9" name="Picture 6" descr="1-5">
            <a:extLst>
              <a:ext uri="{FF2B5EF4-FFF2-40B4-BE49-F238E27FC236}">
                <a16:creationId xmlns:a16="http://schemas.microsoft.com/office/drawing/2014/main" id="{9A73E1AB-6066-44FA-9669-2224C2CB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1A5714-D6A7-4E8D-8322-95365062F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199632"/>
            <a:ext cx="8960684" cy="1086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827584" y="432702"/>
            <a:ext cx="5437112" cy="492443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32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 고효율 필터교체</a:t>
            </a:r>
            <a:endParaRPr lang="en-US" altLang="ko-KR" sz="3200" dirty="0">
              <a:ln>
                <a:noFill/>
                <a:prstDash val="solid"/>
              </a:ln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6F2FBF0-50D3-4E8B-BD39-EF8A981D5B25}"/>
              </a:ext>
            </a:extLst>
          </p:cNvPr>
          <p:cNvSpPr/>
          <p:nvPr/>
        </p:nvSpPr>
        <p:spPr>
          <a:xfrm>
            <a:off x="5220072" y="1556792"/>
            <a:ext cx="3600000" cy="360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753931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 1">
            <a:extLst>
              <a:ext uri="{FF2B5EF4-FFF2-40B4-BE49-F238E27FC236}">
                <a16:creationId xmlns:a16="http://schemas.microsoft.com/office/drawing/2014/main" id="{0D1A82EA-BB9C-D156-10EB-95A15C2338FA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4" name="자유형 1">
            <a:extLst>
              <a:ext uri="{FF2B5EF4-FFF2-40B4-BE49-F238E27FC236}">
                <a16:creationId xmlns:a16="http://schemas.microsoft.com/office/drawing/2014/main" id="{887CF516-0FB8-3A54-C290-4A08C82B2EC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5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98B1E028-978A-FEC4-F092-B0EF215DDE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F827418-35E1-ED0F-F920-46E20D6571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352732"/>
              </p:ext>
            </p:extLst>
          </p:nvPr>
        </p:nvGraphicFramePr>
        <p:xfrm>
          <a:off x="161045" y="764704"/>
          <a:ext cx="8875004" cy="5429700"/>
        </p:xfrm>
        <a:graphic>
          <a:graphicData uri="http://schemas.openxmlformats.org/drawingml/2006/table">
            <a:tbl>
              <a:tblPr/>
              <a:tblGrid>
                <a:gridCol w="1127250">
                  <a:extLst>
                    <a:ext uri="{9D8B030D-6E8A-4147-A177-3AD203B41FA5}">
                      <a16:colId xmlns:a16="http://schemas.microsoft.com/office/drawing/2014/main" val="2712742135"/>
                    </a:ext>
                  </a:extLst>
                </a:gridCol>
                <a:gridCol w="808027">
                  <a:extLst>
                    <a:ext uri="{9D8B030D-6E8A-4147-A177-3AD203B41FA5}">
                      <a16:colId xmlns:a16="http://schemas.microsoft.com/office/drawing/2014/main" val="1551875397"/>
                    </a:ext>
                  </a:extLst>
                </a:gridCol>
                <a:gridCol w="808027">
                  <a:extLst>
                    <a:ext uri="{9D8B030D-6E8A-4147-A177-3AD203B41FA5}">
                      <a16:colId xmlns:a16="http://schemas.microsoft.com/office/drawing/2014/main" val="4126363902"/>
                    </a:ext>
                  </a:extLst>
                </a:gridCol>
                <a:gridCol w="808027">
                  <a:extLst>
                    <a:ext uri="{9D8B030D-6E8A-4147-A177-3AD203B41FA5}">
                      <a16:colId xmlns:a16="http://schemas.microsoft.com/office/drawing/2014/main" val="3922187343"/>
                    </a:ext>
                  </a:extLst>
                </a:gridCol>
                <a:gridCol w="811353">
                  <a:extLst>
                    <a:ext uri="{9D8B030D-6E8A-4147-A177-3AD203B41FA5}">
                      <a16:colId xmlns:a16="http://schemas.microsoft.com/office/drawing/2014/main" val="1700896331"/>
                    </a:ext>
                  </a:extLst>
                </a:gridCol>
                <a:gridCol w="811353">
                  <a:extLst>
                    <a:ext uri="{9D8B030D-6E8A-4147-A177-3AD203B41FA5}">
                      <a16:colId xmlns:a16="http://schemas.microsoft.com/office/drawing/2014/main" val="4239121940"/>
                    </a:ext>
                  </a:extLst>
                </a:gridCol>
                <a:gridCol w="811353">
                  <a:extLst>
                    <a:ext uri="{9D8B030D-6E8A-4147-A177-3AD203B41FA5}">
                      <a16:colId xmlns:a16="http://schemas.microsoft.com/office/drawing/2014/main" val="2168915172"/>
                    </a:ext>
                  </a:extLst>
                </a:gridCol>
                <a:gridCol w="867882">
                  <a:extLst>
                    <a:ext uri="{9D8B030D-6E8A-4147-A177-3AD203B41FA5}">
                      <a16:colId xmlns:a16="http://schemas.microsoft.com/office/drawing/2014/main" val="2298053536"/>
                    </a:ext>
                  </a:extLst>
                </a:gridCol>
                <a:gridCol w="811353">
                  <a:extLst>
                    <a:ext uri="{9D8B030D-6E8A-4147-A177-3AD203B41FA5}">
                      <a16:colId xmlns:a16="http://schemas.microsoft.com/office/drawing/2014/main" val="4012713717"/>
                    </a:ext>
                  </a:extLst>
                </a:gridCol>
                <a:gridCol w="1210379">
                  <a:extLst>
                    <a:ext uri="{9D8B030D-6E8A-4147-A177-3AD203B41FA5}">
                      <a16:colId xmlns:a16="http://schemas.microsoft.com/office/drawing/2014/main" val="2230182263"/>
                    </a:ext>
                  </a:extLst>
                </a:gridCol>
              </a:tblGrid>
              <a:tr h="267627">
                <a:tc grid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■ 전열교환기 필터 미세먼지 측정값</a:t>
                      </a: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0470707"/>
                  </a:ext>
                </a:extLst>
              </a:tr>
              <a:tr h="19221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3849333"/>
                  </a:ext>
                </a:extLst>
              </a:tr>
              <a:tr h="317188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교실명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교체 전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교체 후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편차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960459"/>
                  </a:ext>
                </a:extLst>
              </a:tr>
              <a:tr h="3171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PM10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PM2.5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측정시각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PM10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PM2.5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측정시각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PM10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PM2.5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327178"/>
                  </a:ext>
                </a:extLst>
              </a:tr>
              <a:tr h="3171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해님반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11:00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-3.0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-5.0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6389981"/>
                  </a:ext>
                </a:extLst>
              </a:tr>
              <a:tr h="3171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달님반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11:00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-17.0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-10.0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8337822"/>
                  </a:ext>
                </a:extLst>
              </a:tr>
              <a:tr h="3171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별님반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11:00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-4.0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-8.0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332188"/>
                  </a:ext>
                </a:extLst>
              </a:tr>
              <a:tr h="3171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유희교실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11:00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-19.0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-10.0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430267"/>
                  </a:ext>
                </a:extLst>
              </a:tr>
              <a:tr h="3171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창의교실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11:00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024982"/>
                  </a:ext>
                </a:extLst>
              </a:tr>
              <a:tr h="3171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식당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11:00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-4.0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601376"/>
                  </a:ext>
                </a:extLst>
              </a:tr>
              <a:tr h="3171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무지개반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11:00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-7.0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0066470"/>
                  </a:ext>
                </a:extLst>
              </a:tr>
              <a:tr h="3171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은하수반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11:00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-4.0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238394"/>
                  </a:ext>
                </a:extLst>
              </a:tr>
              <a:tr h="3171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원장실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11:00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-13.0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-4.0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138548"/>
                  </a:ext>
                </a:extLst>
              </a:tr>
              <a:tr h="3171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교사실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11:00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-5.0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.0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10958"/>
                  </a:ext>
                </a:extLst>
              </a:tr>
              <a:tr h="3171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24.2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14.8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9:30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17.4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9.3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11:00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-6.8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-5.5 ㎍/㎥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8286" marR="8286" marT="828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696164"/>
                  </a:ext>
                </a:extLst>
              </a:tr>
              <a:tr h="19221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231253"/>
                  </a:ext>
                </a:extLst>
              </a:tr>
              <a:tr h="218067">
                <a:tc gridSpan="7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1) 측정장비 : HUMA /  측정 조건 대전지역 실외  PM10 기준 42  PM2.5기준 26 기준으로 측정함</a:t>
                      </a: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53665"/>
                  </a:ext>
                </a:extLst>
              </a:tr>
              <a:tr h="218067">
                <a:tc grid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2) 측정일자 / 측정인원 : `26.05.16 / 김인호 프로</a:t>
                      </a: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479875"/>
                  </a:ext>
                </a:extLst>
              </a:tr>
              <a:tr h="218067"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3) 측정 시 주변환경이나 조건에 따라 측정값이 다소 상이할 수 있고 본 측정기는 간이 측정기이므로 단순 참고용으로만 사용하시기 바랍니다.</a:t>
                      </a:r>
                    </a:p>
                  </a:txBody>
                  <a:tcPr marL="8286" marR="8286" marT="82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295036"/>
                  </a:ext>
                </a:extLst>
              </a:tr>
            </a:tbl>
          </a:graphicData>
        </a:graphic>
      </p:graphicFrame>
      <p:sp>
        <p:nvSpPr>
          <p:cNvPr id="7" name="Rectangle 21">
            <a:extLst>
              <a:ext uri="{FF2B5EF4-FFF2-40B4-BE49-F238E27FC236}">
                <a16:creationId xmlns:a16="http://schemas.microsoft.com/office/drawing/2014/main" id="{59256F96-8D99-D2A9-580D-00EBB3CCD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6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LG 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사택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어린이집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 작업 전 후 미세먼지 측정 값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964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6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LG 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사택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어린이집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 작업 전 후 미세먼지 측정 값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3534853"/>
            <a:ext cx="100811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</a:rPr>
              <a:t>작업실명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602063"/>
            <a:ext cx="2880000" cy="2880000"/>
          </a:xfrm>
          <a:prstGeom prst="round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3776372"/>
            <a:ext cx="2880000" cy="288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167781" y="602063"/>
            <a:ext cx="2880000" cy="2880000"/>
          </a:xfrm>
          <a:prstGeom prst="roundRect">
            <a:avLst/>
          </a:prstGeo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 rot="16200000">
            <a:off x="6227612" y="602063"/>
            <a:ext cx="2880000" cy="2880000"/>
          </a:xfrm>
          <a:prstGeom prst="roundRect">
            <a:avLst/>
          </a:prstGeom>
          <a:blipFill dpi="0"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204168" y="3741312"/>
            <a:ext cx="2880000" cy="2880000"/>
          </a:xfrm>
          <a:prstGeom prst="roundRect">
            <a:avLst/>
          </a:prstGeom>
          <a:blipFill dpi="0"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 rot="16200000">
            <a:off x="6227612" y="3741312"/>
            <a:ext cx="2880000" cy="2880000"/>
          </a:xfrm>
          <a:prstGeom prst="roundRect">
            <a:avLst/>
          </a:prstGeom>
          <a:blipFill dpi="0"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960" y="3514933"/>
            <a:ext cx="1008335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41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304" y="3506525"/>
            <a:ext cx="91780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78434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6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LG 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사택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어린이집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 작업 전 후 미세먼지 측정 값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3534853"/>
            <a:ext cx="100811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</a:rPr>
              <a:t>작업실명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602063"/>
            <a:ext cx="2880000" cy="2880000"/>
          </a:xfrm>
          <a:prstGeom prst="round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3776372"/>
            <a:ext cx="2880000" cy="288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167781" y="602063"/>
            <a:ext cx="2880000" cy="2880000"/>
          </a:xfrm>
          <a:prstGeom prst="roundRect">
            <a:avLst/>
          </a:prstGeo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 rot="16200000">
            <a:off x="6227612" y="602063"/>
            <a:ext cx="2880000" cy="2880000"/>
          </a:xfrm>
          <a:prstGeom prst="roundRect">
            <a:avLst/>
          </a:prstGeom>
          <a:blipFill dpi="0"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204168" y="3741312"/>
            <a:ext cx="2880000" cy="2880000"/>
          </a:xfrm>
          <a:prstGeom prst="roundRect">
            <a:avLst/>
          </a:prstGeom>
          <a:blipFill dpi="0"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 rot="16200000">
            <a:off x="6227612" y="3741312"/>
            <a:ext cx="2880000" cy="2880000"/>
          </a:xfrm>
          <a:prstGeom prst="roundRect">
            <a:avLst/>
          </a:prstGeom>
          <a:blipFill dpi="0"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960" y="3514933"/>
            <a:ext cx="1008335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41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304" y="3506525"/>
            <a:ext cx="91780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59059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6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LG 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사택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어린이집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 작업 전 후 미세먼지 측정 값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3534853"/>
            <a:ext cx="100811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</a:rPr>
              <a:t>작업실명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602063"/>
            <a:ext cx="2880000" cy="2880000"/>
          </a:xfrm>
          <a:prstGeom prst="round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3776372"/>
            <a:ext cx="2880000" cy="288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167781" y="602063"/>
            <a:ext cx="2880000" cy="2880000"/>
          </a:xfrm>
          <a:prstGeom prst="roundRect">
            <a:avLst/>
          </a:prstGeo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 rot="16200000">
            <a:off x="6227612" y="602063"/>
            <a:ext cx="2880000" cy="2880000"/>
          </a:xfrm>
          <a:prstGeom prst="roundRect">
            <a:avLst/>
          </a:prstGeom>
          <a:blipFill dpi="0"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204168" y="3741312"/>
            <a:ext cx="2880000" cy="2880000"/>
          </a:xfrm>
          <a:prstGeom prst="roundRect">
            <a:avLst/>
          </a:prstGeom>
          <a:blipFill dpi="0"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 rot="16200000">
            <a:off x="6227612" y="3741312"/>
            <a:ext cx="2880000" cy="2880000"/>
          </a:xfrm>
          <a:prstGeom prst="roundRect">
            <a:avLst/>
          </a:prstGeom>
          <a:blipFill dpi="0"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960" y="3514933"/>
            <a:ext cx="1008335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41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304" y="3506525"/>
            <a:ext cx="91780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47730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6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LG 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사택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어린이집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 작업 전 후 미세먼지 측정 값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3534853"/>
            <a:ext cx="100811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>
                <a:latin typeface="HY견고딕" panose="02030600000101010101" pitchFamily="18" charset="-127"/>
                <a:ea typeface="HY견고딕" panose="02030600000101010101" pitchFamily="18" charset="-127"/>
              </a:rPr>
              <a:t>작업실명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602063"/>
            <a:ext cx="2880000" cy="2880000"/>
          </a:xfrm>
          <a:prstGeom prst="round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3776372"/>
            <a:ext cx="2880000" cy="288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167781" y="602063"/>
            <a:ext cx="2880000" cy="2880000"/>
          </a:xfrm>
          <a:prstGeom prst="roundRect">
            <a:avLst/>
          </a:prstGeo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 rot="16200000">
            <a:off x="6227612" y="602063"/>
            <a:ext cx="2880000" cy="2880000"/>
          </a:xfrm>
          <a:prstGeom prst="roundRect">
            <a:avLst/>
          </a:prstGeom>
          <a:blipFill dpi="0"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3204168" y="3741312"/>
            <a:ext cx="2880000" cy="2880000"/>
          </a:xfrm>
          <a:prstGeom prst="roundRect">
            <a:avLst/>
          </a:prstGeom>
          <a:blipFill dpi="0"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 rot="16200000">
            <a:off x="6227612" y="3741312"/>
            <a:ext cx="2880000" cy="2880000"/>
          </a:xfrm>
          <a:prstGeom prst="roundRect">
            <a:avLst/>
          </a:prstGeom>
          <a:blipFill dpi="0"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960" y="3514933"/>
            <a:ext cx="1008335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41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304" y="3506525"/>
            <a:ext cx="91780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94381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6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LG 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사택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어린이집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전열교환기 작업 전 후 미세먼지 측정 값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624" y="3534853"/>
            <a:ext cx="100811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작업실명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602063"/>
            <a:ext cx="2880000" cy="2880000"/>
          </a:xfrm>
          <a:prstGeom prst="round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>
            <a:off x="185637" y="3776372"/>
            <a:ext cx="2880000" cy="288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 rot="16200000">
            <a:off x="3167781" y="602063"/>
            <a:ext cx="2880000" cy="2880000"/>
          </a:xfrm>
          <a:prstGeom prst="roundRect">
            <a:avLst/>
          </a:prstGeo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 rot="16200000">
            <a:off x="6227612" y="602063"/>
            <a:ext cx="2880000" cy="2880000"/>
          </a:xfrm>
          <a:prstGeom prst="roundRect">
            <a:avLst/>
          </a:prstGeom>
          <a:blipFill dpi="0"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 rot="16200000">
            <a:off x="3204168" y="3741312"/>
            <a:ext cx="2880000" cy="2880000"/>
          </a:xfrm>
          <a:prstGeom prst="roundRect">
            <a:avLst/>
          </a:prstGeom>
          <a:blipFill dpi="0"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사각형: 둥근 모서리 23">
            <a:extLst>
              <a:ext uri="{FF2B5EF4-FFF2-40B4-BE49-F238E27FC236}">
                <a16:creationId xmlns:a16="http://schemas.microsoft.com/office/drawing/2014/main" id="{D078E63A-B840-40FA-B588-F05468098527}"/>
              </a:ext>
            </a:extLst>
          </p:cNvPr>
          <p:cNvSpPr/>
          <p:nvPr/>
        </p:nvSpPr>
        <p:spPr>
          <a:xfrm rot="10800000">
            <a:off x="6227612" y="3741312"/>
            <a:ext cx="2880000" cy="2880000"/>
          </a:xfrm>
          <a:prstGeom prst="roundRect">
            <a:avLst/>
          </a:prstGeom>
          <a:blipFill dpi="0" rotWithShape="1"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960" y="3514933"/>
            <a:ext cx="1008335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41" name="Rectangle 21">
            <a:extLst>
              <a:ext uri="{FF2B5EF4-FFF2-40B4-BE49-F238E27FC236}">
                <a16:creationId xmlns:a16="http://schemas.microsoft.com/office/drawing/2014/main" id="{AF044959-D018-4241-8BC7-F20E4DE93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304" y="3506525"/>
            <a:ext cx="917802" cy="2215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z="1600" dirty="0">
                <a:latin typeface="HY견고딕" panose="02030600000101010101" pitchFamily="18" charset="-127"/>
                <a:ea typeface="HY견고딕" panose="02030600000101010101" pitchFamily="18" charset="-127"/>
              </a:rPr>
              <a:t>작업 후</a:t>
            </a:r>
            <a:endParaRPr lang="en-US" altLang="ko-KR" sz="1500" b="1" spc="-100" dirty="0">
              <a:ln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72401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LG 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사택 어린이집 전열교환기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그림 11" descr="신발류, 사람, 야외, 공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4AE4A5-1E38-EBDE-9FAA-A75ADCFF7358}"/>
              </a:ext>
            </a:extLst>
          </p:cNvPr>
          <p:cNvPicPr preferRelativeResize="0">
            <a:picLocks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35536" y="3202209"/>
            <a:ext cx="2880000" cy="3960000"/>
          </a:xfrm>
          <a:prstGeom prst="roundRect">
            <a:avLst/>
          </a:prstGeom>
        </p:spPr>
      </p:pic>
      <p:pic>
        <p:nvPicPr>
          <p:cNvPr id="19" name="그림 18" descr="책, 사무용품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12238F-992C-94C3-1558-909E36B33F76}"/>
              </a:ext>
            </a:extLst>
          </p:cNvPr>
          <p:cNvPicPr preferRelativeResize="0">
            <a:picLocks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0032" y="3737225"/>
            <a:ext cx="3960000" cy="2880000"/>
          </a:xfrm>
          <a:prstGeom prst="roundRect">
            <a:avLst/>
          </a:prstGeom>
        </p:spPr>
      </p:pic>
      <p:pic>
        <p:nvPicPr>
          <p:cNvPr id="14" name="그림 13" descr="텍스트, 사무용품, 실내, 화이트보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6BB0A90-D87A-B2DA-A5AC-8FCB0199817E}"/>
              </a:ext>
            </a:extLst>
          </p:cNvPr>
          <p:cNvPicPr preferRelativeResize="0">
            <a:picLocks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715701"/>
            <a:ext cx="3960000" cy="2880000"/>
          </a:xfrm>
          <a:prstGeom prst="roundRect">
            <a:avLst/>
          </a:prstGeom>
        </p:spPr>
      </p:pic>
      <p:pic>
        <p:nvPicPr>
          <p:cNvPr id="18" name="그림 17" descr="텍스트, 책, 선반, 상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9B66D2-C0F6-694F-7D2A-2664B8787FB6}"/>
              </a:ext>
            </a:extLst>
          </p:cNvPr>
          <p:cNvPicPr preferRelativeResize="0">
            <a:picLocks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0032" y="713209"/>
            <a:ext cx="3960000" cy="28800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58526005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LG 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사택 어린이집 전열교환기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A4AE4A5-1E38-EBDE-9FAA-A75ADCFF7358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4394" y="3742629"/>
            <a:ext cx="3960000" cy="2880000"/>
          </a:xfrm>
          <a:prstGeom prst="round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D412238F-992C-94C3-1558-909E36B33F76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0032" y="3737225"/>
            <a:ext cx="3960000" cy="2880000"/>
          </a:xfrm>
          <a:prstGeom prst="round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6BB0A90-D87A-B2DA-A5AC-8FCB0199817E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6678" y="715701"/>
            <a:ext cx="3957716" cy="2880000"/>
          </a:xfrm>
          <a:prstGeom prst="round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B9B66D2-C0F6-694F-7D2A-2664B8787FB6}"/>
              </a:ext>
            </a:extLst>
          </p:cNvPr>
          <p:cNvPicPr preferRelativeResize="0"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1174" y="713209"/>
            <a:ext cx="3957716" cy="28800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26275712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LG 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사택 어린이집 전열교환기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A4AE4A5-1E38-EBDE-9FAA-A75ADCFF7358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4394" y="3737225"/>
            <a:ext cx="3960000" cy="2880000"/>
          </a:xfrm>
          <a:prstGeom prst="round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D412238F-992C-94C3-1558-909E36B33F76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4218" y="3737225"/>
            <a:ext cx="3951627" cy="2880000"/>
          </a:xfrm>
          <a:prstGeom prst="round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6BB0A90-D87A-B2DA-A5AC-8FCB0199817E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6678" y="715701"/>
            <a:ext cx="3957716" cy="2880000"/>
          </a:xfrm>
          <a:prstGeom prst="round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B9B66D2-C0F6-694F-7D2A-2664B8787FB6}"/>
              </a:ext>
            </a:extLst>
          </p:cNvPr>
          <p:cNvPicPr preferRelativeResize="0"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0032" y="715424"/>
            <a:ext cx="3960000" cy="2875569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50633118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LG 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사택 어린이집 전열교환기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A4AE4A5-1E38-EBDE-9FAA-A75ADCFF7358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6041" y="3737225"/>
            <a:ext cx="3960000" cy="2880000"/>
          </a:xfrm>
          <a:prstGeom prst="round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D412238F-992C-94C3-1558-909E36B33F76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4218" y="3737225"/>
            <a:ext cx="3951627" cy="2880000"/>
          </a:xfrm>
          <a:prstGeom prst="round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6BB0A90-D87A-B2DA-A5AC-8FCB0199817E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717916"/>
            <a:ext cx="3960000" cy="2875569"/>
          </a:xfrm>
          <a:prstGeom prst="round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B9B66D2-C0F6-694F-7D2A-2664B8787FB6}"/>
              </a:ext>
            </a:extLst>
          </p:cNvPr>
          <p:cNvPicPr preferRelativeResize="0"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0032" y="715424"/>
            <a:ext cx="3960000" cy="2875569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10341186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LG 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사택 어린이집 전열교환기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A4AE4A5-1E38-EBDE-9FAA-A75ADCFF7358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3737225"/>
            <a:ext cx="3960000" cy="2880000"/>
          </a:xfrm>
          <a:prstGeom prst="round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D412238F-992C-94C3-1558-909E36B33F76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0032" y="3737225"/>
            <a:ext cx="3960000" cy="2880000"/>
          </a:xfrm>
          <a:prstGeom prst="round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6BB0A90-D87A-B2DA-A5AC-8FCB0199817E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717916"/>
            <a:ext cx="3960000" cy="2875569"/>
          </a:xfrm>
          <a:prstGeom prst="round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B9B66D2-C0F6-694F-7D2A-2664B8787FB6}"/>
              </a:ext>
            </a:extLst>
          </p:cNvPr>
          <p:cNvPicPr preferRelativeResize="0"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0032" y="715424"/>
            <a:ext cx="3960000" cy="2875569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18270767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LG 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사택 어린이집 전열교환기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A4AE4A5-1E38-EBDE-9FAA-A75ADCFF7358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3739440"/>
            <a:ext cx="3960000" cy="2880000"/>
          </a:xfrm>
          <a:prstGeom prst="round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D412238F-992C-94C3-1558-909E36B33F76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0032" y="3739440"/>
            <a:ext cx="3960000" cy="2875569"/>
          </a:xfrm>
          <a:prstGeom prst="round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6BB0A90-D87A-B2DA-A5AC-8FCB0199817E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715701"/>
            <a:ext cx="3960000" cy="2880000"/>
          </a:xfrm>
          <a:prstGeom prst="round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B9B66D2-C0F6-694F-7D2A-2664B8787FB6}"/>
              </a:ext>
            </a:extLst>
          </p:cNvPr>
          <p:cNvPicPr preferRelativeResize="0"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0032" y="713209"/>
            <a:ext cx="3960000" cy="2879999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435259353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LG 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사택 어린이집 전열교환기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A4AE4A5-1E38-EBDE-9FAA-A75ADCFF7358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3737225"/>
            <a:ext cx="3960000" cy="2880000"/>
          </a:xfrm>
          <a:prstGeom prst="round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D412238F-992C-94C3-1558-909E36B33F76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0032" y="3737225"/>
            <a:ext cx="3960000" cy="2880000"/>
          </a:xfrm>
          <a:prstGeom prst="round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6BB0A90-D87A-B2DA-A5AC-8FCB0199817E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717916"/>
            <a:ext cx="3960000" cy="2875569"/>
          </a:xfrm>
          <a:prstGeom prst="round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B9B66D2-C0F6-694F-7D2A-2664B8787FB6}"/>
              </a:ext>
            </a:extLst>
          </p:cNvPr>
          <p:cNvPicPr preferRelativeResize="0"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0032" y="713209"/>
            <a:ext cx="3960000" cy="2879999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696000232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LG 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사택 어린이집 전열교환기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A4AE4A5-1E38-EBDE-9FAA-A75ADCFF7358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3737225"/>
            <a:ext cx="3960000" cy="2880000"/>
          </a:xfrm>
          <a:prstGeom prst="round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D412238F-992C-94C3-1558-909E36B33F76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1174" y="3737225"/>
            <a:ext cx="3957716" cy="2880000"/>
          </a:xfrm>
          <a:prstGeom prst="round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6BB0A90-D87A-B2DA-A5AC-8FCB0199817E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715701"/>
            <a:ext cx="3960000" cy="2880000"/>
          </a:xfrm>
          <a:prstGeom prst="round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B9B66D2-C0F6-694F-7D2A-2664B8787FB6}"/>
              </a:ext>
            </a:extLst>
          </p:cNvPr>
          <p:cNvPicPr preferRelativeResize="0"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0032" y="715424"/>
            <a:ext cx="3960000" cy="2875569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800468118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LG 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사택 어린이집 전열교환기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A4AE4A5-1E38-EBDE-9FAA-A75ADCFF7358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193" y="3716023"/>
            <a:ext cx="3960000" cy="2880000"/>
          </a:xfrm>
          <a:prstGeom prst="round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D412238F-992C-94C3-1558-909E36B33F76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8564" y="3716023"/>
            <a:ext cx="3960000" cy="2880000"/>
          </a:xfrm>
          <a:prstGeom prst="round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6BB0A90-D87A-B2DA-A5AC-8FCB0199817E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692696"/>
            <a:ext cx="3960000" cy="2880000"/>
          </a:xfrm>
          <a:prstGeom prst="round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B9B66D2-C0F6-694F-7D2A-2664B8787FB6}"/>
              </a:ext>
            </a:extLst>
          </p:cNvPr>
          <p:cNvPicPr preferRelativeResize="0"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8564" y="692696"/>
            <a:ext cx="3960000" cy="28800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95883195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sz="1800" b="1" dirty="0">
                <a:ln>
                  <a:noFill/>
                  <a:prstDash val="solid"/>
                </a:ln>
                <a:latin typeface="+mj-ea"/>
                <a:ea typeface="+mj-ea"/>
              </a:rPr>
              <a:t>LG </a:t>
            </a:r>
            <a:r>
              <a:rPr lang="ko-KR" altLang="en-US" sz="1800" b="1" dirty="0">
                <a:ln>
                  <a:noFill/>
                  <a:prstDash val="solid"/>
                </a:ln>
                <a:latin typeface="+mj-ea"/>
                <a:ea typeface="+mj-ea"/>
              </a:rPr>
              <a:t>사택 어린이집 전열교환기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A4AE4A5-1E38-EBDE-9FAA-A75ADCFF7358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3737225"/>
            <a:ext cx="3960000" cy="2880000"/>
          </a:xfrm>
          <a:prstGeom prst="round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D412238F-992C-94C3-1558-909E36B33F76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0032" y="3737225"/>
            <a:ext cx="3960000" cy="2880000"/>
          </a:xfrm>
          <a:prstGeom prst="round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6BB0A90-D87A-B2DA-A5AC-8FCB0199817E}"/>
              </a:ext>
            </a:extLst>
          </p:cNvPr>
          <p:cNvPicPr preferRelativeResize="0"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715701"/>
            <a:ext cx="3960000" cy="2880000"/>
          </a:xfrm>
          <a:prstGeom prst="round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B9B66D2-C0F6-694F-7D2A-2664B8787FB6}"/>
              </a:ext>
            </a:extLst>
          </p:cNvPr>
          <p:cNvPicPr preferRelativeResize="0"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0032" y="715424"/>
            <a:ext cx="3960000" cy="2875569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62469486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868F0-B0C6-D6FB-7740-693E24656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999FA1E2-6434-541E-A216-DAF38A5DA4DD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F375B89-4326-7910-14DC-CB9BA98C9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LG 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사택 어린이집 전열교환기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4607E432-92BD-79C1-6A71-E5DB6EFA1BF5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CE634375-77ED-BE5D-9485-48A63A7C2A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 descr="텍스트, 책, 실내, 상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2C09A4-7DF7-0D54-9E38-990212852B3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50846" y="3781990"/>
            <a:ext cx="2160000" cy="2880000"/>
          </a:xfrm>
          <a:prstGeom prst="roundRect">
            <a:avLst/>
          </a:prstGeom>
        </p:spPr>
      </p:pic>
      <p:pic>
        <p:nvPicPr>
          <p:cNvPr id="9" name="그림 8" descr="실내, 바닥, 바닥재, 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1EAFB7-AA42-4449-94BC-0A1BB5CAABE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06880" y="630867"/>
            <a:ext cx="2160000" cy="2880000"/>
          </a:xfrm>
          <a:prstGeom prst="roundRect">
            <a:avLst/>
          </a:prstGeom>
        </p:spPr>
      </p:pic>
      <p:pic>
        <p:nvPicPr>
          <p:cNvPr id="11" name="그림 10" descr="텍스트, 책, 직사각형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0824A2-DE75-31B2-8A35-BA6D1F011FF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3156" y="630867"/>
            <a:ext cx="2160000" cy="2880000"/>
          </a:xfrm>
          <a:prstGeom prst="roundRect">
            <a:avLst/>
          </a:prstGeom>
        </p:spPr>
      </p:pic>
      <p:pic>
        <p:nvPicPr>
          <p:cNvPr id="14" name="그림 13" descr="텍스트, 바닥재, 실내, 바닥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40D8EB-BCF6-A7AC-11F9-BB6083EA52F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04" y="617323"/>
            <a:ext cx="2160000" cy="2880000"/>
          </a:xfrm>
          <a:prstGeom prst="roundRect">
            <a:avLst/>
          </a:prstGeom>
        </p:spPr>
      </p:pic>
      <p:pic>
        <p:nvPicPr>
          <p:cNvPr id="19" name="그림 18" descr="건물, 야외, 무덤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D7BCBD-55C7-08C3-EE41-E9A98B02F1A1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50846" y="635563"/>
            <a:ext cx="2160000" cy="2880000"/>
          </a:xfrm>
          <a:prstGeom prst="roundRect">
            <a:avLst/>
          </a:prstGeom>
        </p:spPr>
      </p:pic>
      <p:pic>
        <p:nvPicPr>
          <p:cNvPr id="21" name="그림 20" descr="책, 텍스트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D42BB5-0D8D-47F4-59B3-F176844B4ED0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3156" y="3781990"/>
            <a:ext cx="2160000" cy="2880000"/>
          </a:xfrm>
          <a:prstGeom prst="roundRect">
            <a:avLst/>
          </a:prstGeom>
        </p:spPr>
      </p:pic>
      <p:pic>
        <p:nvPicPr>
          <p:cNvPr id="23" name="그림 22" descr="텍스트, 꽃, 실내, 책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FF5AA9-4794-1CD2-0CFD-4C6ED71CE4BC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86197" y="3781990"/>
            <a:ext cx="2160000" cy="2880000"/>
          </a:xfrm>
          <a:prstGeom prst="roundRect">
            <a:avLst/>
          </a:prstGeom>
        </p:spPr>
      </p:pic>
      <p:pic>
        <p:nvPicPr>
          <p:cNvPr id="25" name="그림 24" descr="텍스트, 책, 실내, 선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9B8F3C-2F63-DBA1-FB8F-C4BA22CF156A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803" y="3781990"/>
            <a:ext cx="2160000" cy="28800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728238451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10F2E-806E-451D-9939-862181123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CB608EA2-3AAB-8AF6-659E-FB179B8B37DE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65A1FD26-1DD0-1020-B8BF-CA3D28F49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LG 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사택 어린이집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디퓨져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ADE4F9E5-7F12-0872-C118-5B8C76F016F1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5FF35219-A52E-72EF-C56D-5C17ECEBC3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C9B0783-9D05-B197-8566-8D1A74559B9B}"/>
              </a:ext>
            </a:extLst>
          </p:cNvPr>
          <p:cNvPicPr preferRelativeResize="0">
            <a:picLocks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55776" y="636568"/>
            <a:ext cx="1980000" cy="2880000"/>
          </a:xfrm>
          <a:prstGeom prst="round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AA1C352-797F-3F1A-D675-B86A1CD43EFC}"/>
              </a:ext>
            </a:extLst>
          </p:cNvPr>
          <p:cNvPicPr preferRelativeResize="0">
            <a:picLocks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636568"/>
            <a:ext cx="1980000" cy="2880000"/>
          </a:xfrm>
          <a:prstGeom prst="round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7539130-779B-3E6D-6606-4C83C7FF28B5}"/>
              </a:ext>
            </a:extLst>
          </p:cNvPr>
          <p:cNvPicPr preferRelativeResize="0">
            <a:picLocks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6016" y="636568"/>
            <a:ext cx="1980000" cy="2880000"/>
          </a:xfrm>
          <a:prstGeom prst="round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D379CA9-11F0-71A3-E69C-BC6D24EED103}"/>
              </a:ext>
            </a:extLst>
          </p:cNvPr>
          <p:cNvPicPr preferRelativeResize="0">
            <a:picLocks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636568"/>
            <a:ext cx="1980000" cy="2880000"/>
          </a:xfrm>
          <a:prstGeom prst="round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415CE5C-CCC8-71C8-4E7E-4165DCEE8EA1}"/>
              </a:ext>
            </a:extLst>
          </p:cNvPr>
          <p:cNvPicPr preferRelativeResize="0">
            <a:picLocks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3639736"/>
            <a:ext cx="1980000" cy="2880000"/>
          </a:xfrm>
          <a:prstGeom prst="round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6B7AB30-69B8-9A59-A35E-985441F672BB}"/>
              </a:ext>
            </a:extLst>
          </p:cNvPr>
          <p:cNvPicPr preferRelativeResize="0">
            <a:picLocks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55776" y="3639736"/>
            <a:ext cx="1980000" cy="2880000"/>
          </a:xfrm>
          <a:prstGeom prst="round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B581B166-B49F-AEF7-2540-53568D2597DB}"/>
              </a:ext>
            </a:extLst>
          </p:cNvPr>
          <p:cNvPicPr preferRelativeResize="0">
            <a:picLocks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6016" y="3641863"/>
            <a:ext cx="1980000" cy="2880000"/>
          </a:xfrm>
          <a:prstGeom prst="round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F7E93347-7E0B-B94E-55B6-E5247A295BFA}"/>
              </a:ext>
            </a:extLst>
          </p:cNvPr>
          <p:cNvPicPr preferRelativeResize="0">
            <a:picLocks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3639736"/>
            <a:ext cx="1980000" cy="28800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53106492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D9BA4-D37D-C12C-1ED9-87D65B11B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852942BF-59B4-4345-D627-C91E6A5A1945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58C31813-32A0-E796-5396-265DDC21A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LG 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사택 어린이집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디퓨져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AD19BFB0-00FB-9597-BE08-45A862789E38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7E97F364-6D91-0D28-0D6E-1DB584FEBC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87FFB0-ED95-7D2B-0BAD-930C8CA1DBCA}"/>
              </a:ext>
            </a:extLst>
          </p:cNvPr>
          <p:cNvPicPr preferRelativeResize="0">
            <a:picLocks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672107"/>
            <a:ext cx="1980000" cy="2880000"/>
          </a:xfrm>
          <a:prstGeom prst="round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4F6E216-94B1-835A-A66A-A152C7F9AB51}"/>
              </a:ext>
            </a:extLst>
          </p:cNvPr>
          <p:cNvPicPr preferRelativeResize="0">
            <a:picLocks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55776" y="672107"/>
            <a:ext cx="1980000" cy="2880000"/>
          </a:xfrm>
          <a:prstGeom prst="round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266D7FA-5440-2075-4F0C-0EF77E8713E3}"/>
              </a:ext>
            </a:extLst>
          </p:cNvPr>
          <p:cNvPicPr preferRelativeResize="0">
            <a:picLocks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6016" y="672107"/>
            <a:ext cx="1980000" cy="2880000"/>
          </a:xfrm>
          <a:prstGeom prst="round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CD83447-F73E-0A74-7C63-B603AFD86A70}"/>
              </a:ext>
            </a:extLst>
          </p:cNvPr>
          <p:cNvPicPr preferRelativeResize="0">
            <a:picLocks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672107"/>
            <a:ext cx="1980000" cy="2880000"/>
          </a:xfrm>
          <a:prstGeom prst="round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E8EE4FD-2EC4-158C-5F5E-2D3EF86FB26D}"/>
              </a:ext>
            </a:extLst>
          </p:cNvPr>
          <p:cNvPicPr preferRelativeResize="0">
            <a:picLocks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3716189"/>
            <a:ext cx="1980000" cy="2880000"/>
          </a:xfrm>
          <a:prstGeom prst="round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0A26DDE5-1392-74A9-E9E0-8CB63C24610A}"/>
              </a:ext>
            </a:extLst>
          </p:cNvPr>
          <p:cNvPicPr preferRelativeResize="0">
            <a:picLocks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55776" y="3716189"/>
            <a:ext cx="1980000" cy="2880000"/>
          </a:xfrm>
          <a:prstGeom prst="round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83A9012D-533E-31C0-0C00-CD9BDB2C91B6}"/>
              </a:ext>
            </a:extLst>
          </p:cNvPr>
          <p:cNvPicPr preferRelativeResize="0">
            <a:picLocks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6016" y="3716189"/>
            <a:ext cx="1980000" cy="2880000"/>
          </a:xfrm>
          <a:prstGeom prst="round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6976BE24-13E8-344D-0BA5-3A847649ADAF}"/>
              </a:ext>
            </a:extLst>
          </p:cNvPr>
          <p:cNvPicPr preferRelativeResize="0">
            <a:picLocks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3716189"/>
            <a:ext cx="1980000" cy="28800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63704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0DC2B-9666-69EF-1CD6-AB06108A1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9F40814-0074-5796-6D7A-2C66430E8096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8C6DCD2F-2A89-FECE-FBB1-8BAC903E3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LG 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사택 어린이집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디퓨져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5415DE6F-46A8-B59A-BE49-13B8C4575554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FA783BF2-FD32-03C1-879D-DF5A5925A3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01FD5CD-7F4E-58ED-D360-5C301AAC93B3}"/>
              </a:ext>
            </a:extLst>
          </p:cNvPr>
          <p:cNvPicPr preferRelativeResize="0">
            <a:picLocks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702691"/>
            <a:ext cx="1980000" cy="2880000"/>
          </a:xfrm>
          <a:prstGeom prst="round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AB42EE0-5B82-8C64-1602-03B61649C8A1}"/>
              </a:ext>
            </a:extLst>
          </p:cNvPr>
          <p:cNvPicPr preferRelativeResize="0">
            <a:picLocks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702691"/>
            <a:ext cx="1980000" cy="2880000"/>
          </a:xfrm>
          <a:prstGeom prst="round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F0AA9250-5B27-A7A2-BFDD-633310DA4CA9}"/>
              </a:ext>
            </a:extLst>
          </p:cNvPr>
          <p:cNvPicPr preferRelativeResize="0">
            <a:picLocks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55776" y="702691"/>
            <a:ext cx="1980000" cy="2880000"/>
          </a:xfrm>
          <a:prstGeom prst="round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F301FDB9-BDB6-1282-66AC-4F3E516CCDB6}"/>
              </a:ext>
            </a:extLst>
          </p:cNvPr>
          <p:cNvPicPr preferRelativeResize="0">
            <a:picLocks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6016" y="702691"/>
            <a:ext cx="1980000" cy="2880000"/>
          </a:xfrm>
          <a:prstGeom prst="round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36D9766C-97FD-3ABA-CA6A-7B81FDE47FBE}"/>
              </a:ext>
            </a:extLst>
          </p:cNvPr>
          <p:cNvPicPr preferRelativeResize="0">
            <a:picLocks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3716189"/>
            <a:ext cx="1980000" cy="2880000"/>
          </a:xfrm>
          <a:prstGeom prst="round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68DAA026-04FC-2D0C-6D45-C589FA307886}"/>
              </a:ext>
            </a:extLst>
          </p:cNvPr>
          <p:cNvPicPr preferRelativeResize="0">
            <a:picLocks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54348" y="3716189"/>
            <a:ext cx="1980000" cy="2880000"/>
          </a:xfrm>
          <a:prstGeom prst="round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C486EC90-D109-92BE-8290-EA6E4E777A5C}"/>
              </a:ext>
            </a:extLst>
          </p:cNvPr>
          <p:cNvPicPr preferRelativeResize="0">
            <a:picLocks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3160" y="3716189"/>
            <a:ext cx="1980000" cy="2880000"/>
          </a:xfrm>
          <a:prstGeom prst="round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B11E64F6-7D17-5681-33E0-1476490EB403}"/>
              </a:ext>
            </a:extLst>
          </p:cNvPr>
          <p:cNvPicPr preferRelativeResize="0">
            <a:picLocks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1973" y="3716189"/>
            <a:ext cx="1980000" cy="28800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789017051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D4BF3-87F3-879D-EBC4-F83277CFA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A1A6D56F-F7BB-CE05-6E6D-2638B8398E62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C27E0A99-7648-DC12-0CD2-76B849209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LG 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사택 어린이집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디퓨져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4B1D616B-13BD-C3CC-A144-379D6A6FC919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E60FC96D-81FF-EBBE-D6AD-7C794F8795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0A066ED-90D3-AE86-F674-BC265EA4D3E1}"/>
              </a:ext>
            </a:extLst>
          </p:cNvPr>
          <p:cNvPicPr preferRelativeResize="0">
            <a:picLocks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536" y="623865"/>
            <a:ext cx="1980000" cy="2880000"/>
          </a:xfrm>
          <a:prstGeom prst="round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C112F13-9FD4-FBCF-7F4D-45DC620A0F35}"/>
              </a:ext>
            </a:extLst>
          </p:cNvPr>
          <p:cNvPicPr preferRelativeResize="0">
            <a:picLocks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55776" y="623865"/>
            <a:ext cx="1980000" cy="2880000"/>
          </a:xfrm>
          <a:prstGeom prst="round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6F17305-D7BC-2CB6-F570-0EB06886E9C8}"/>
              </a:ext>
            </a:extLst>
          </p:cNvPr>
          <p:cNvPicPr preferRelativeResize="0">
            <a:picLocks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6016" y="623865"/>
            <a:ext cx="1980000" cy="2880000"/>
          </a:xfrm>
          <a:prstGeom prst="round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F7A89B8-6E00-ED98-FCE5-B8F9C0CA05F7}"/>
              </a:ext>
            </a:extLst>
          </p:cNvPr>
          <p:cNvPicPr preferRelativeResize="0">
            <a:picLocks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623865"/>
            <a:ext cx="1980000" cy="2880000"/>
          </a:xfrm>
          <a:prstGeom prst="round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632A7E11-2DA9-8A5A-FE3F-F0FAE96B9B9E}"/>
              </a:ext>
            </a:extLst>
          </p:cNvPr>
          <p:cNvPicPr preferRelativeResize="0">
            <a:picLocks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314" y="3645344"/>
            <a:ext cx="1980000" cy="2880000"/>
          </a:xfrm>
          <a:prstGeom prst="round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408B4FBA-3E0E-75BD-85B1-FA080DC37671}"/>
              </a:ext>
            </a:extLst>
          </p:cNvPr>
          <p:cNvPicPr preferRelativeResize="0">
            <a:picLocks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55776" y="3645344"/>
            <a:ext cx="1980000" cy="2880000"/>
          </a:xfrm>
          <a:prstGeom prst="round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76A75DD7-77FF-7C27-0E06-45387533C2C5}"/>
              </a:ext>
            </a:extLst>
          </p:cNvPr>
          <p:cNvPicPr preferRelativeResize="0">
            <a:picLocks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6016" y="3650494"/>
            <a:ext cx="1980000" cy="2880000"/>
          </a:xfrm>
          <a:prstGeom prst="round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F9A96030-7B62-C902-0803-6468BD658A95}"/>
              </a:ext>
            </a:extLst>
          </p:cNvPr>
          <p:cNvPicPr preferRelativeResize="0">
            <a:picLocks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3632957"/>
            <a:ext cx="1980000" cy="28800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063760362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0C8B6-AD71-29DE-F94C-40435148A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85BB4936-8B13-9A8E-18C7-A114723F5287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 dirty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D0E5E877-DA02-FC5F-F73C-1B1EC1284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en-US" altLang="ko-KR" b="1" dirty="0">
                <a:ln>
                  <a:noFill/>
                  <a:prstDash val="solid"/>
                </a:ln>
                <a:latin typeface="+mj-ea"/>
              </a:rPr>
              <a:t>LG </a:t>
            </a:r>
            <a:r>
              <a:rPr lang="ko-KR" altLang="en-US" b="1" dirty="0">
                <a:ln>
                  <a:noFill/>
                  <a:prstDash val="solid"/>
                </a:ln>
                <a:latin typeface="+mj-ea"/>
              </a:rPr>
              <a:t>사택 어린이집 </a:t>
            </a:r>
            <a:r>
              <a:rPr lang="ko-KR" altLang="en-US" b="1" dirty="0" err="1">
                <a:ln>
                  <a:noFill/>
                  <a:prstDash val="solid"/>
                </a:ln>
                <a:latin typeface="+mj-ea"/>
              </a:rPr>
              <a:t>디퓨져</a:t>
            </a:r>
            <a:endParaRPr lang="en-US" altLang="ko-KR" b="1" spc="-100" dirty="0">
              <a:ln>
                <a:prstDash val="solid"/>
              </a:ln>
              <a:latin typeface="+mj-ea"/>
              <a:ea typeface="+mj-ea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29B00A6A-5312-EB13-B46F-6BBAE7374C5D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2EE6263F-CEA1-D482-5B94-CBD1DC6C88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56C80EC-EF43-17C3-D24B-1FA4CF90C61B}"/>
              </a:ext>
            </a:extLst>
          </p:cNvPr>
          <p:cNvPicPr preferRelativeResize="0">
            <a:picLocks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1863" y="615052"/>
            <a:ext cx="1980000" cy="2880000"/>
          </a:xfrm>
          <a:prstGeom prst="round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6B8EEF9-25F4-8620-58A5-5462961EAAEE}"/>
              </a:ext>
            </a:extLst>
          </p:cNvPr>
          <p:cNvPicPr preferRelativeResize="0">
            <a:picLocks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51297" y="615052"/>
            <a:ext cx="1980000" cy="2880000"/>
          </a:xfrm>
          <a:prstGeom prst="round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8FB00B7-0F1E-DCE7-1F5A-D0031058A858}"/>
              </a:ext>
            </a:extLst>
          </p:cNvPr>
          <p:cNvPicPr preferRelativeResize="0">
            <a:picLocks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0731" y="615052"/>
            <a:ext cx="1980000" cy="2880000"/>
          </a:xfrm>
          <a:prstGeom prst="round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6DDE509-D007-735D-A327-4CA7499683F4}"/>
              </a:ext>
            </a:extLst>
          </p:cNvPr>
          <p:cNvPicPr preferRelativeResize="0">
            <a:picLocks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0164" y="615052"/>
            <a:ext cx="1980000" cy="2880000"/>
          </a:xfrm>
          <a:prstGeom prst="round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A1260AD-B1E9-2296-0634-9982042F8E57}"/>
              </a:ext>
            </a:extLst>
          </p:cNvPr>
          <p:cNvPicPr preferRelativeResize="0">
            <a:picLocks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1863" y="3645344"/>
            <a:ext cx="1980000" cy="2880000"/>
          </a:xfrm>
          <a:prstGeom prst="round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19CD4C6-24E8-58AB-940F-955FF32C8944}"/>
              </a:ext>
            </a:extLst>
          </p:cNvPr>
          <p:cNvPicPr preferRelativeResize="0">
            <a:picLocks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51297" y="3645344"/>
            <a:ext cx="1980000" cy="28800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89792995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8711</TotalTime>
  <Words>662</Words>
  <Application>Microsoft Office PowerPoint</Application>
  <PresentationFormat>화면 슬라이드 쇼(4:3)</PresentationFormat>
  <Paragraphs>211</Paragraphs>
  <Slides>23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8" baseType="lpstr">
      <vt:lpstr>HY견고딕</vt:lpstr>
      <vt:lpstr>굴림</vt:lpstr>
      <vt:lpstr>Arial</vt:lpstr>
      <vt:lpstr>맑은 고딕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석지훈/사원/AE TMS팀(jihoon.seok@lge.com)</dc:creator>
  <cp:lastModifiedBy>종근 이</cp:lastModifiedBy>
  <cp:revision>809</cp:revision>
  <cp:lastPrinted>2014-04-16T00:57:20Z</cp:lastPrinted>
  <dcterms:created xsi:type="dcterms:W3CDTF">2013-06-09T06:34:48Z</dcterms:created>
  <dcterms:modified xsi:type="dcterms:W3CDTF">2026-05-28T00:38:56Z</dcterms:modified>
</cp:coreProperties>
</file>