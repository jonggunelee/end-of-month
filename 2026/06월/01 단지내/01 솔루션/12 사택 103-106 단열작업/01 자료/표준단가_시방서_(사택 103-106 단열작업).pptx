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228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103-106 </a:t>
            </a:r>
            <a:r>
              <a:rPr lang="ko-KR" altLang="en-US" b="1">
                <a:latin typeface="+mn-ea"/>
              </a:rPr>
              <a:t>단열작업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103-106 </a:t>
            </a:r>
            <a:r>
              <a:rPr lang="ko-KR" altLang="en-US" sz="1000" b="1">
                <a:latin typeface="+mn-ea"/>
              </a:rPr>
              <a:t>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대상</a:t>
            </a:r>
            <a:r>
              <a:rPr lang="en-US" altLang="ko-KR" sz="1000" dirty="0"/>
              <a:t>: </a:t>
            </a:r>
            <a:r>
              <a:rPr lang="ko-KR" altLang="en-US" sz="1000" dirty="0"/>
              <a:t>창측 벽면 단열재</a:t>
            </a:r>
            <a:r>
              <a:rPr lang="en-US" altLang="ko-KR" sz="1000" dirty="0"/>
              <a:t>: 4</a:t>
            </a:r>
            <a:r>
              <a:rPr lang="ko-KR" altLang="en-US" sz="1000" dirty="0"/>
              <a:t>개소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거실</a:t>
            </a:r>
            <a:r>
              <a:rPr lang="en-US" altLang="ko-KR" sz="1000" dirty="0"/>
              <a:t>_</a:t>
            </a:r>
            <a:r>
              <a:rPr lang="ko-KR" altLang="en-US" sz="1000" dirty="0"/>
              <a:t>방</a:t>
            </a:r>
            <a:r>
              <a:rPr lang="en-US" altLang="ko-KR" sz="1000" dirty="0"/>
              <a:t>(3</a:t>
            </a:r>
            <a:r>
              <a:rPr lang="ko-KR" altLang="en-US" sz="1000" dirty="0"/>
              <a:t>곳</a:t>
            </a:r>
            <a:r>
              <a:rPr lang="en-US" altLang="ko-KR" sz="1000" dirty="0"/>
              <a:t>)-</a:t>
            </a:r>
            <a:r>
              <a:rPr lang="ko-KR" altLang="en-US" sz="1000" dirty="0"/>
              <a:t>걸레받이 교체포함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곰팡이 제거 및 바탕 처리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 err="1"/>
              <a:t>열반사</a:t>
            </a:r>
            <a:r>
              <a:rPr lang="ko-KR" altLang="en-US" sz="1000" dirty="0"/>
              <a:t> 시트</a:t>
            </a:r>
            <a:r>
              <a:rPr lang="en-US" altLang="ko-KR" sz="1000" dirty="0"/>
              <a:t>(</a:t>
            </a:r>
            <a:r>
              <a:rPr lang="en-US" altLang="ko-KR" sz="1000" dirty="0" err="1"/>
              <a:t>0.6T</a:t>
            </a:r>
            <a:r>
              <a:rPr lang="en-US" altLang="ko-KR" sz="1000" dirty="0"/>
              <a:t> </a:t>
            </a:r>
            <a:r>
              <a:rPr lang="ko-KR" altLang="en-US" sz="1000" dirty="0"/>
              <a:t>단면 접착</a:t>
            </a:r>
            <a:r>
              <a:rPr lang="en-US" altLang="ko-KR" sz="1000" dirty="0"/>
              <a:t>) </a:t>
            </a:r>
            <a:r>
              <a:rPr lang="ko-KR" altLang="en-US" sz="1000" dirty="0"/>
              <a:t>설치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 err="1"/>
              <a:t>이보드</a:t>
            </a:r>
            <a:r>
              <a:rPr lang="en-US" altLang="ko-KR" sz="1000" dirty="0"/>
              <a:t>(1000*1000*</a:t>
            </a:r>
            <a:r>
              <a:rPr lang="en-US" altLang="ko-KR" sz="1000" dirty="0" err="1"/>
              <a:t>13T</a:t>
            </a:r>
            <a:r>
              <a:rPr lang="en-US" altLang="ko-KR" sz="1000" dirty="0"/>
              <a:t>) </a:t>
            </a:r>
            <a:r>
              <a:rPr lang="ko-KR" altLang="en-US" sz="1000" dirty="0"/>
              <a:t>설치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폐기물 반출 및 폐기물 처리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827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491</cp:revision>
  <dcterms:created xsi:type="dcterms:W3CDTF">2015-01-28T03:52:40Z</dcterms:created>
  <dcterms:modified xsi:type="dcterms:W3CDTF">2026-04-14T23:35:23Z</dcterms:modified>
</cp:coreProperties>
</file>