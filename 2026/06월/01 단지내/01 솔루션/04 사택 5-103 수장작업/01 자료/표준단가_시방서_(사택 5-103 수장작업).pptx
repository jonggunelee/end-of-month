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5-103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5-103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_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2026-04-06T00:46:06Z</dcterms:modified>
</cp:coreProperties>
</file>