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5-405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_</a:t>
            </a:r>
            <a:r>
              <a:rPr lang="ko-KR" altLang="en-US" sz="1000"/>
              <a:t>거실걸레받이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2026-04-06T00:46:21Z</dcterms:modified>
</cp:coreProperties>
</file>