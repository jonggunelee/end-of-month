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101-202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101-202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처리 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815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2026-04-06T00:47:00Z</dcterms:modified>
</cp:coreProperties>
</file>