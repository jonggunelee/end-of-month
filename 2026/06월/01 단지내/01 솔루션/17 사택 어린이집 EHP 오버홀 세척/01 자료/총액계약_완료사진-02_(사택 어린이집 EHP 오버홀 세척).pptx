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21"/>
  </p:notesMasterIdLst>
  <p:sldIdLst>
    <p:sldId id="949" r:id="rId2"/>
    <p:sldId id="922" r:id="rId3"/>
    <p:sldId id="921" r:id="rId4"/>
    <p:sldId id="925" r:id="rId5"/>
    <p:sldId id="920" r:id="rId6"/>
    <p:sldId id="930" r:id="rId7"/>
    <p:sldId id="923" r:id="rId8"/>
    <p:sldId id="924" r:id="rId9"/>
    <p:sldId id="926" r:id="rId10"/>
    <p:sldId id="927" r:id="rId11"/>
    <p:sldId id="928" r:id="rId12"/>
    <p:sldId id="929" r:id="rId13"/>
    <p:sldId id="931" r:id="rId14"/>
    <p:sldId id="933" r:id="rId15"/>
    <p:sldId id="934" r:id="rId16"/>
    <p:sldId id="935" r:id="rId17"/>
    <p:sldId id="936" r:id="rId18"/>
    <p:sldId id="937" r:id="rId19"/>
    <p:sldId id="938" r:id="rId20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87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980" y="14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14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B1DA-1F32-9B8A-5FEB-D381BD9E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05DDDEB-2458-0E92-9058-AD8D1C4E83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BDDE53B-E500-0E3C-850C-D1375DDDB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633BA301-A05D-812F-1188-7374C5108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545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8659-416E-28B5-5A0F-CEBA4DB2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2A9830-CC31-1803-45A4-56B0C99DF2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68E48FD-4CEE-BDB7-5E2F-4344393250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20FD3C-E2FA-030B-9236-8A5696EA5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97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2116D-9AC8-6F04-872D-FD4F2A2E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49EE932-D1B3-CC3A-AFCE-CD19F4B450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E8DC3BF-CC80-CC24-C847-F2CF710AFC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6EB61C-F615-109E-7A5E-FC2509CC8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539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96D9-D6A4-D219-3C5D-9CEBD9AA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BD9878F-4F49-4226-88E8-DE764F979F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97E3D88-F0E6-3040-166E-7BD2EA9719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F0F91D0-8E4D-E41A-769C-25036007B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99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0492-54CF-466D-1543-C478BC4D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1ADE98-53E1-C6D4-F3AD-F3FFC20E2D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3AC5C1D-574C-6609-4AE5-888D6C2178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AE522093-427A-3751-0953-16C5F29F6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74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B8F4-E27B-116B-8D6D-E1C3CF45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A963F32-45E9-D1EF-FE09-2888006AD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36B67B6-5525-3A30-EFE1-D41CAC1E32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824B754-412D-D6F1-4C58-1542F8325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9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A6DB-D81A-05E5-52C0-4F1DBFB3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E78B17A-80D1-7C9B-1498-CF812BDB95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212D7B98-AE6A-6C0B-9ED2-4796B1B6F8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36C8618-745C-337C-CB0A-7557D877A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E9B6-EB55-C3B6-943B-9EE1C299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DD15F5EF-26D8-B3C3-70AC-D6AF41EBAA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99709B7-7928-F60F-0D52-AA6E54E4D6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F657E7FC-CBD6-E4DF-E0F2-FCCF65B7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88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BD4-6B8E-CA05-5D96-D70C2AD7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CAC4D0F-4924-0309-D108-A1DA3FA61C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50C26461-8EE8-4BA4-F231-575F1BF55A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A164A02-9F33-E144-298A-FBC77FF8E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63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E815-299A-66E6-F08A-9449667D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1D9C83D-CF8B-7858-9E10-1E5FDDAAB1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E6D1222-F3A1-1BDF-1CD6-84A58CF447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652989DE-A6D4-D885-1941-623D47190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76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CDCD-BBFA-96DE-AEAD-75485621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57B636-8EFD-37EA-CF9E-E93ADE8EA8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4646CBB-D923-0340-3054-6A0DBFBA63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DF6909C-379F-10EA-6DE8-CBC0843EA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60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3ACF-A8E5-E989-18E4-6E46CE6F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9E0EFEDE-84F2-F2E0-2451-5AEDEFF84D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8119D04-49D8-2E65-17AB-5903155A0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256BD47-9BF0-A6E6-2D4E-9A9CFD140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4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D166-CD45-B4C3-CE65-B4F1982A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3B44C6F-FF19-E5BF-5047-125D69357C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A0CEA0B-D125-F0C8-CA8B-D47C6CABE0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34F8816-6994-BCBD-A1A0-0D930CCB0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111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D217-5FAF-28EB-3E23-F507FC50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75A5588-BC16-04B6-74F7-51B34A02E2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69A992D-FA1C-E834-0FC8-6F2EA8A36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A0D794A-3FF4-149E-8CF3-79444FB1A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06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F372-0319-BC66-2C3A-D6B49957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70ECE65-3E5A-5EE3-60D4-86E42A7FE8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6FC0CA7F-C85E-3686-49CD-7A54BBC801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51AA0FF-1077-1321-5AE2-E47C19702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371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542E-755C-2EAB-987A-7221D52E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BBCC5CC-99FC-DA7D-7C7A-9CDBB8949A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F112216-513F-75B5-6C28-68EEB3BE02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E283752-5169-0C2C-FC45-57DB05D1B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921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B124-C05D-23D4-50EA-DEE2688B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928F238-F098-D161-EE75-8AA3424C49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9D55E95-EE81-0D87-C3FC-923E64F09A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1F061E5-1440-43FF-EF7B-35394FF2B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3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2E45-2712-34DF-CD0E-3C7130F6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0D84848-3D8C-D620-81E6-D9E7FB8C75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6D1A1BF-5931-CC49-FF8B-18C4D41F78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276C8B8-D8B7-5239-7342-952CEB299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35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2026-05-28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en-US" altLang="ko-KR" sz="1500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EHP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500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오버홀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 세척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83568" y="432702"/>
            <a:ext cx="5832648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32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EHP</a:t>
            </a:r>
            <a:r>
              <a:rPr lang="en-US" altLang="ko-KR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2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오버홀</a:t>
            </a: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세척</a:t>
            </a:r>
            <a:endParaRPr lang="en-US" altLang="ko-KR" sz="320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5393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E375-6596-DAE8-3CC3-365FC947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E90D027-76FC-42B7-37F3-DE6DFCC76D0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2DC6626-5199-25FD-B6FA-1A98AEBDA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복도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9F5080A-4924-9594-51AB-6389A3DF5C3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4020B44-2BC3-1458-4A3F-3C95884E0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1BC59D-F436-CDDF-EB41-00E24684D5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381" y="4029174"/>
            <a:ext cx="3689519" cy="2496170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0DF747-D5CE-7FEB-1F68-A2BBE0B8FA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2823" y="363439"/>
            <a:ext cx="2615317" cy="3705876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5E98A8-5DC3-EF64-6B43-0D66BC85F3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0017" y="3401087"/>
            <a:ext cx="2780928" cy="3705876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09AB30-C622-A4E4-17EF-BEC51972CAA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75117" y="437983"/>
            <a:ext cx="2748046" cy="36895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479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2C92-6C77-2740-9353-0EC4191D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988C839-2236-6E4C-70C0-036215A1FE4C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50BCD98-E9A0-7045-99F2-C7C123E1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도서실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79A5D77-276E-9A92-4D46-FE3FE0AD85E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16BE427-0880-2937-FE20-1558B61C8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CF17D1D-BC25-941C-C77B-D579EC0EA9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4038426"/>
            <a:ext cx="3744416" cy="237005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DDE937-F5A4-2A75-E41E-2AB1E30AD9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09846" y="386047"/>
            <a:ext cx="2631447" cy="374441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6AAB2B-3E83-72A9-253E-DA335B3D6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64035" y="3447737"/>
            <a:ext cx="2631448" cy="3630605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EC1D1A-0312-9D61-CAC0-C6860A0653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1642" y="1092098"/>
            <a:ext cx="3744416" cy="237005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583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8945-CF16-23E4-C41E-F652C624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E39CB75-61BD-2D1E-81F4-10FAE617B73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24D8B8B-CF3C-2BD5-32AC-7A530CCB1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조리실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C18CAE8-3A7A-370C-B185-F82192D9894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5AA3104-E752-9B15-801B-4208CCA6C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E5543D-C4F6-C3E9-BD99-5F24DE445C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30" y="836712"/>
            <a:ext cx="3797185" cy="2592288"/>
          </a:xfrm>
          <a:prstGeom prst="round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1D43B94-1D5B-8D9F-70DD-139DD1F868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9177" y="3861048"/>
            <a:ext cx="3729163" cy="2412658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66DBCAB-28F4-92BB-BDD1-21034A0EFE2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1052736"/>
            <a:ext cx="3729163" cy="2412658"/>
          </a:xfrm>
          <a:prstGeom prst="round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B4ACFDA-283C-D4D4-132D-1692EE135CB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30" y="3861048"/>
            <a:ext cx="3729163" cy="241265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122447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D8B0-5366-694C-EA10-DC7088D1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88CB039-EFE0-AB2D-3871-9EE77271D5C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E49BA76-64CB-9EB9-9961-398A1270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어린이집 식당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3884CA9-D6C0-43BA-4475-F44638E1EA7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3D3B16B-AFD5-B184-CF31-813C5BB7C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D105EE-44F1-20EB-AF82-939592EEB4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86873" y="258593"/>
            <a:ext cx="2434032" cy="3755531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68E9EF7-EDFA-FD31-5233-9E481ACBE9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40429" y="380686"/>
            <a:ext cx="2448273" cy="3497101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44DCD8C-BA4C-6430-8E4E-F79236FC94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24" y="3861048"/>
            <a:ext cx="3622676" cy="2192181"/>
          </a:xfrm>
          <a:prstGeom prst="round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D5FDA2F-6487-8ED0-6A58-295536289B5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49" y="3820919"/>
            <a:ext cx="3755532" cy="22725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7735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47C0-EAEE-C883-80D5-281F5B3F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5EB545F-6C46-3B66-8761-082E7BD67C71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07D8D47-24C6-4D6B-49C5-147FC889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복도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2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5D59E70-99BA-C00C-8404-9C63B93AEA7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86E2CD1-DD99-B152-1604-5D6357487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0A916A-69F6-A7CE-9931-E1ECD041C5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35367" y="356985"/>
            <a:ext cx="2420213" cy="3723822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3C4451-DC1A-316F-7DCD-5349470A5EA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78094" y="3265771"/>
            <a:ext cx="2334768" cy="3723820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5A97D9-45DB-4A1A-6540-0F5AE77430F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9073" y="3933056"/>
            <a:ext cx="3451359" cy="233476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C49BA11-393E-6B02-D24D-9422A5F09B6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9073" y="1008788"/>
            <a:ext cx="3451365" cy="242021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281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A886-19FB-77D6-1791-DA36CA98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CB261FA-A14E-C548-521A-AC8F6AEF392C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C77347A-A260-3FC7-CA22-669326271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은하수반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FFD4CD2-23E7-F5F4-9389-634F2216A09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B45C871-0469-02E2-D460-B13D83E69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FE4ADC-5A49-7D40-8799-27CCD830F6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50987" y="3431666"/>
            <a:ext cx="2315005" cy="360888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E16BC4-9B3F-8FFC-1C06-580758C735B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53864" y="453980"/>
            <a:ext cx="2347839" cy="345638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1C82EB-56CE-BAD4-2CCF-0C4B665A9E6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470282" y="3506382"/>
            <a:ext cx="2315005" cy="3456385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669DCB-C2C3-88AB-5637-534430BFA5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1008252"/>
            <a:ext cx="3608885" cy="234783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0771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5E9F-1D9A-D316-1281-9690059E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33747F2-1967-1798-9A8C-35645FCC0E8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83D8093-0FD5-1233-DCC8-6B949FC1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해바라기반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47D70DF-E495-C629-509D-DFEA6DCFAAD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05BE2BF-CF01-7C29-443B-E267CB028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DACDE7-F2B5-C3C3-22A4-3E4817E824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333" y="3748839"/>
            <a:ext cx="4043106" cy="277650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D91F78-C2B7-F4C0-129F-CA69E67C70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583364"/>
            <a:ext cx="4043106" cy="2776505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CFC4D1-6910-3E41-7217-1AC293EA6C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48838"/>
            <a:ext cx="4043106" cy="2776505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626D037-882B-2E7C-6F2C-BF1AC5ACDD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042" y="695538"/>
            <a:ext cx="4043106" cy="277650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860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ABB96-FD7D-225D-0DCC-03F7789E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AA80DBC-C6C4-C62C-3747-8F093AAC831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8ED9F7C-282A-A11E-0C7D-35FA36D7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창의교실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A785618-3300-5996-4D7A-67508B842BA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1C440A7-60A2-867A-E61B-61F177204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9431ADE-8C96-CF4B-46DC-3445599A2E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6303" y="3933056"/>
            <a:ext cx="3384376" cy="224463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13F755-98DB-8B90-E5EB-0E84B9080E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8818" y="400834"/>
            <a:ext cx="2427760" cy="313102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F34B5A-23E6-9D62-F65E-ED715BD1CB5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771" y="3789040"/>
            <a:ext cx="3275856" cy="259228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75A3B2-A5D2-8463-6C32-D4A21EED142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0020" y="791723"/>
            <a:ext cx="3384377" cy="234924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3967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FCD0-227F-0554-84AA-254AE708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5FD372B-F11D-D2EB-E006-0DB62368FE9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4E3F02A7-494A-2833-F491-63A64578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유희실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9DD3473-B5B1-FC28-5894-0D207328FAB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19586AF-62FE-1C13-F1C6-6B8A84E20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E297C4-4EF0-A3C2-B826-48B2E92EFB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3854835"/>
            <a:ext cx="3672408" cy="2636912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A5637AD-C56E-FDA2-1489-5CB284D603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9308" y="443105"/>
            <a:ext cx="2636912" cy="3672408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A03E201-7A10-0C6A-1147-DB2414C0147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3854835"/>
            <a:ext cx="3816424" cy="2636912"/>
          </a:xfrm>
          <a:prstGeom prst="round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F785CCE-3645-BF36-95AC-4158D5FF4F7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942449"/>
            <a:ext cx="3816424" cy="265531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558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CE5E-C62A-F11E-22C8-87392D83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D367D08-BF58-A8D4-8A92-71349ADE591B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EB390796-D25B-1F51-D135-AD1673D73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별님반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89D5DA5-2BFD-B02C-C3AE-6E5544E5E61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F6A6BC32-8CAC-3B9A-8816-F569B742F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6D2CF5A-E50B-0526-D0E3-FDB2C8DF6C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309301" y="3307266"/>
            <a:ext cx="2204923" cy="360040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A2B14B-C64C-B1C3-8A4B-3FB9A600DFA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09299" y="289289"/>
            <a:ext cx="2204923" cy="360040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5E4E1E-2DB4-E255-9A79-DED8C1034B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8779" y="4005003"/>
            <a:ext cx="3845670" cy="2204923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5183F5-6D29-59E2-F850-F11836C291B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8779" y="1052735"/>
            <a:ext cx="3845670" cy="22049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184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0045-EDF3-2B5A-F6CC-78AAE9DB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7EBA989-A770-2FCF-2CF7-8F5DFBC47A94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51DF520-34D2-170E-B28A-60E939D12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달님반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681B95B-0C43-081F-B60F-388A01587B8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EDA13C5-8205-5124-2523-A5E86DD68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E31499-66F4-775E-7F3D-D11B0CBD6E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2701" y="322794"/>
            <a:ext cx="2438016" cy="3465851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25AA92-84D0-85E6-CEA6-5317BE82F8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42221" y="3427613"/>
            <a:ext cx="2520279" cy="3387151"/>
          </a:xfrm>
          <a:prstGeom prst="round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B32144-D0A8-2A8F-0035-CF39809A9E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188" y="836712"/>
            <a:ext cx="3797185" cy="2592288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E60F02-21B6-5CE0-DD68-DC0851FF2D1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188" y="3861049"/>
            <a:ext cx="3797185" cy="252028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18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8A876-33CE-AC2F-0F36-D87AB99E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FC479736-AD65-06B7-D1F5-956F57C4726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B57B2A0-DA13-9C67-B659-DE238457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해님반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4356BCD-AC8A-8AFF-A04A-BD8A88B3ADA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6178A5E0-688C-CAF1-BF6F-704B12D34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8DD07E-8EC6-196C-F646-5263ED0919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33850" y="158437"/>
            <a:ext cx="2520282" cy="3876833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F0C8C78-AADC-705D-5262-B8601131820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33850" y="3141275"/>
            <a:ext cx="2520281" cy="3876833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3F64952-0012-C6B0-8345-C21355BAA0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836712"/>
            <a:ext cx="3581395" cy="2520280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14505AD-C85A-E509-2BB4-BFFD254F95B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574" y="3819552"/>
            <a:ext cx="3581395" cy="252028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748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0D196-E82D-F34A-55E0-60A0F8AD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103DD514-9C92-3864-0F8C-F6E0CA9FA15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3123F87-4339-D8CB-153A-263CAB6F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CC5E0EE-46E5-5ADE-E737-10CDC2FC00B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EECEAA3-11FA-D281-8596-760CF5560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81AF0F-FCBB-D527-EFEA-EC03BC7984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4755" y="1700808"/>
            <a:ext cx="2520280" cy="4012010"/>
          </a:xfrm>
          <a:prstGeom prst="round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D4EBD42-FB3F-BFD1-6BC2-2F313783E75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700808"/>
            <a:ext cx="2520280" cy="4012010"/>
          </a:xfrm>
          <a:prstGeom prst="round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75CC0CD-0AF7-2229-FD66-F97AE1A7872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880" y="1700808"/>
            <a:ext cx="2520280" cy="401201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9091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D0BD-2EBB-00D1-550D-66912E82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56B8434-2F9F-55EE-9AAC-085157DF27BF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2E7F337-D8B5-C5E3-44E1-8F5993619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B777793-0961-544D-AE70-D454314D964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410BEAF-F6B8-1A58-824E-98470A11F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B1B646-23E9-26EC-8C9E-A6FA3D5EA8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5554" y="1340768"/>
            <a:ext cx="2448718" cy="4433984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F2F852-31DE-B9F7-388A-AE9B8CFF6C5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340768"/>
            <a:ext cx="2448718" cy="4433984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ABAC81-0CBF-6A40-4936-C181FA6901A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1840" y="1340768"/>
            <a:ext cx="2448718" cy="443398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4603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CE1C-0088-3C67-7745-857D52DE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1AA82B9-D2AE-551A-5EC5-0809ED334D86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928C9A3-5322-060B-DC43-90BE18C31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2309018-8A30-215B-EEB6-A926A369CFC0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393AE86-DE70-F111-3830-549C07C7E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3FB919-0865-E3E7-962A-0A80DE6D5D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1098" y="1556792"/>
            <a:ext cx="2707593" cy="3857920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CA3C45-8CAD-C397-E04E-9A3FE66C767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959" y="1556792"/>
            <a:ext cx="2707593" cy="3857920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B07C326-E5CE-AB4A-F55C-1F7E4629937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028" y="1556792"/>
            <a:ext cx="2707593" cy="38579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6273322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8B63F-946C-A307-517F-ED20B503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70B7B21-ABD6-453A-96A7-F7462BFBA7DE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EC910D4-889F-39E0-5BEB-A55C59F49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5EA77FD-729E-B938-27DF-5E900402250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FF3ED1A-A80D-C4A0-5165-B6C48A78B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8D90CD9-382F-36BD-2020-29968231B8E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8184" y="1412776"/>
            <a:ext cx="2520280" cy="4327721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C54541-087F-8FFA-5349-6992A00FA75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5345" y="1412776"/>
            <a:ext cx="2520280" cy="4327721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31B174-D4C2-9A82-6A67-660C8B5ED8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1412776"/>
            <a:ext cx="2520280" cy="432772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2400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4DFE-8FCE-E11D-830D-AA352BC4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13ED8DC-A61B-AC8B-94B4-C984531ED65F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007449B-3CED-7C1E-D670-A6E1E21C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62170C3-718B-930B-3A2F-2709FE02782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EA9EBDB-FFF1-7DA6-3DD1-2471EEF4E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7219DE9-7FCB-C8FC-4006-B5D401B487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236198"/>
            <a:ext cx="2604534" cy="4431463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17BE7D-3AA9-D6FA-C4AA-BE59311E05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63" y="1236198"/>
            <a:ext cx="2604534" cy="4431463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A5009-9C72-3A7F-521B-6FD96FAA10B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3590" y="1223622"/>
            <a:ext cx="2604534" cy="443146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0381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A4B8-5C4D-0F99-57FB-99A9FA77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E659C3C-B52B-7CDA-0121-6CCC31D97EE4}"/>
              </a:ext>
            </a:extLst>
          </p:cNvPr>
          <p:cNvSpPr/>
          <p:nvPr/>
        </p:nvSpPr>
        <p:spPr bwMode="auto">
          <a:xfrm>
            <a:off x="112159" y="58947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89C07CB-E7E6-0D46-D5AF-DE8D3D1EE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 err="1">
                <a:ln>
                  <a:noFill/>
                  <a:prstDash val="solid"/>
                </a:ln>
                <a:latin typeface="+mj-ea"/>
              </a:rPr>
              <a:t>EHP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오버홀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세척 어린이집 실외기 세척</a:t>
            </a:r>
            <a:endParaRPr lang="en-US" altLang="ko-KR" b="1" spc="-100" dirty="0">
              <a:ln>
                <a:prstDash val="solid"/>
              </a:ln>
              <a:latin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B40C38A-AAFD-2060-DCCD-8F100593A7AE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3CF4101-019A-6502-F677-2CDA3240DC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1A7093-A4E6-5934-03F1-403C61A3F00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607" y="1500397"/>
            <a:ext cx="2664296" cy="4106440"/>
          </a:xfrm>
          <a:prstGeom prst="round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94CFFF-A5C7-4C09-B08E-2A3978B9AF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097" y="1500397"/>
            <a:ext cx="2664296" cy="4106440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6CA932-A39B-607B-3F7A-C7FF19A1217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852" y="1484784"/>
            <a:ext cx="2664296" cy="41064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88717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8708</TotalTime>
  <Words>202</Words>
  <Application>Microsoft Office PowerPoint</Application>
  <PresentationFormat>화면 슬라이드 쇼(4:3)</PresentationFormat>
  <Paragraphs>59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굴림</vt:lpstr>
      <vt:lpstr>맑은 고딕</vt:lpstr>
      <vt:lpstr>HY견고딕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808</cp:revision>
  <cp:lastPrinted>2014-04-16T00:57:20Z</cp:lastPrinted>
  <dcterms:created xsi:type="dcterms:W3CDTF">2013-06-09T06:34:48Z</dcterms:created>
  <dcterms:modified xsi:type="dcterms:W3CDTF">2026-05-28T01:13:52Z</dcterms:modified>
</cp:coreProperties>
</file>