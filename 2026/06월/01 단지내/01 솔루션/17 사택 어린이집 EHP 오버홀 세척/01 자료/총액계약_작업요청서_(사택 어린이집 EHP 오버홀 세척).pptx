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4" r:id="rId4"/>
    <p:sldId id="259" r:id="rId5"/>
    <p:sldId id="261" r:id="rId6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 autoAdjust="0"/>
    <p:restoredTop sz="94444" autoAdjust="0"/>
  </p:normalViewPr>
  <p:slideViewPr>
    <p:cSldViewPr>
      <p:cViewPr varScale="1">
        <p:scale>
          <a:sx n="99" d="100"/>
          <a:sy n="99" d="100"/>
        </p:scale>
        <p:origin x="210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1DBF17A4-4399-0902-2D3B-908DAF06E57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D5936BC-EBEF-7F31-8006-71903FCE649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8B66E47D-7CEE-4E49-B054-E1291C3F686A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4905F67B-79D9-EC74-9328-B79BEC61E3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3AD7E80F-24CE-D159-4879-3EE0A0A311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5069CE9-FCCD-1542-0A9F-3CC135E67BF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6AB0DB3-2C74-2DB3-3FE7-85FCD82719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/>
            </a:lvl1pPr>
          </a:lstStyle>
          <a:p>
            <a:pPr>
              <a:defRPr/>
            </a:pPr>
            <a:fld id="{811EBDEE-5046-467F-8E3E-EB8C3F45589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38531EF9-FA29-C9C1-6A49-FDED669870E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39D3148C-E1DF-094F-73F2-AC825B70222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4908575E-CC54-D7ED-2B35-05D1C54475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46A11254-15F3-418E-A253-FFFF6C66358A}" type="slidenum">
              <a:rPr lang="ko-KR" altLang="en-US"/>
              <a:pPr/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슬라이드 이미지 개체 틀 1">
            <a:extLst>
              <a:ext uri="{FF2B5EF4-FFF2-40B4-BE49-F238E27FC236}">
                <a16:creationId xmlns:a16="http://schemas.microsoft.com/office/drawing/2014/main" id="{064FE7D9-024B-242F-DAD8-E598305540C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슬라이드 노트 개체 틀 2">
            <a:extLst>
              <a:ext uri="{FF2B5EF4-FFF2-40B4-BE49-F238E27FC236}">
                <a16:creationId xmlns:a16="http://schemas.microsoft.com/office/drawing/2014/main" id="{93784B53-2D67-C1EC-B1F6-739C2858B38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148" name="슬라이드 번호 개체 틀 3">
            <a:extLst>
              <a:ext uri="{FF2B5EF4-FFF2-40B4-BE49-F238E27FC236}">
                <a16:creationId xmlns:a16="http://schemas.microsoft.com/office/drawing/2014/main" id="{20CFC0BA-467F-98ED-DEEE-2D4FFA25C8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4F651829-CFC3-4E28-995B-2BBAF3CE8092}" type="slidenum">
              <a:rPr lang="ko-KR" altLang="en-US"/>
              <a:pPr/>
              <a:t>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이미지 개체 틀 1">
            <a:extLst>
              <a:ext uri="{FF2B5EF4-FFF2-40B4-BE49-F238E27FC236}">
                <a16:creationId xmlns:a16="http://schemas.microsoft.com/office/drawing/2014/main" id="{C636098F-C8D8-1EAC-EF3F-20E9BE2FBAC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슬라이드 노트 개체 틀 2">
            <a:extLst>
              <a:ext uri="{FF2B5EF4-FFF2-40B4-BE49-F238E27FC236}">
                <a16:creationId xmlns:a16="http://schemas.microsoft.com/office/drawing/2014/main" id="{F1185632-3053-A892-E2DE-7BC5909EC62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196" name="슬라이드 번호 개체 틀 3">
            <a:extLst>
              <a:ext uri="{FF2B5EF4-FFF2-40B4-BE49-F238E27FC236}">
                <a16:creationId xmlns:a16="http://schemas.microsoft.com/office/drawing/2014/main" id="{5C32F662-44E9-DBB8-61AA-C10D847B09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02B52374-204F-41DB-8CDA-8B1ED34C3D16}" type="slidenum">
              <a:rPr lang="ko-KR" altLang="en-US"/>
              <a:pPr/>
              <a:t>3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C5F2BB-409E-868D-3657-E5CEE8607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AF0FE-2352-4E61-8D3C-E2364545E0FC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3E0BB1-1041-3F73-B11F-EF20D594E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9D0C00-71F8-34B3-8599-EB9A5C860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C1B86F-8D3C-4E6E-9DDB-79F5696FA37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1586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D4014C-54BD-CF54-7464-C3A7900A3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42B319-C2BF-42CB-BC57-3AF56528F583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44160B-B037-4E12-ACDF-1029CDE61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B9886F-8C90-83BA-DCAA-3647939EA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59F757-2ADE-4CBC-B492-592ECE80F4B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8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0D056C-1282-6AD2-F054-6F56AC479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98740E-8CB0-45D1-8D20-3E5E89E7BB14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863F88-B6F8-6CDA-1958-4506460D9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B37692-F48B-AB34-0795-83B19231E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B1D9D9-0A63-4C92-9660-CBDB4AD0ABF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140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5955D2AE-CFB5-26D2-23B1-A4EACAA0C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5BB0CA-62DC-4038-A920-4F919EDA99B4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79AB26C3-ED9B-B012-6874-EE0FDEA55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5443E31E-841E-5937-7987-4FE9926D4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7FF6D9-2516-4BC4-9694-18EF3533FD5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317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1F8FE78E-5758-72B2-F411-89F06A6AD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49A90-87E2-4E44-8442-28343293F66A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D324063F-41B2-F8B4-D4B2-E90B0D692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0560E387-D7CF-2BE2-A624-55F84E094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4B6D34-EB0C-4485-AD0C-D021084B67E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5395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B21B7D66-EF00-7954-2A30-BFA3F3D22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A2D2D3-92F9-4F8B-87DF-90D03570BCD5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C6CDDDDE-7755-92C3-BE1A-6CCB931E0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550B9A5A-A988-C83E-3EC4-5577A3986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0EC32E-D5FF-4C40-824F-AFB22D49422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6516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666DDAEF-29D4-E841-E3E4-C50FDD4B4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E9975B-7073-4178-B781-115C675DD0E1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F6675D43-6C73-0A2B-B875-20DD8DC3B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2BE56BB7-0BA2-ECE8-F983-5B82D006F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4C45FD-D0F0-40D9-8345-B9FACF5D76B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5078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89924E13-53E7-B588-634D-85C64CCA0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F1DA6-103C-4C3B-9D4A-B20DA99AA233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8FEB0C14-5B83-A5E7-65F0-BD5ACF07F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87FC1708-FFCB-AEC6-787E-85626925B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3D7270-4E15-49F7-BEAA-11515537A94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4244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6EE86FF0-20EF-24A0-2937-9BCABC591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829B10-0467-4DCE-A7C4-C1786190D533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94DBCB40-3930-8EA9-007B-0000595D7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30E27E67-E735-FF8F-F389-DB6AFB891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B8FB81-D246-42EA-8CED-E1D9C1CEEFC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4665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346CFD-ADC0-8062-8F16-29C9DA91D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B0320-2654-4D73-B39D-E92079A72FF1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700287-880B-4BCD-EC7A-7FE2C3A90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7FF74D-981E-9655-242A-610F49B3A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8B4A30-CCBA-4DB5-8395-DF0AA88791D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7976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C40537-964B-5298-01F2-DD5C48B09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6AE2-663C-4865-867B-18B25D4126AB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F1DC0B-4835-1B56-C5A4-4984AB29B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703D72-02C0-1D93-0E74-4E5D0E048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876EAE-28C0-4F5A-84A6-83E6C73115B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5461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90A0DA8D-1914-D556-DA52-4E5D922BEF4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6ECF45C9-6340-05CB-F444-CADB2A30BE2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9527AD-B161-4D21-4EED-1D34404E4D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AB55BD7-00BF-4717-A627-332DA5418C13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961DC9-A9C9-B01F-1229-408FF2AFCB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DECAF0-CE52-1645-98C9-8A8CF9F163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01866E87-961F-4523-B145-C0937878820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D584F274-FBFF-4E57-B73A-EC20825D7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665288"/>
            <a:ext cx="8569325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 </a:t>
            </a:r>
            <a:r>
              <a:rPr kumimoji="0" lang="ko-KR" altLang="en-US" sz="3000" b="1"/>
              <a:t>  어린이집 에어컨 필터 청소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8E2F3643-4B65-8C05-95DC-61038D0F54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9929F605-C0C6-EEE5-B6F1-DD1AA624E5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2026. 04. 17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B98D175C-FA37-B065-0619-F3BDA99F4F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0688" y="319088"/>
            <a:ext cx="59769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2400" b="1" u="sng"/>
              <a:t> 어린이집 에어컨 필터 청소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355BE7D4-4EB5-52A2-29F2-47B00955A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79525"/>
            <a:ext cx="2665413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</a:t>
            </a:r>
            <a:r>
              <a:rPr kumimoji="0" lang="en-US" altLang="ko-KR" sz="1200" b="1"/>
              <a:t>04</a:t>
            </a:r>
            <a:r>
              <a:rPr kumimoji="0" lang="ko-KR" altLang="en-US" sz="1200" b="1"/>
              <a:t>월 </a:t>
            </a:r>
            <a:r>
              <a:rPr kumimoji="0" lang="en-US" altLang="ko-KR" sz="1200" b="1"/>
              <a:t>17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4CEFC166-828C-184D-CEE3-C4982F1805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39888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E72F59AB-8E0B-092F-4B4F-740E00245C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718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 에어컨 필터 청소 작업요청서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F7D34FD4-EEA6-EDBE-33B6-D27BE68289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63750"/>
            <a:ext cx="8651875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어린이집 에어컨 필터 청소</a:t>
            </a:r>
            <a:r>
              <a:rPr kumimoji="0" lang="en-US" altLang="ko-KR" sz="1200" b="1"/>
              <a:t>(</a:t>
            </a:r>
            <a:r>
              <a:rPr kumimoji="0" lang="ko-KR" altLang="en-US" sz="1200" b="1">
                <a:solidFill>
                  <a:srgbClr val="0000FF"/>
                </a:solidFill>
              </a:rPr>
              <a:t>총계 </a:t>
            </a:r>
            <a:r>
              <a:rPr kumimoji="0" lang="en-US" altLang="ko-KR" sz="1200" b="1">
                <a:solidFill>
                  <a:srgbClr val="0000FF"/>
                </a:solidFill>
              </a:rPr>
              <a:t>: 20</a:t>
            </a:r>
            <a:r>
              <a:rPr kumimoji="0" lang="ko-KR" altLang="en-US" sz="1200" b="1">
                <a:solidFill>
                  <a:srgbClr val="0000FF"/>
                </a:solidFill>
              </a:rPr>
              <a:t>대</a:t>
            </a:r>
            <a:r>
              <a:rPr kumimoji="0" lang="en-US" altLang="ko-KR" sz="1200" b="1">
                <a:solidFill>
                  <a:srgbClr val="0000FF"/>
                </a:solidFill>
              </a:rPr>
              <a:t>)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1200" b="1">
                <a:solidFill>
                  <a:srgbClr val="0000FF"/>
                </a:solidFill>
              </a:rPr>
              <a:t> </a:t>
            </a:r>
            <a:endParaRPr kumimoji="0" lang="en-US" altLang="ko-KR" sz="1200" b="1">
              <a:solidFill>
                <a:srgbClr val="FF000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821BF53-7183-3441-4E3C-9725AAEAD6B2}"/>
              </a:ext>
            </a:extLst>
          </p:cNvPr>
          <p:cNvSpPr txBox="1"/>
          <p:nvPr/>
        </p:nvSpPr>
        <p:spPr>
          <a:xfrm>
            <a:off x="4859338" y="6524625"/>
            <a:ext cx="1584325" cy="231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latinLnBrk="1" hangingPunct="1">
              <a:defRPr/>
            </a:pPr>
            <a:r>
              <a:rPr lang="ko-KR" altLang="en-US" sz="900" b="1" dirty="0">
                <a:latin typeface="+mj-ea"/>
                <a:ea typeface="+mj-ea"/>
              </a:rPr>
              <a:t>     </a:t>
            </a:r>
          </a:p>
        </p:txBody>
      </p:sp>
      <p:sp>
        <p:nvSpPr>
          <p:cNvPr id="5128" name="TextBox 45">
            <a:extLst>
              <a:ext uri="{FF2B5EF4-FFF2-40B4-BE49-F238E27FC236}">
                <a16:creationId xmlns:a16="http://schemas.microsoft.com/office/drawing/2014/main" id="{DE6A4816-95AA-3503-EE02-7D5C5A7A8F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886200"/>
            <a:ext cx="8456613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필터청소를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4CAFDA3-BAA6-06C1-E38B-77617C9FA4CD}"/>
              </a:ext>
            </a:extLst>
          </p:cNvPr>
          <p:cNvSpPr/>
          <p:nvPr/>
        </p:nvSpPr>
        <p:spPr bwMode="auto">
          <a:xfrm>
            <a:off x="3316288" y="4635500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3" name="아래쪽 화살표 12">
            <a:extLst>
              <a:ext uri="{FF2B5EF4-FFF2-40B4-BE49-F238E27FC236}">
                <a16:creationId xmlns:a16="http://schemas.microsoft.com/office/drawing/2014/main" id="{F910A292-E85D-0BAC-8E95-71EF9F3D5A83}"/>
              </a:ext>
            </a:extLst>
          </p:cNvPr>
          <p:cNvSpPr/>
          <p:nvPr/>
        </p:nvSpPr>
        <p:spPr>
          <a:xfrm>
            <a:off x="4176713" y="5589588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52E156-931C-715B-A698-DB1073602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1975"/>
          </a:xfrm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sz="3200" b="1" dirty="0" err="1">
                <a:latin typeface="+mj-ea"/>
              </a:rPr>
              <a:t>어린이집</a:t>
            </a:r>
            <a:r>
              <a:rPr lang="ko-KR" altLang="en-US" sz="3200" b="1" dirty="0">
                <a:latin typeface="+mj-ea"/>
              </a:rPr>
              <a:t> 에어컨 설치 현황</a:t>
            </a:r>
            <a:endParaRPr lang="ko-KR" altLang="en-US" sz="32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06B7902-F273-4515-BD4E-CDF843A19400}"/>
              </a:ext>
            </a:extLst>
          </p:cNvPr>
          <p:cNvSpPr/>
          <p:nvPr/>
        </p:nvSpPr>
        <p:spPr>
          <a:xfrm>
            <a:off x="468313" y="1125538"/>
            <a:ext cx="8207375" cy="51117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7172" name="그림 2">
            <a:extLst>
              <a:ext uri="{FF2B5EF4-FFF2-40B4-BE49-F238E27FC236}">
                <a16:creationId xmlns:a16="http://schemas.microsoft.com/office/drawing/2014/main" id="{29965223-42B0-6A72-95A8-1BFF8CE83B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341438"/>
            <a:ext cx="8064500" cy="47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AA203E-B27C-507B-D513-1A3B0D1ADD1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에어컨 필터 </a:t>
            </a:r>
            <a:r>
              <a:rPr lang="en-US" altLang="ko-KR" b="1" dirty="0">
                <a:latin typeface="+mj-ea"/>
              </a:rPr>
              <a:t>(1WAY)</a:t>
            </a:r>
            <a:br>
              <a:rPr lang="ko-KR" altLang="en-US" b="1" dirty="0">
                <a:latin typeface="+mj-ea"/>
              </a:rPr>
            </a:b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6EA2981-AF00-FFFF-CCB6-917D142581F2}"/>
              </a:ext>
            </a:extLst>
          </p:cNvPr>
          <p:cNvSpPr/>
          <p:nvPr/>
        </p:nvSpPr>
        <p:spPr>
          <a:xfrm>
            <a:off x="468313" y="1628775"/>
            <a:ext cx="8207375" cy="43926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9220" name="Picture 24">
            <a:extLst>
              <a:ext uri="{FF2B5EF4-FFF2-40B4-BE49-F238E27FC236}">
                <a16:creationId xmlns:a16="http://schemas.microsoft.com/office/drawing/2014/main" id="{A47B6EE7-1EAC-FD32-D1BB-F63089A1593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3976E9-FE89-0790-F390-938E0032E70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에어컨 필터 </a:t>
            </a:r>
            <a:r>
              <a:rPr lang="en-US" altLang="ko-KR" b="1" dirty="0">
                <a:latin typeface="+mj-ea"/>
              </a:rPr>
              <a:t>(4WAY)</a:t>
            </a:r>
            <a:br>
              <a:rPr lang="ko-KR" altLang="en-US" b="1" dirty="0">
                <a:latin typeface="+mj-ea"/>
              </a:rPr>
            </a:b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05AFFC5-F32E-5723-8874-CD9D2F8379DF}"/>
              </a:ext>
            </a:extLst>
          </p:cNvPr>
          <p:cNvSpPr/>
          <p:nvPr/>
        </p:nvSpPr>
        <p:spPr>
          <a:xfrm>
            <a:off x="468313" y="1628775"/>
            <a:ext cx="8207375" cy="43926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0244" name="Picture 24">
            <a:extLst>
              <a:ext uri="{FF2B5EF4-FFF2-40B4-BE49-F238E27FC236}">
                <a16:creationId xmlns:a16="http://schemas.microsoft.com/office/drawing/2014/main" id="{94BD9888-0945-FD85-38A7-A1B23A5FF91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9425" y="1628775"/>
            <a:ext cx="8207375" cy="4468813"/>
          </a:xfr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1214</TotalTime>
  <Words>104</Words>
  <Application>Microsoft Office PowerPoint</Application>
  <PresentationFormat>화면 슬라이드 쇼(4:3)</PresentationFormat>
  <Paragraphs>18</Paragraphs>
  <Slides>5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어린이집 에어컨 설치 현황</vt:lpstr>
      <vt:lpstr> 에어컨 필터 (1WAY) </vt:lpstr>
      <vt:lpstr> 에어컨 필터 (4WAY)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223</cp:revision>
  <cp:lastPrinted>2024-04-15T23:54:45Z</cp:lastPrinted>
  <dcterms:created xsi:type="dcterms:W3CDTF">2012-05-23T04:33:26Z</dcterms:created>
  <dcterms:modified xsi:type="dcterms:W3CDTF">2026-04-20T03:40:18Z</dcterms:modified>
</cp:coreProperties>
</file>