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어린이집 </a:t>
            </a:r>
            <a:r>
              <a:rPr lang="en-US" altLang="ko-KR" b="1">
                <a:latin typeface="+mn-ea"/>
              </a:rPr>
              <a:t>EHP </a:t>
            </a:r>
            <a:r>
              <a:rPr lang="ko-KR" altLang="en-US" b="1">
                <a:latin typeface="+mn-ea"/>
              </a:rPr>
              <a:t>오버홀 세척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어린이집 </a:t>
            </a:r>
            <a:r>
              <a:rPr lang="en-US" altLang="ko-KR" sz="1000" b="1">
                <a:latin typeface="+mn-ea"/>
              </a:rPr>
              <a:t>EHP </a:t>
            </a:r>
            <a:r>
              <a:rPr lang="ko-KR" altLang="en-US" sz="1000" b="1">
                <a:latin typeface="+mn-ea"/>
              </a:rPr>
              <a:t>오버홀 세척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사택 </a:t>
            </a:r>
            <a:r>
              <a:rPr lang="en-US" altLang="ko-KR" sz="1000"/>
              <a:t>102</a:t>
            </a:r>
            <a:r>
              <a:rPr lang="ko-KR" altLang="en-US" sz="1000"/>
              <a:t>동 어린이집 </a:t>
            </a:r>
            <a:r>
              <a:rPr lang="en-US" altLang="ko-KR" sz="1000"/>
              <a:t>(</a:t>
            </a:r>
            <a:r>
              <a:rPr lang="ko-KR" altLang="en-US" sz="1000"/>
              <a:t>대상 </a:t>
            </a:r>
            <a:r>
              <a:rPr lang="en-US" altLang="ko-KR" sz="1000"/>
              <a:t>20</a:t>
            </a:r>
            <a:r>
              <a:rPr lang="ko-KR" altLang="en-US" sz="1000"/>
              <a:t>대</a:t>
            </a:r>
            <a:r>
              <a:rPr lang="en-US" altLang="ko-KR" sz="1000"/>
              <a:t>)
2WAY: 1</a:t>
            </a:r>
            <a:r>
              <a:rPr lang="ko-KR" altLang="en-US" sz="1000"/>
              <a:t>대 </a:t>
            </a:r>
            <a:r>
              <a:rPr lang="en-US" altLang="ko-KR" sz="1000"/>
              <a:t>/ 4WAY: 19
</a:t>
            </a:r>
            <a:r>
              <a:rPr lang="ko-KR" altLang="en-US" sz="1000"/>
              <a:t>장비 본체 및 필터 분리후 오버홀 </a:t>
            </a:r>
            <a:r>
              <a:rPr lang="en-US" altLang="ko-KR" sz="1000"/>
              <a:t>1</a:t>
            </a:r>
            <a:r>
              <a:rPr lang="ko-KR" altLang="en-US" sz="1000"/>
              <a:t>회 세척
실내기와 실외기 분리시 상태 점검 포함
실외기 고압 </a:t>
            </a:r>
            <a:r>
              <a:rPr lang="en-US" altLang="ko-KR" sz="1000"/>
              <a:t>1</a:t>
            </a:r>
            <a:r>
              <a:rPr lang="ko-KR" altLang="en-US" sz="1000"/>
              <a:t>회 세척 포함</a:t>
            </a:r>
            <a:r>
              <a:rPr lang="en-US" altLang="ko-KR" sz="1000"/>
              <a:t>(</a:t>
            </a:r>
            <a:r>
              <a:rPr lang="ko-KR" altLang="en-US" sz="1000"/>
              <a:t>효율</a:t>
            </a:r>
            <a:r>
              <a:rPr lang="en-US" altLang="ko-KR" sz="1000"/>
              <a:t>)
</a:t>
            </a:r>
            <a:r>
              <a:rPr lang="ko-KR" altLang="en-US" sz="1000"/>
              <a:t>시스템 에어컨 전용 세척제 및 전용장비 사용
작업전 사용 약품의 </a:t>
            </a:r>
            <a:r>
              <a:rPr lang="en-US" altLang="ko-KR" sz="1000"/>
              <a:t>MSDS </a:t>
            </a:r>
            <a:r>
              <a:rPr lang="ko-KR" altLang="en-US" sz="1000"/>
              <a:t>제출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843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2026-04-20T02:06:26Z</dcterms:modified>
</cp:coreProperties>
</file>