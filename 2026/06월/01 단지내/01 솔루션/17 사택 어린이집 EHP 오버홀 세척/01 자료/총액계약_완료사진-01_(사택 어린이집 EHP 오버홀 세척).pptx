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87" r:id="rId1"/>
  </p:sldMasterIdLst>
  <p:notesMasterIdLst>
    <p:notesMasterId r:id="rId21"/>
  </p:notesMasterIdLst>
  <p:sldIdLst>
    <p:sldId id="949" r:id="rId2"/>
    <p:sldId id="922" r:id="rId3"/>
    <p:sldId id="921" r:id="rId4"/>
    <p:sldId id="925" r:id="rId5"/>
    <p:sldId id="920" r:id="rId6"/>
    <p:sldId id="930" r:id="rId7"/>
    <p:sldId id="923" r:id="rId8"/>
    <p:sldId id="924" r:id="rId9"/>
    <p:sldId id="926" r:id="rId10"/>
    <p:sldId id="927" r:id="rId11"/>
    <p:sldId id="928" r:id="rId12"/>
    <p:sldId id="929" r:id="rId13"/>
    <p:sldId id="931" r:id="rId14"/>
    <p:sldId id="933" r:id="rId15"/>
    <p:sldId id="934" r:id="rId16"/>
    <p:sldId id="935" r:id="rId17"/>
    <p:sldId id="936" r:id="rId18"/>
    <p:sldId id="937" r:id="rId19"/>
    <p:sldId id="938" r:id="rId20"/>
  </p:sldIdLst>
  <p:sldSz cx="9144000" cy="6858000" type="screen4x3"/>
  <p:notesSz cx="6858000" cy="9979025"/>
  <p:embeddedFontLst>
    <p:embeddedFont>
      <p:font typeface="HY견고딕" panose="02030600000101010101" pitchFamily="18" charset="-127"/>
      <p:regular r:id="rId22"/>
    </p:embeddedFont>
    <p:embeddedFont>
      <p:font typeface="맑은 고딕" panose="020B0503020000020004" pitchFamily="50" charset="-127"/>
      <p:regular r:id="rId23"/>
      <p:bold r:id="rId24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10">
          <p15:clr>
            <a:srgbClr val="A4A3A4"/>
          </p15:clr>
        </p15:guide>
        <p15:guide id="2" pos="3288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ster" initials="m" lastIdx="5" clrIdx="0">
    <p:extLst>
      <p:ext uri="{19B8F6BF-5375-455C-9EA6-DF929625EA0E}">
        <p15:presenceInfo xmlns:p15="http://schemas.microsoft.com/office/powerpoint/2012/main" userId="mast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76787B"/>
    <a:srgbClr val="CD4465"/>
    <a:srgbClr val="747679"/>
    <a:srgbClr val="A90044"/>
    <a:srgbClr val="BC0951"/>
    <a:srgbClr val="D46175"/>
    <a:srgbClr val="D0536E"/>
    <a:srgbClr val="C8004B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287" autoAdjust="0"/>
    <p:restoredTop sz="94660"/>
  </p:normalViewPr>
  <p:slideViewPr>
    <p:cSldViewPr showGuides="1">
      <p:cViewPr varScale="1">
        <p:scale>
          <a:sx n="111" d="100"/>
          <a:sy n="111" d="100"/>
        </p:scale>
        <p:origin x="1980" y="144"/>
      </p:cViewPr>
      <p:guideLst>
        <p:guide orient="horz" pos="4110"/>
        <p:guide pos="328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818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8951"/>
          </a:xfrm>
          <a:prstGeom prst="rect">
            <a:avLst/>
          </a:prstGeom>
        </p:spPr>
        <p:txBody>
          <a:bodyPr vert="horz" lIns="96196" tIns="48099" rIns="96196" bIns="48099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8951"/>
          </a:xfrm>
          <a:prstGeom prst="rect">
            <a:avLst/>
          </a:prstGeom>
        </p:spPr>
        <p:txBody>
          <a:bodyPr vert="horz" lIns="96196" tIns="48099" rIns="96196" bIns="48099" rtlCol="0"/>
          <a:lstStyle>
            <a:lvl1pPr algn="r">
              <a:defRPr sz="1300"/>
            </a:lvl1pPr>
          </a:lstStyle>
          <a:p>
            <a:fld id="{86E5C4D5-C456-473B-A8F6-817BFB643621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33450" y="747713"/>
            <a:ext cx="4991100" cy="37433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196" tIns="48099" rIns="96196" bIns="48099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740037"/>
            <a:ext cx="5486400" cy="4490562"/>
          </a:xfrm>
          <a:prstGeom prst="rect">
            <a:avLst/>
          </a:prstGeom>
        </p:spPr>
        <p:txBody>
          <a:bodyPr vert="horz" lIns="96196" tIns="48099" rIns="96196" bIns="48099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78342"/>
            <a:ext cx="2971800" cy="498951"/>
          </a:xfrm>
          <a:prstGeom prst="rect">
            <a:avLst/>
          </a:prstGeom>
        </p:spPr>
        <p:txBody>
          <a:bodyPr vert="horz" lIns="96196" tIns="48099" rIns="96196" bIns="48099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9478342"/>
            <a:ext cx="2971800" cy="498951"/>
          </a:xfrm>
          <a:prstGeom prst="rect">
            <a:avLst/>
          </a:prstGeom>
        </p:spPr>
        <p:txBody>
          <a:bodyPr vert="horz" lIns="96196" tIns="48099" rIns="96196" bIns="48099" rtlCol="0" anchor="b"/>
          <a:lstStyle>
            <a:lvl1pPr algn="r">
              <a:defRPr sz="1300"/>
            </a:lvl1pPr>
          </a:lstStyle>
          <a:p>
            <a:fld id="{5A1DB697-446A-45B3-8FFD-B426BCAD97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73987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/>
          </a:p>
        </p:txBody>
      </p:sp>
      <p:sp>
        <p:nvSpPr>
          <p:cNvPr id="33796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04E199F-8DF4-4D74-BC96-A25445BD3AA4}" type="slidenum">
              <a:rPr lang="en-US" altLang="ko-KR">
                <a:solidFill>
                  <a:prstClr val="black"/>
                </a:solidFill>
              </a:rPr>
              <a:pPr eaLnBrk="1" hangingPunct="1"/>
              <a:t>1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41442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6B1DA-1F32-9B8A-5FEB-D381BD9EE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205DDDEB-2458-0E92-9058-AD8D1C4E833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BBDDE53B-E500-0E3C-850C-D1375DDDBCF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633BA301-A05D-812F-1188-7374C5108B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2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35458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38659-416E-28B5-5A0F-CEBA4DB20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632A9830-CC31-1803-45A4-56B0C99DF27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768E48FD-4CEE-BDB7-5E2F-4344393250A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7220FD3C-E2FA-030B-9236-8A5696EA57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3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79721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2116D-9AC8-6F04-872D-FD4F2A2E4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F49EE932-D1B3-CC3A-AFCE-CD19F4B4507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FE8DC3BF-CC80-CC24-C847-F2CF710AFC5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726EB61C-F615-109E-7A5E-FC2509CC85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4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25395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596D9-D6A4-D219-3C5D-9CEBD9AA2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EBD9878F-4F49-4226-88E8-DE764F979F1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997E3D88-F0E6-3040-166E-7BD2EA9719C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8F0F91D0-8E4D-E41A-769C-25036007B1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5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92999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C0492-54CF-466D-1543-C478BC4D2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631ADE98-53E1-C6D4-F3AD-F3FFC20E2D9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03AC5C1D-574C-6609-4AE5-888D6C21780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AE522093-427A-3751-0953-16C5F29F60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6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92748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DB8F4-E27B-116B-8D6D-E1C3CF455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BA963F32-45E9-D1EF-FE09-2888006AD71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136B67B6-5525-3A30-EFE1-D41CAC1E32D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3824B754-412D-D6F1-4C58-1542F83255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7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40946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6A6DB-D81A-05E5-52C0-4F1DBFB34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BE78B17A-80D1-7C9B-1498-CF812BDB95A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212D7B98-AE6A-6C0B-9ED2-4796B1B6F8B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236C8618-745C-337C-CB0A-7557D877AF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8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58746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6E9B6-EB55-C3B6-943B-9EE1C2990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DD15F5EF-26D8-B3C3-70AC-D6AF41EBAA7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399709B7-7928-F60F-0D52-AA6E54E4D62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F657E7FC-CBD6-E4DF-E0F2-FCCF65B7D4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9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42883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6EBD4-6B8E-CA05-5D96-D70C2AD72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ACAC4D0F-4924-0309-D108-A1DA3FA61CD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50C26461-8EE8-4BA4-F231-575F1BF55AE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4A164A02-9F33-E144-298A-FBC77FF8E1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10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00632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AE815-299A-66E6-F08A-9449667D3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A1D9C83D-CF8B-7858-9E10-1E5FDDAAB1C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BE6D1222-F3A1-1BDF-1CD6-84A58CF4472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652989DE-A6D4-D885-1941-623D471903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11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62763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0CDCD-BBFA-96DE-AEAD-75485621D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6357B636-8EFD-37EA-CF9E-E93ADE8EA87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94646CBB-D923-0340-3054-6A0DBFBA630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3DF6909C-379F-10EA-6DE8-CBC0843EA5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12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66080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03ACF-A8E5-E989-18E4-6E46CE6FA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9E0EFEDE-84F2-F2E0-2451-5AEDEFF84D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B8119D04-49D8-2E65-17AB-5903155A093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7256BD47-9BF0-A6E6-2D4E-9A9CFD1409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13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87426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FD166-CD45-B4C3-CE65-B4F1982A6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63B44C6F-FF19-E5BF-5047-125D69357C0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9A0CEA0B-D125-F0C8-CA8B-D47C6CABE00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C34F8816-6994-BCBD-A1A0-0D930CCB0D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14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51110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7D217-5FAF-28EB-3E23-F507FC504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475A5588-BC16-04B6-74F7-51B34A02E23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469A992D-FA1C-E834-0FC8-6F2EA8A36A9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2A0D794A-3FF4-149E-8CF3-79444FB1AE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15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5067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2F372-0319-BC66-2C3A-D6B499573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670ECE65-3E5A-5EE3-60D4-86E42A7FE86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6FC0CA7F-C85E-3686-49CD-7A54BBC8014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851AA0FF-1077-1321-5AE2-E47C19702C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16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83717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B542E-755C-2EAB-987A-7221D52E1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3BBCC5CC-99FC-DA7D-7C7A-9CDBB8949A1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7F112216-513F-75B5-6C28-68EEB3BE02C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7E283752-5169-0C2C-FC45-57DB05D1B4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17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29218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B124-C05D-23D4-50EA-DEE2688BC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3928F238-F098-D161-EE75-8AA3424C490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09D55E95-EE81-0D87-C3FC-923E64F09A9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41F061E5-1440-43FF-EF7B-35394FF2B6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18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1235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A2E45-2712-34DF-CD0E-3C7130F69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B0D84848-3D8C-D620-81E6-D9E7FB8C75F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96D1A1BF-5931-CC49-FF8B-18C4D41F788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B276C8B8-D8B7-5239-7342-952CEB299E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19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83519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1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57103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52242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3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01077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1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 descr="W:\LGPT_110105_2011 AE 사업본부 소개 PPT 제작\PNG\226\navi_01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80250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1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66052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1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88043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5362575"/>
            <a:ext cx="9144000" cy="149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4" descr="W:\LGPT_110105_2011 AE 사업본부 소개 PPT 제작\PNG\226\navi_03.png"/>
          <p:cNvPicPr>
            <a:picLocks noChangeAspect="1" noChangeArrowheads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762000"/>
            <a:ext cx="9144000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95708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5362575"/>
            <a:ext cx="9144000" cy="149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49419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3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5" descr="W:\LGPT_110105_2011 AE 사업본부 소개 PPT 제작\PNG\226\navi_04.png"/>
          <p:cNvPicPr>
            <a:picLocks noChangeAspect="1" noChangeArrowheads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78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73200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12881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그림 8" descr="08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67678434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그림 8" descr="08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34224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 b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C11EC1B3-06A7-4046-8908-CF0411A4D735}" type="datetimeFigureOut">
              <a:rPr lang="ko-KR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2026-06-09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 b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b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1E4D3389-9F03-43C2-AB7E-B90FF6ACF10C}" type="slidenum">
              <a:rPr lang="ko-KR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8987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7" Type="http://schemas.openxmlformats.org/officeDocument/2006/relationships/image" Target="../media/image2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7" Type="http://schemas.openxmlformats.org/officeDocument/2006/relationships/image" Target="../media/image2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3.jpeg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7" Type="http://schemas.openxmlformats.org/officeDocument/2006/relationships/image" Target="../media/image2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7.jpeg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7" Type="http://schemas.openxmlformats.org/officeDocument/2006/relationships/image" Target="../media/image3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1.jpeg"/><Relationship Id="rId5" Type="http://schemas.openxmlformats.org/officeDocument/2006/relationships/image" Target="../media/image30.jpeg"/><Relationship Id="rId4" Type="http://schemas.openxmlformats.org/officeDocument/2006/relationships/image" Target="../media/image2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7" Type="http://schemas.openxmlformats.org/officeDocument/2006/relationships/image" Target="../media/image3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5.jpeg"/><Relationship Id="rId5" Type="http://schemas.openxmlformats.org/officeDocument/2006/relationships/image" Target="../media/image34.jpeg"/><Relationship Id="rId4" Type="http://schemas.openxmlformats.org/officeDocument/2006/relationships/image" Target="../media/image3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7" Type="http://schemas.openxmlformats.org/officeDocument/2006/relationships/image" Target="../media/image4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9.jpeg"/><Relationship Id="rId5" Type="http://schemas.openxmlformats.org/officeDocument/2006/relationships/image" Target="../media/image38.jpeg"/><Relationship Id="rId4" Type="http://schemas.openxmlformats.org/officeDocument/2006/relationships/image" Target="../media/image3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7" Type="http://schemas.openxmlformats.org/officeDocument/2006/relationships/image" Target="../media/image4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3.jpeg"/><Relationship Id="rId5" Type="http://schemas.openxmlformats.org/officeDocument/2006/relationships/image" Target="../media/image42.jpeg"/><Relationship Id="rId4" Type="http://schemas.openxmlformats.org/officeDocument/2006/relationships/image" Target="../media/image4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7" Type="http://schemas.openxmlformats.org/officeDocument/2006/relationships/image" Target="../media/image4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7.jpeg"/><Relationship Id="rId5" Type="http://schemas.openxmlformats.org/officeDocument/2006/relationships/image" Target="../media/image46.jpeg"/><Relationship Id="rId4" Type="http://schemas.openxmlformats.org/officeDocument/2006/relationships/image" Target="../media/image4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7" Type="http://schemas.openxmlformats.org/officeDocument/2006/relationships/image" Target="../media/image5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51.jpeg"/><Relationship Id="rId5" Type="http://schemas.openxmlformats.org/officeDocument/2006/relationships/image" Target="../media/image50.jpeg"/><Relationship Id="rId4" Type="http://schemas.openxmlformats.org/officeDocument/2006/relationships/image" Target="../media/image49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7" Type="http://schemas.openxmlformats.org/officeDocument/2006/relationships/image" Target="../media/image5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55.jpeg"/><Relationship Id="rId5" Type="http://schemas.openxmlformats.org/officeDocument/2006/relationships/image" Target="../media/image54.jpeg"/><Relationship Id="rId4" Type="http://schemas.openxmlformats.org/officeDocument/2006/relationships/image" Target="../media/image5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7" Type="http://schemas.openxmlformats.org/officeDocument/2006/relationships/image" Target="../media/image60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59.jpeg"/><Relationship Id="rId5" Type="http://schemas.openxmlformats.org/officeDocument/2006/relationships/image" Target="../media/image58.jpeg"/><Relationship Id="rId4" Type="http://schemas.openxmlformats.org/officeDocument/2006/relationships/image" Target="../media/image57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7" Type="http://schemas.openxmlformats.org/officeDocument/2006/relationships/image" Target="../media/image6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63.jpeg"/><Relationship Id="rId5" Type="http://schemas.openxmlformats.org/officeDocument/2006/relationships/image" Target="../media/image62.jpeg"/><Relationship Id="rId4" Type="http://schemas.openxmlformats.org/officeDocument/2006/relationships/image" Target="../media/image6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67.jpeg"/><Relationship Id="rId5" Type="http://schemas.openxmlformats.org/officeDocument/2006/relationships/image" Target="../media/image66.jpeg"/><Relationship Id="rId4" Type="http://schemas.openxmlformats.org/officeDocument/2006/relationships/image" Target="../media/image65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70.jpeg"/><Relationship Id="rId5" Type="http://schemas.openxmlformats.org/officeDocument/2006/relationships/image" Target="../media/image69.jpeg"/><Relationship Id="rId4" Type="http://schemas.openxmlformats.org/officeDocument/2006/relationships/image" Target="../media/image68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73.jpeg"/><Relationship Id="rId5" Type="http://schemas.openxmlformats.org/officeDocument/2006/relationships/image" Target="../media/image72.jpeg"/><Relationship Id="rId4" Type="http://schemas.openxmlformats.org/officeDocument/2006/relationships/image" Target="../media/image7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76.jpeg"/><Relationship Id="rId5" Type="http://schemas.openxmlformats.org/officeDocument/2006/relationships/image" Target="../media/image75.jpeg"/><Relationship Id="rId4" Type="http://schemas.openxmlformats.org/officeDocument/2006/relationships/image" Target="../media/image74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79.jpeg"/><Relationship Id="rId5" Type="http://schemas.openxmlformats.org/officeDocument/2006/relationships/image" Target="../media/image78.jpeg"/><Relationship Id="rId4" Type="http://schemas.openxmlformats.org/officeDocument/2006/relationships/image" Target="../media/image77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82.jpeg"/><Relationship Id="rId5" Type="http://schemas.openxmlformats.org/officeDocument/2006/relationships/image" Target="../media/image81.jpeg"/><Relationship Id="rId4" Type="http://schemas.openxmlformats.org/officeDocument/2006/relationships/image" Target="../media/image8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F5816B41-C376-4F7D-B8E0-85DB6F0F0C43}"/>
              </a:ext>
            </a:extLst>
          </p:cNvPr>
          <p:cNvSpPr txBox="1"/>
          <p:nvPr/>
        </p:nvSpPr>
        <p:spPr>
          <a:xfrm>
            <a:off x="323528" y="5468451"/>
            <a:ext cx="7857156" cy="984885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contourClr>
                <a:schemeClr val="accent4">
                  <a:alpha val="95000"/>
                </a:schemeClr>
              </a:contourClr>
            </a:sp3d>
          </a:bodyPr>
          <a:lstStyle>
            <a:defPPr>
              <a:defRPr lang="ko-KR"/>
            </a:defPPr>
            <a:lvl1pPr marL="0" defTabSz="914400" eaLnBrk="1" hangingPunct="1">
              <a:lnSpc>
                <a:spcPct val="90000"/>
              </a:lnSpc>
              <a:buClr>
                <a:prstClr val="white"/>
              </a:buClr>
              <a:defRPr sz="1200" b="1" spc="-100">
                <a:ln>
                  <a:prstDash val="solid"/>
                </a:ln>
                <a:latin typeface="-윤고딕330" pitchFamily="18" charset="-127"/>
                <a:ea typeface="-윤고딕330" pitchFamily="18" charset="-127"/>
                <a:cs typeface="Arial" pitchFamily="34" charset="0"/>
              </a:defRPr>
            </a:lvl1pPr>
            <a:lvl2pPr defTabSz="914400" eaLnBrk="1" hangingPunct="1">
              <a:defRPr sz="1800">
                <a:latin typeface="+mn-lt"/>
                <a:ea typeface="+mn-ea"/>
              </a:defRPr>
            </a:lvl2pPr>
            <a:lvl3pPr defTabSz="914400" eaLnBrk="1" hangingPunct="1">
              <a:defRPr sz="1800">
                <a:latin typeface="+mn-lt"/>
                <a:ea typeface="+mn-ea"/>
              </a:defRPr>
            </a:lvl3pPr>
            <a:lvl4pPr defTabSz="914400" eaLnBrk="1" hangingPunct="1">
              <a:defRPr sz="1800">
                <a:latin typeface="+mn-lt"/>
                <a:ea typeface="+mn-ea"/>
              </a:defRPr>
            </a:lvl4pPr>
            <a:lvl5pPr defTabSz="914400" eaLnBrk="1" hangingPunct="1"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ko-KR" altLang="en-US" sz="15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현       장 </a:t>
            </a:r>
            <a:r>
              <a:rPr lang="en-US" altLang="ko-KR" sz="15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: </a:t>
            </a:r>
            <a:r>
              <a:rPr lang="en-US" altLang="ko-KR" sz="1500" b="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EHP</a:t>
            </a:r>
            <a:r>
              <a:rPr lang="en-US" altLang="ko-KR" sz="15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1500" b="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오버홀</a:t>
            </a:r>
            <a:r>
              <a:rPr lang="ko-KR" altLang="en-US" sz="15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 세척 어린이집</a:t>
            </a:r>
            <a:endParaRPr lang="en-US" altLang="ko-KR" sz="1500" b="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sz="15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세척일자 </a:t>
            </a:r>
            <a:r>
              <a:rPr lang="en-US" altLang="ko-KR" sz="15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: 2026</a:t>
            </a:r>
            <a:r>
              <a:rPr lang="ko-KR" altLang="en-US" sz="15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년 </a:t>
            </a:r>
            <a:r>
              <a:rPr lang="en-US" altLang="ko-KR" sz="15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05</a:t>
            </a:r>
            <a:r>
              <a:rPr lang="ko-KR" altLang="en-US" sz="15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월 </a:t>
            </a:r>
            <a:r>
              <a:rPr lang="en-US" altLang="ko-KR" sz="15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16</a:t>
            </a:r>
            <a:r>
              <a:rPr lang="ko-KR" altLang="en-US" sz="15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일</a:t>
            </a:r>
            <a:endParaRPr lang="en-US" altLang="ko-KR" sz="1500" b="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sz="1500" b="0" dirty="0">
                <a:solidFill>
                  <a:srgbClr val="76787B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세척 작업을 완료하였기에 다음과 같이 작업 진행 및 완료 사진자료집을 제출합니다</a:t>
            </a:r>
            <a:r>
              <a:rPr lang="en-US" altLang="ko-KR" sz="1500" b="0" dirty="0">
                <a:solidFill>
                  <a:srgbClr val="76787B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.      </a:t>
            </a:r>
            <a:endParaRPr lang="ko-KR" altLang="en-US" sz="1500" b="0" dirty="0">
              <a:solidFill>
                <a:srgbClr val="76787B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9" name="Picture 6" descr="1-5">
            <a:extLst>
              <a:ext uri="{FF2B5EF4-FFF2-40B4-BE49-F238E27FC236}">
                <a16:creationId xmlns:a16="http://schemas.microsoft.com/office/drawing/2014/main" id="{9A73E1AB-6066-44FA-9669-2224C2CB39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23266" y="-140578"/>
            <a:ext cx="9167266" cy="375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A1A5714-D6A7-4E8D-8322-95365062F7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04" y="199632"/>
            <a:ext cx="8960684" cy="1086144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683568" y="432702"/>
            <a:ext cx="5832648" cy="492443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contourClr>
                <a:schemeClr val="accent4">
                  <a:alpha val="95000"/>
                </a:schemeClr>
              </a:contourClr>
            </a:sp3d>
          </a:bodyPr>
          <a:lstStyle>
            <a:defPPr>
              <a:defRPr lang="ko-KR"/>
            </a:defPPr>
            <a:lvl1pPr marL="0" defTabSz="914400" eaLnBrk="1" hangingPunct="1">
              <a:lnSpc>
                <a:spcPct val="90000"/>
              </a:lnSpc>
              <a:buClr>
                <a:prstClr val="white"/>
              </a:buClr>
              <a:defRPr sz="1200" b="1" spc="-100">
                <a:ln>
                  <a:prstDash val="solid"/>
                </a:ln>
                <a:latin typeface="-윤고딕330" pitchFamily="18" charset="-127"/>
                <a:ea typeface="-윤고딕330" pitchFamily="18" charset="-127"/>
                <a:cs typeface="Arial" pitchFamily="34" charset="0"/>
              </a:defRPr>
            </a:lvl1pPr>
            <a:lvl2pPr defTabSz="914400" eaLnBrk="1" hangingPunct="1">
              <a:defRPr sz="1800">
                <a:latin typeface="+mn-lt"/>
                <a:ea typeface="+mn-ea"/>
              </a:defRPr>
            </a:lvl2pPr>
            <a:lvl3pPr defTabSz="914400" eaLnBrk="1" hangingPunct="1">
              <a:defRPr sz="1800">
                <a:latin typeface="+mn-lt"/>
                <a:ea typeface="+mn-ea"/>
              </a:defRPr>
            </a:lvl3pPr>
            <a:lvl4pPr defTabSz="914400" eaLnBrk="1" hangingPunct="1">
              <a:defRPr sz="1800">
                <a:latin typeface="+mn-lt"/>
                <a:ea typeface="+mn-ea"/>
              </a:defRPr>
            </a:lvl4pPr>
            <a:lvl5pPr defTabSz="914400" eaLnBrk="1" hangingPunct="1"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>
              <a:lnSpc>
                <a:spcPct val="100000"/>
              </a:lnSpc>
              <a:defRPr/>
            </a:pPr>
            <a:r>
              <a:rPr lang="ko-KR" altLang="en-US" sz="32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사택 어린이집 </a:t>
            </a:r>
            <a:r>
              <a:rPr lang="en-US" altLang="ko-KR" sz="3200" dirty="0" err="1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EHP</a:t>
            </a:r>
            <a:r>
              <a:rPr lang="en-US" altLang="ko-KR" sz="32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3200" dirty="0" err="1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오버홀</a:t>
            </a:r>
            <a:r>
              <a:rPr lang="ko-KR" altLang="en-US" sz="32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세척</a:t>
            </a:r>
            <a:endParaRPr lang="en-US" altLang="ko-KR" sz="3200" dirty="0">
              <a:ln>
                <a:noFill/>
                <a:prstDash val="solid"/>
              </a:ln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96F2FBF0-50D3-4E8B-BD39-EF8A981D5B25}"/>
              </a:ext>
            </a:extLst>
          </p:cNvPr>
          <p:cNvSpPr/>
          <p:nvPr/>
        </p:nvSpPr>
        <p:spPr>
          <a:xfrm>
            <a:off x="5220072" y="1556792"/>
            <a:ext cx="3600000" cy="3600000"/>
          </a:xfrm>
          <a:prstGeom prst="roundRect">
            <a:avLst/>
          </a:prstGeom>
          <a:blipFill dpi="0"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97539317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FE375-6596-DAE8-3CC3-365FC9474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7E90D027-76FC-42B7-37F3-DE6DFCC76D00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02DC6626-5199-25FD-B6FA-1A98AEBDA8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b="1" dirty="0" err="1">
                <a:ln>
                  <a:noFill/>
                  <a:prstDash val="solid"/>
                </a:ln>
                <a:latin typeface="+mj-ea"/>
              </a:rPr>
              <a:t>EHP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</a:rPr>
              <a:t> </a:t>
            </a:r>
            <a:r>
              <a:rPr lang="ko-KR" altLang="en-US" b="1" dirty="0" err="1">
                <a:ln>
                  <a:noFill/>
                  <a:prstDash val="solid"/>
                </a:ln>
                <a:latin typeface="+mj-ea"/>
              </a:rPr>
              <a:t>오버홀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</a:rPr>
              <a:t> 세척 어린이집 복도</a:t>
            </a:r>
            <a:endParaRPr lang="en-US" altLang="ko-KR" b="1" spc="-100" dirty="0">
              <a:ln>
                <a:prstDash val="solid"/>
              </a:ln>
              <a:latin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E9F5080A-4924-9594-51AB-6389A3DF5C31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74020B44-2BC3-1458-4A3F-3C95884E08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991BC59D-F436-CDDF-EB41-00E24684D52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04381" y="4029174"/>
            <a:ext cx="3689519" cy="2496170"/>
          </a:xfrm>
          <a:prstGeom prst="round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90DF747-D5CE-7FEB-1F68-A2BBE0B8FA28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012823" y="363439"/>
            <a:ext cx="2615317" cy="3705876"/>
          </a:xfrm>
          <a:prstGeom prst="round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55E98A8-5DC3-EF64-6B43-0D66BC85F385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930017" y="3401087"/>
            <a:ext cx="2780928" cy="3705876"/>
          </a:xfrm>
          <a:prstGeom prst="round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9B09AB30-C622-A4E4-17EF-BEC51972CAA5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5275117" y="437983"/>
            <a:ext cx="2748046" cy="368952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371347997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72C92-6C77-2740-9353-0EC4191DC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988C839-2236-6E4C-70C0-036215A1FE4C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050BCD98-E9A0-7045-99F2-C7C123E191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b="1" dirty="0" err="1">
                <a:ln>
                  <a:noFill/>
                  <a:prstDash val="solid"/>
                </a:ln>
                <a:latin typeface="+mj-ea"/>
              </a:rPr>
              <a:t>EHP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</a:rPr>
              <a:t> </a:t>
            </a:r>
            <a:r>
              <a:rPr lang="ko-KR" altLang="en-US" b="1" dirty="0" err="1">
                <a:ln>
                  <a:noFill/>
                  <a:prstDash val="solid"/>
                </a:ln>
                <a:latin typeface="+mj-ea"/>
              </a:rPr>
              <a:t>오버홀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</a:rPr>
              <a:t> 세척 어린이집 도서실</a:t>
            </a:r>
            <a:endParaRPr lang="en-US" altLang="ko-KR" b="1" spc="-100" dirty="0">
              <a:ln>
                <a:prstDash val="solid"/>
              </a:ln>
              <a:latin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279A5D77-276E-9A92-4D46-FE3FE0AD85E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B16BE427-0880-2937-FE20-1558B61C8A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9CF17D1D-BC25-941C-C77B-D579EC0EA96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60032" y="4038426"/>
            <a:ext cx="3744416" cy="2370054"/>
          </a:xfrm>
          <a:prstGeom prst="round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3DDE937-F5A4-2A75-E41E-2AB1E30AD94A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209846" y="386047"/>
            <a:ext cx="2631447" cy="3744414"/>
          </a:xfrm>
          <a:prstGeom prst="round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F6AAB2B-3E83-72A9-253E-DA335B3D6F09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264035" y="3447737"/>
            <a:ext cx="2631448" cy="3630605"/>
          </a:xfrm>
          <a:prstGeom prst="round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0EC1D1A-0312-9D61-CAC0-C6860A0653DF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01642" y="1092098"/>
            <a:ext cx="3744416" cy="2370054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765958308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78945-CF16-23E4-C41E-F652C624F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AE39CB75-61BD-2D1E-81F4-10FAE617B73E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624D8B8B-CF3C-2BD5-32AC-7A530CCB1A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b="1" dirty="0" err="1">
                <a:ln>
                  <a:noFill/>
                  <a:prstDash val="solid"/>
                </a:ln>
                <a:latin typeface="+mj-ea"/>
              </a:rPr>
              <a:t>EHP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</a:rPr>
              <a:t> </a:t>
            </a:r>
            <a:r>
              <a:rPr lang="ko-KR" altLang="en-US" b="1" dirty="0" err="1">
                <a:ln>
                  <a:noFill/>
                  <a:prstDash val="solid"/>
                </a:ln>
                <a:latin typeface="+mj-ea"/>
              </a:rPr>
              <a:t>오버홀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</a:rPr>
              <a:t> 세척 어린이집 조리실</a:t>
            </a:r>
            <a:endParaRPr lang="en-US" altLang="ko-KR" b="1" spc="-100" dirty="0">
              <a:ln>
                <a:prstDash val="solid"/>
              </a:ln>
              <a:latin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3C18CAE8-3A7A-370C-B185-F82192D9894D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75AA3104-E752-9B15-801B-4208CCA6C9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9E5543D-C4F6-C3E9-BD99-5F24DE445C23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30" y="836712"/>
            <a:ext cx="3797185" cy="2592288"/>
          </a:xfrm>
          <a:prstGeom prst="round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D1D43B94-1D5B-8D9F-70DD-139DD1F8680B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49177" y="3861048"/>
            <a:ext cx="3729163" cy="2412658"/>
          </a:xfrm>
          <a:prstGeom prst="round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B66DBCAB-28F4-92BB-BDD1-21034A0EFE20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44008" y="1052736"/>
            <a:ext cx="3729163" cy="2412658"/>
          </a:xfrm>
          <a:prstGeom prst="round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0B4ACFDA-283C-D4D4-132D-1692EE135CB8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30" y="3861048"/>
            <a:ext cx="3729163" cy="2412658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612244787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8D8B0-5366-694C-EA10-DC7088D16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388CB039-EFE0-AB2D-3871-9EE77271D5CD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DE49BA76-64CB-9EB9-9961-398A12706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b="1" dirty="0" err="1">
                <a:ln>
                  <a:noFill/>
                  <a:prstDash val="solid"/>
                </a:ln>
                <a:latin typeface="+mj-ea"/>
              </a:rPr>
              <a:t>EHP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</a:rPr>
              <a:t> </a:t>
            </a:r>
            <a:r>
              <a:rPr lang="ko-KR" altLang="en-US" b="1" dirty="0" err="1">
                <a:ln>
                  <a:noFill/>
                  <a:prstDash val="solid"/>
                </a:ln>
                <a:latin typeface="+mj-ea"/>
              </a:rPr>
              <a:t>오버홀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</a:rPr>
              <a:t> 세척 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  <a:ea typeface="+mj-ea"/>
              </a:rPr>
              <a:t>어린이집 식당</a:t>
            </a:r>
            <a:endParaRPr lang="en-US" altLang="ko-KR" b="1" spc="-100" dirty="0">
              <a:ln>
                <a:prstDash val="solid"/>
              </a:ln>
              <a:latin typeface="+mj-ea"/>
              <a:ea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33884CA9-D6C0-43BA-4475-F44638E1EA7B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83D3B16B-AFD5-B184-CF31-813C5BB7CE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9D105EE-44F1-20EB-AF82-939592EEB423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186873" y="258593"/>
            <a:ext cx="2434032" cy="3755531"/>
          </a:xfrm>
          <a:prstGeom prst="round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C68E9EF7-EDFA-FD31-5233-9E481ACBE932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5240429" y="380686"/>
            <a:ext cx="2448273" cy="3497101"/>
          </a:xfrm>
          <a:prstGeom prst="round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144DCD8C-BA4C-6430-8E4E-F79236FC94C5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88024" y="3861048"/>
            <a:ext cx="3622676" cy="2192181"/>
          </a:xfrm>
          <a:prstGeom prst="round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8D5FDA2F-6487-8ED0-6A58-295536289B56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1449" y="3820919"/>
            <a:ext cx="3755532" cy="2272576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620977355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E47C0-EAEE-C883-80D5-281F5B3FC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05EB545F-6C46-3B66-8761-082E7BD67C71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807D8D47-24C6-4D6B-49C5-147FC8899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b="1" dirty="0" err="1">
                <a:ln>
                  <a:noFill/>
                  <a:prstDash val="solid"/>
                </a:ln>
                <a:latin typeface="+mj-ea"/>
              </a:rPr>
              <a:t>EHP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</a:rPr>
              <a:t> </a:t>
            </a:r>
            <a:r>
              <a:rPr lang="ko-KR" altLang="en-US" b="1" dirty="0" err="1">
                <a:ln>
                  <a:noFill/>
                  <a:prstDash val="solid"/>
                </a:ln>
                <a:latin typeface="+mj-ea"/>
              </a:rPr>
              <a:t>오버홀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</a:rPr>
              <a:t> 세척 어린이집 복도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</a:rPr>
              <a:t>2</a:t>
            </a:r>
            <a:endParaRPr lang="en-US" altLang="ko-KR" b="1" spc="-100" dirty="0">
              <a:ln>
                <a:prstDash val="solid"/>
              </a:ln>
              <a:latin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A5D59E70-99BA-C00C-8404-9C63B93AEA72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86E2CD1-DD99-B152-1604-5D63574873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370A916A-69F6-A7CE-9931-E1ECD041C53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335367" y="356985"/>
            <a:ext cx="2420213" cy="3723822"/>
          </a:xfrm>
          <a:prstGeom prst="round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63C4451-DC1A-316F-7DCD-5349470A5EAF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378094" y="3265771"/>
            <a:ext cx="2334768" cy="3723820"/>
          </a:xfrm>
          <a:prstGeom prst="round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25A97D9-45DB-4A1A-6540-0F5AE77430FB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09073" y="3933056"/>
            <a:ext cx="3451359" cy="2334768"/>
          </a:xfrm>
          <a:prstGeom prst="round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C49BA11-393E-6B02-D24D-9422A5F09B60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09073" y="1008788"/>
            <a:ext cx="3451365" cy="2420211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424428196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4A886-19FB-77D6-1791-DA36CA98F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5CB261FA-A14E-C548-521A-AC8F6AEF392C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CC77347A-A260-3FC7-CA22-669326271E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b="1" dirty="0" err="1">
                <a:ln>
                  <a:noFill/>
                  <a:prstDash val="solid"/>
                </a:ln>
                <a:latin typeface="+mj-ea"/>
              </a:rPr>
              <a:t>EHP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</a:rPr>
              <a:t> </a:t>
            </a:r>
            <a:r>
              <a:rPr lang="ko-KR" altLang="en-US" b="1" dirty="0" err="1">
                <a:ln>
                  <a:noFill/>
                  <a:prstDash val="solid"/>
                </a:ln>
                <a:latin typeface="+mj-ea"/>
              </a:rPr>
              <a:t>오버홀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</a:rPr>
              <a:t> 세척 어린이집 은하수반</a:t>
            </a:r>
            <a:endParaRPr lang="en-US" altLang="ko-KR" b="1" spc="-100" dirty="0">
              <a:ln>
                <a:prstDash val="solid"/>
              </a:ln>
              <a:latin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FFD4CD2-23E7-F5F4-9389-634F2216A092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EB45C871-0469-02E2-D460-B13D83E699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6DFE4ADC-5A49-7D40-8799-27CCD830F6C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5650987" y="3431666"/>
            <a:ext cx="2315005" cy="3608884"/>
          </a:xfrm>
          <a:prstGeom prst="round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AE16BC4-9B3F-8FFC-1C06-580758C735B7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453864" y="453980"/>
            <a:ext cx="2347839" cy="3456384"/>
          </a:xfrm>
          <a:prstGeom prst="round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81C82EB-56CE-BAD4-2CCF-0C4B665A9E68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470282" y="3506382"/>
            <a:ext cx="2315005" cy="3456385"/>
          </a:xfrm>
          <a:prstGeom prst="round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B669DCB-C2C3-88AB-5637-534430BFA5BA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04048" y="1008252"/>
            <a:ext cx="3608885" cy="2347839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076907717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65E9F-1D9A-D316-1281-9690059E9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833747F2-1967-1798-9A8C-35645FCC0E8D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A83D8093-0FD5-1233-DCC8-6B949FC10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b="1" dirty="0" err="1">
                <a:ln>
                  <a:noFill/>
                  <a:prstDash val="solid"/>
                </a:ln>
                <a:latin typeface="+mj-ea"/>
              </a:rPr>
              <a:t>EHP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</a:rPr>
              <a:t> </a:t>
            </a:r>
            <a:r>
              <a:rPr lang="ko-KR" altLang="en-US" b="1" dirty="0" err="1">
                <a:ln>
                  <a:noFill/>
                  <a:prstDash val="solid"/>
                </a:ln>
                <a:latin typeface="+mj-ea"/>
              </a:rPr>
              <a:t>오버홀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</a:rPr>
              <a:t> 세척 어린이집 해바라기반</a:t>
            </a:r>
            <a:endParaRPr lang="en-US" altLang="ko-KR" b="1" spc="-100" dirty="0">
              <a:ln>
                <a:prstDash val="solid"/>
              </a:ln>
              <a:latin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847D70DF-E495-C629-509D-DFEA6DCFAAD1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905BE2BF-CF01-7C29-443B-E267CB0287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0ADACDE7-F2B5-C3C3-22A4-3E4817E8240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91333" y="3748839"/>
            <a:ext cx="4043106" cy="2776505"/>
          </a:xfrm>
          <a:prstGeom prst="round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3D91F78-C2B7-F4C0-129F-CA69E67C70DD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5536" y="583364"/>
            <a:ext cx="4043106" cy="2776505"/>
          </a:xfrm>
          <a:prstGeom prst="round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7CFC4D1-6910-3E41-7217-1AC293EA6CE5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5536" y="3748838"/>
            <a:ext cx="4043106" cy="2776505"/>
          </a:xfrm>
          <a:prstGeom prst="round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626D037-882B-2E7C-6F2C-BF1AC5ACDD5F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04042" y="695538"/>
            <a:ext cx="4043106" cy="2776505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873086069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ABB96-FD7D-225D-0DCC-03F7789E4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8AA80DBC-C6C4-C62C-3747-8F093AAC831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18ED9F7C-282A-A11E-0C7D-35FA36D77C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b="1" dirty="0" err="1">
                <a:ln>
                  <a:noFill/>
                  <a:prstDash val="solid"/>
                </a:ln>
                <a:latin typeface="+mj-ea"/>
              </a:rPr>
              <a:t>EHP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</a:rPr>
              <a:t> </a:t>
            </a:r>
            <a:r>
              <a:rPr lang="ko-KR" altLang="en-US" b="1" dirty="0" err="1">
                <a:ln>
                  <a:noFill/>
                  <a:prstDash val="solid"/>
                </a:ln>
                <a:latin typeface="+mj-ea"/>
              </a:rPr>
              <a:t>오버홀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</a:rPr>
              <a:t> 세척 어린이집 창의교실</a:t>
            </a:r>
            <a:endParaRPr lang="en-US" altLang="ko-KR" b="1" spc="-100" dirty="0">
              <a:ln>
                <a:prstDash val="solid"/>
              </a:ln>
              <a:latin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7A785618-3300-5996-4D7A-67508B842BAB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51C440A7-60A2-867A-E61B-61F1772049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99431ADE-8C96-CF4B-46DC-3445599A2E2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96303" y="3933056"/>
            <a:ext cx="3384376" cy="2244630"/>
          </a:xfrm>
          <a:prstGeom prst="round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713F755-98DB-8B90-E5EB-0E84B9080EA0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018818" y="400834"/>
            <a:ext cx="2427760" cy="3131023"/>
          </a:xfrm>
          <a:prstGeom prst="round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BF34B5A-23E6-9D62-F65E-ED715BD1CB50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4771" y="3789040"/>
            <a:ext cx="3275856" cy="2592288"/>
          </a:xfrm>
          <a:prstGeom prst="round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D75A3B2-A5D2-8463-6C32-D4A21EED1429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20020" y="791723"/>
            <a:ext cx="3384377" cy="2349245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614839671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2FCD0-227F-0554-84AA-254AE708F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C5FD372B-F11D-D2EB-E006-0DB62368FE93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4E3F02A7-494A-2833-F491-63A645788B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b="1" dirty="0" err="1">
                <a:ln>
                  <a:noFill/>
                  <a:prstDash val="solid"/>
                </a:ln>
                <a:latin typeface="+mj-ea"/>
              </a:rPr>
              <a:t>EHP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</a:rPr>
              <a:t> </a:t>
            </a:r>
            <a:r>
              <a:rPr lang="ko-KR" altLang="en-US" b="1" dirty="0" err="1">
                <a:ln>
                  <a:noFill/>
                  <a:prstDash val="solid"/>
                </a:ln>
                <a:latin typeface="+mj-ea"/>
              </a:rPr>
              <a:t>오버홀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</a:rPr>
              <a:t> 세척 어린이집 유희실</a:t>
            </a:r>
            <a:endParaRPr lang="en-US" altLang="ko-KR" b="1" spc="-100" dirty="0">
              <a:ln>
                <a:prstDash val="solid"/>
              </a:ln>
              <a:latin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A9DD3473-B5B1-FC28-5894-0D207328FAB4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819586AF-62FE-1C13-F1C6-6B8A84E20D6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6E297C4-4EF0-A3C2-B826-48B2E92EFBC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560" y="3854835"/>
            <a:ext cx="3672408" cy="2636912"/>
          </a:xfrm>
          <a:prstGeom prst="round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7A5637AD-C56E-FDA2-1489-5CB284D603E6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129308" y="443105"/>
            <a:ext cx="2636912" cy="3672408"/>
          </a:xfrm>
          <a:prstGeom prst="round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4A03E201-7A10-0C6A-1147-DB2414C01474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04048" y="3854835"/>
            <a:ext cx="3816424" cy="2636912"/>
          </a:xfrm>
          <a:prstGeom prst="round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BF785CCE-3645-BF36-95AC-4158D5FF4F72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04048" y="942449"/>
            <a:ext cx="3816424" cy="2655317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418755890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3CE5E-C62A-F11E-22C8-87392D83F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7D367D08-BF58-A8D4-8A92-71349ADE591B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EB390796-D25B-1F51-D135-AD1673D735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b="1" dirty="0" err="1">
                <a:ln>
                  <a:noFill/>
                  <a:prstDash val="solid"/>
                </a:ln>
                <a:latin typeface="+mj-ea"/>
              </a:rPr>
              <a:t>EHP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</a:rPr>
              <a:t> </a:t>
            </a:r>
            <a:r>
              <a:rPr lang="ko-KR" altLang="en-US" b="1" dirty="0" err="1">
                <a:ln>
                  <a:noFill/>
                  <a:prstDash val="solid"/>
                </a:ln>
                <a:latin typeface="+mj-ea"/>
              </a:rPr>
              <a:t>오버홀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</a:rPr>
              <a:t> 세척 어린이집 </a:t>
            </a:r>
            <a:r>
              <a:rPr lang="ko-KR" altLang="en-US" b="1" dirty="0" err="1">
                <a:ln>
                  <a:noFill/>
                  <a:prstDash val="solid"/>
                </a:ln>
                <a:latin typeface="+mj-ea"/>
              </a:rPr>
              <a:t>별님반</a:t>
            </a:r>
            <a:endParaRPr lang="en-US" altLang="ko-KR" b="1" spc="-100" dirty="0">
              <a:ln>
                <a:prstDash val="solid"/>
              </a:ln>
              <a:latin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B89D5DA5-2BFD-B02C-C3AE-6E5544E5E614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F6A6BC32-8CAC-3B9A-8816-F569B742FA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96D2CF5A-E50B-0526-D0E3-FDB2C8DF6C8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309301" y="3307266"/>
            <a:ext cx="2204923" cy="3600400"/>
          </a:xfrm>
          <a:prstGeom prst="round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5A2B14B-C64C-B1C3-8A4B-3FB9A600DFAB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309299" y="289289"/>
            <a:ext cx="2204923" cy="3600403"/>
          </a:xfrm>
          <a:prstGeom prst="round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D5E4E1E-2DB4-E255-9A79-DED8C1034B40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58779" y="4005003"/>
            <a:ext cx="3845670" cy="2204923"/>
          </a:xfrm>
          <a:prstGeom prst="round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F5183F5-6D29-59E2-F850-F11836C291BF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58779" y="1052735"/>
            <a:ext cx="3845670" cy="2204923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357718486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00045-EDF3-2B5A-F6CC-78AAE9DB3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37EBA989-A770-2FCF-2CF7-8F5DFBC47A94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551DF520-34D2-170E-B28A-60E939D126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b="1" dirty="0" err="1">
                <a:ln>
                  <a:noFill/>
                  <a:prstDash val="solid"/>
                </a:ln>
                <a:latin typeface="+mj-ea"/>
              </a:rPr>
              <a:t>EHP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</a:rPr>
              <a:t> </a:t>
            </a:r>
            <a:r>
              <a:rPr lang="ko-KR" altLang="en-US" b="1" dirty="0" err="1">
                <a:ln>
                  <a:noFill/>
                  <a:prstDash val="solid"/>
                </a:ln>
                <a:latin typeface="+mj-ea"/>
              </a:rPr>
              <a:t>오버홀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</a:rPr>
              <a:t> 세척 어린이집 </a:t>
            </a:r>
            <a:r>
              <a:rPr lang="ko-KR" altLang="en-US" b="1" dirty="0" err="1">
                <a:ln>
                  <a:noFill/>
                  <a:prstDash val="solid"/>
                </a:ln>
                <a:latin typeface="+mj-ea"/>
              </a:rPr>
              <a:t>달님반</a:t>
            </a:r>
            <a:endParaRPr lang="en-US" altLang="ko-KR" b="1" spc="-100" dirty="0">
              <a:ln>
                <a:prstDash val="solid"/>
              </a:ln>
              <a:latin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D681B95B-0C43-081F-B60F-388A01587B8D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BEDA13C5-8205-5124-2523-A5E86DD687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06E31499-66F4-775E-7F3D-D11B0CBD6E4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122701" y="322794"/>
            <a:ext cx="2438016" cy="3465851"/>
          </a:xfrm>
          <a:prstGeom prst="round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825AA92-84D0-85E6-CEA6-5317BE82F813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042221" y="3427613"/>
            <a:ext cx="2520279" cy="3387151"/>
          </a:xfrm>
          <a:prstGeom prst="round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4B32144-D0A8-2A8F-0035-CF39809A9EDE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15188" y="836712"/>
            <a:ext cx="3797185" cy="2592288"/>
          </a:xfrm>
          <a:prstGeom prst="round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BE60F02-21B6-5CE0-DD68-DC0851FF2D14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15188" y="3861049"/>
            <a:ext cx="3797185" cy="252028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778791814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8A876-33CE-AC2F-0F36-D87AB99E3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FC479736-AD65-06B7-D1F5-956F57C47263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CB57B2A0-DA13-9C67-B659-DE238457C9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b="1" dirty="0" err="1">
                <a:ln>
                  <a:noFill/>
                  <a:prstDash val="solid"/>
                </a:ln>
                <a:latin typeface="+mj-ea"/>
              </a:rPr>
              <a:t>EHP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</a:rPr>
              <a:t> </a:t>
            </a:r>
            <a:r>
              <a:rPr lang="ko-KR" altLang="en-US" b="1" dirty="0" err="1">
                <a:ln>
                  <a:noFill/>
                  <a:prstDash val="solid"/>
                </a:ln>
                <a:latin typeface="+mj-ea"/>
              </a:rPr>
              <a:t>오버홀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</a:rPr>
              <a:t> 세척 어린이집 </a:t>
            </a:r>
            <a:r>
              <a:rPr lang="ko-KR" altLang="en-US" b="1" dirty="0" err="1">
                <a:ln>
                  <a:noFill/>
                  <a:prstDash val="solid"/>
                </a:ln>
                <a:latin typeface="+mj-ea"/>
              </a:rPr>
              <a:t>해님반</a:t>
            </a:r>
            <a:endParaRPr lang="en-US" altLang="ko-KR" b="1" spc="-100" dirty="0">
              <a:ln>
                <a:prstDash val="solid"/>
              </a:ln>
              <a:latin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4356BCD-AC8A-8AFF-A04A-BD8A88B3ADAA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6178A5E0-688C-CAF1-BF6F-704B12D34F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DC8DD07E-8EC6-196C-F646-5263ED0919D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433850" y="158437"/>
            <a:ext cx="2520282" cy="3876833"/>
          </a:xfrm>
          <a:prstGeom prst="round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CF0C8C78-AADC-705D-5262-B86011318208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433850" y="3141275"/>
            <a:ext cx="2520281" cy="3876833"/>
          </a:xfrm>
          <a:prstGeom prst="round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F3F64952-0012-C6B0-8345-C21355BAA085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04048" y="836712"/>
            <a:ext cx="3581395" cy="2520280"/>
          </a:xfrm>
          <a:prstGeom prst="round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214505AD-C85A-E509-2BB4-BFFD254F95B8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2574" y="3819552"/>
            <a:ext cx="3581395" cy="252028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946174814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0D196-E82D-F34A-55E0-60A0F8AD2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103DD514-9C92-3864-0F8C-F6E0CA9FA15D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A3123F87-4339-D8CB-153A-263CAB6F6C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b="1" dirty="0" err="1">
                <a:ln>
                  <a:noFill/>
                  <a:prstDash val="solid"/>
                </a:ln>
                <a:latin typeface="+mj-ea"/>
              </a:rPr>
              <a:t>EHP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</a:rPr>
              <a:t> </a:t>
            </a:r>
            <a:r>
              <a:rPr lang="ko-KR" altLang="en-US" b="1" dirty="0" err="1">
                <a:ln>
                  <a:noFill/>
                  <a:prstDash val="solid"/>
                </a:ln>
                <a:latin typeface="+mj-ea"/>
              </a:rPr>
              <a:t>오버홀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</a:rPr>
              <a:t> 세척 어린이집 실외기 세척</a:t>
            </a:r>
            <a:endParaRPr lang="en-US" altLang="ko-KR" b="1" spc="-100" dirty="0">
              <a:ln>
                <a:prstDash val="solid"/>
              </a:ln>
              <a:latin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ACC5E0EE-46E5-5ADE-E737-10CDC2FC00BA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5EECEAA3-11FA-D281-8596-760CF55604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B781AF0F-FCBB-D527-EFEA-EC03BC79844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34755" y="1700808"/>
            <a:ext cx="2520280" cy="4012010"/>
          </a:xfrm>
          <a:prstGeom prst="round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1D4EBD42-FB3F-BFD1-6BC2-2F313783E75C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5536" y="1700808"/>
            <a:ext cx="2520280" cy="4012010"/>
          </a:xfrm>
          <a:prstGeom prst="round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B75CC0CD-0AF7-2229-FD66-F97AE1A78722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91880" y="1700808"/>
            <a:ext cx="2520280" cy="401201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805990915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FD0BD-2EBB-00D1-550D-66912E827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356B8434-2F9F-55EE-9AAC-085157DF27BF}"/>
              </a:ext>
            </a:extLst>
          </p:cNvPr>
          <p:cNvSpPr/>
          <p:nvPr/>
        </p:nvSpPr>
        <p:spPr bwMode="auto">
          <a:xfrm>
            <a:off x="112159" y="589471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B2E7F337-D8B5-C5E3-44E1-8F5993619B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b="1" dirty="0" err="1">
                <a:ln>
                  <a:noFill/>
                  <a:prstDash val="solid"/>
                </a:ln>
                <a:latin typeface="+mj-ea"/>
              </a:rPr>
              <a:t>EHP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</a:rPr>
              <a:t> </a:t>
            </a:r>
            <a:r>
              <a:rPr lang="ko-KR" altLang="en-US" b="1" dirty="0" err="1">
                <a:ln>
                  <a:noFill/>
                  <a:prstDash val="solid"/>
                </a:ln>
                <a:latin typeface="+mj-ea"/>
              </a:rPr>
              <a:t>오버홀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</a:rPr>
              <a:t> 세척 어린이집 실외기 세척</a:t>
            </a:r>
            <a:endParaRPr lang="en-US" altLang="ko-KR" b="1" spc="-100" dirty="0">
              <a:ln>
                <a:prstDash val="solid"/>
              </a:ln>
              <a:latin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3B777793-0961-544D-AE70-D454314D964D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2410BEAF-F6B8-1A58-824E-98470A11F2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CB1B646-23E9-26EC-8C9E-A6FA3D5EA8A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45554" y="1340768"/>
            <a:ext cx="2448718" cy="4433984"/>
          </a:xfrm>
          <a:prstGeom prst="round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5F2F852-31DE-B9F7-388A-AE9B8CFF6C5A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28" y="1340768"/>
            <a:ext cx="2448718" cy="4433984"/>
          </a:xfrm>
          <a:prstGeom prst="round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CABAC81-0CBF-6A40-4936-C181FA6901AA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31840" y="1340768"/>
            <a:ext cx="2448718" cy="4433984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4186646033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8CE1C-0088-3C67-7745-857D52DEE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1AA82B9-D2AE-551A-5EC5-0809ED334D86}"/>
              </a:ext>
            </a:extLst>
          </p:cNvPr>
          <p:cNvSpPr/>
          <p:nvPr/>
        </p:nvSpPr>
        <p:spPr bwMode="auto">
          <a:xfrm>
            <a:off x="112159" y="589471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5928C9A3-5322-060B-DC43-90BE18C31A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b="1" dirty="0" err="1">
                <a:ln>
                  <a:noFill/>
                  <a:prstDash val="solid"/>
                </a:ln>
                <a:latin typeface="+mj-ea"/>
              </a:rPr>
              <a:t>EHP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</a:rPr>
              <a:t> </a:t>
            </a:r>
            <a:r>
              <a:rPr lang="ko-KR" altLang="en-US" b="1" dirty="0" err="1">
                <a:ln>
                  <a:noFill/>
                  <a:prstDash val="solid"/>
                </a:ln>
                <a:latin typeface="+mj-ea"/>
              </a:rPr>
              <a:t>오버홀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</a:rPr>
              <a:t> 세척 어린이집 실외기 세척</a:t>
            </a:r>
            <a:endParaRPr lang="en-US" altLang="ko-KR" b="1" spc="-100" dirty="0">
              <a:ln>
                <a:prstDash val="solid"/>
              </a:ln>
              <a:latin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E2309018-8A30-215B-EEB6-A926A369CFC0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5393AE86-DE70-F111-3830-549C07C7E0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B3FB919-0865-E3E7-962A-0A80DE6D5D3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41098" y="1556792"/>
            <a:ext cx="2707593" cy="3857920"/>
          </a:xfrm>
          <a:prstGeom prst="round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2CA3C45-8CAD-C397-E04E-9A3FE66C7677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2959" y="1556792"/>
            <a:ext cx="2707593" cy="3857920"/>
          </a:xfrm>
          <a:prstGeom prst="round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6B07C326-E5CE-AB4A-F55C-1F7E4629937D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97028" y="1556792"/>
            <a:ext cx="2707593" cy="385792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662733229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8B63F-946C-A307-517F-ED20B503F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870B7B21-ABD6-453A-96A7-F7462BFBA7DE}"/>
              </a:ext>
            </a:extLst>
          </p:cNvPr>
          <p:cNvSpPr/>
          <p:nvPr/>
        </p:nvSpPr>
        <p:spPr bwMode="auto">
          <a:xfrm>
            <a:off x="112159" y="589471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CEC910D4-889F-39E0-5BEB-A55C59F49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b="1" dirty="0" err="1">
                <a:ln>
                  <a:noFill/>
                  <a:prstDash val="solid"/>
                </a:ln>
                <a:latin typeface="+mj-ea"/>
              </a:rPr>
              <a:t>EHP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</a:rPr>
              <a:t> </a:t>
            </a:r>
            <a:r>
              <a:rPr lang="ko-KR" altLang="en-US" b="1" dirty="0" err="1">
                <a:ln>
                  <a:noFill/>
                  <a:prstDash val="solid"/>
                </a:ln>
                <a:latin typeface="+mj-ea"/>
              </a:rPr>
              <a:t>오버홀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</a:rPr>
              <a:t> 세척 어린이집 실외기 세척</a:t>
            </a:r>
            <a:endParaRPr lang="en-US" altLang="ko-KR" b="1" spc="-100" dirty="0">
              <a:ln>
                <a:prstDash val="solid"/>
              </a:ln>
              <a:latin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75EA77FD-729E-B938-27DF-5E900402250B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CFF3ED1A-A80D-C4A0-5165-B6C48A78B76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E8D90CD9-382F-36BD-2020-29968231B8E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28184" y="1412776"/>
            <a:ext cx="2520280" cy="4327721"/>
          </a:xfrm>
          <a:prstGeom prst="round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DC54541-087F-8FFA-5349-6992A00FA75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15345" y="1412776"/>
            <a:ext cx="2520280" cy="4327721"/>
          </a:xfrm>
          <a:prstGeom prst="round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731B174-D4C2-9A82-6A67-660C8B5ED856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544" y="1412776"/>
            <a:ext cx="2520280" cy="4327721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283124009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D4DFE-8FCE-E11D-830D-AA352BC45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13ED8DC-A61B-AC8B-94B4-C984531ED65F}"/>
              </a:ext>
            </a:extLst>
          </p:cNvPr>
          <p:cNvSpPr/>
          <p:nvPr/>
        </p:nvSpPr>
        <p:spPr bwMode="auto">
          <a:xfrm>
            <a:off x="112159" y="589471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C007449B-3CED-7C1E-D670-A6E1E21CEE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b="1" dirty="0" err="1">
                <a:ln>
                  <a:noFill/>
                  <a:prstDash val="solid"/>
                </a:ln>
                <a:latin typeface="+mj-ea"/>
              </a:rPr>
              <a:t>EHP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</a:rPr>
              <a:t> </a:t>
            </a:r>
            <a:r>
              <a:rPr lang="ko-KR" altLang="en-US" b="1" dirty="0" err="1">
                <a:ln>
                  <a:noFill/>
                  <a:prstDash val="solid"/>
                </a:ln>
                <a:latin typeface="+mj-ea"/>
              </a:rPr>
              <a:t>오버홀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</a:rPr>
              <a:t> 세척 어린이집 실외기 세척</a:t>
            </a:r>
            <a:endParaRPr lang="en-US" altLang="ko-KR" b="1" spc="-100" dirty="0">
              <a:ln>
                <a:prstDash val="solid"/>
              </a:ln>
              <a:latin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462170C3-718B-930B-3A2F-2709FE02782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BEA9EBDB-FFF1-7DA6-3DD1-2471EEF4E1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67219DE9-7FCB-C8FC-4006-B5D401B487F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5536" y="1236198"/>
            <a:ext cx="2604534" cy="4431463"/>
          </a:xfrm>
          <a:prstGeom prst="round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F17BE7D-3AA9-D6FA-C4AA-BE59311E057A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29563" y="1236198"/>
            <a:ext cx="2604534" cy="4431463"/>
          </a:xfrm>
          <a:prstGeom prst="round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4CA5009-9C72-3A7F-521B-6FD96FAA10B0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63590" y="1223622"/>
            <a:ext cx="2604534" cy="4431463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261403814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DA4B8-5C4D-0F99-57FB-99A9FA772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7E659C3C-B52B-7CDA-0121-6CCC31D97EE4}"/>
              </a:ext>
            </a:extLst>
          </p:cNvPr>
          <p:cNvSpPr/>
          <p:nvPr/>
        </p:nvSpPr>
        <p:spPr bwMode="auto">
          <a:xfrm>
            <a:off x="112159" y="589471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189C07CB-E7E6-0D46-D5AF-DE8D3D1EE8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b="1" dirty="0" err="1">
                <a:ln>
                  <a:noFill/>
                  <a:prstDash val="solid"/>
                </a:ln>
                <a:latin typeface="+mj-ea"/>
              </a:rPr>
              <a:t>EHP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</a:rPr>
              <a:t> </a:t>
            </a:r>
            <a:r>
              <a:rPr lang="ko-KR" altLang="en-US" b="1" dirty="0" err="1">
                <a:ln>
                  <a:noFill/>
                  <a:prstDash val="solid"/>
                </a:ln>
                <a:latin typeface="+mj-ea"/>
              </a:rPr>
              <a:t>오버홀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</a:rPr>
              <a:t> 세척 어린이집 실외기 세척</a:t>
            </a:r>
            <a:endParaRPr lang="en-US" altLang="ko-KR" b="1" spc="-100" dirty="0">
              <a:ln>
                <a:prstDash val="solid"/>
              </a:ln>
              <a:latin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DB40C38A-AAFD-2060-DCCD-8F100593A7AE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73CF4101-019A-6502-F677-2CDA3240DC5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61A7093-A4E6-5934-03F1-403C61A3F003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57607" y="1500397"/>
            <a:ext cx="2664296" cy="4106440"/>
          </a:xfrm>
          <a:prstGeom prst="round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A94CFFF-A5C7-4C09-B08E-2A3978B9AFBA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097" y="1500397"/>
            <a:ext cx="2664296" cy="4106440"/>
          </a:xfrm>
          <a:prstGeom prst="round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76CA932-A39B-607B-3F7A-C7FF19A12176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852" y="1484784"/>
            <a:ext cx="2664296" cy="410644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752588717"/>
      </p:ext>
    </p:extLst>
  </p:cSld>
  <p:clrMapOvr>
    <a:masterClrMapping/>
  </p:clrMapOvr>
  <p:transition>
    <p:fad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g"/></Relationships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solidFill>
            <a:srgbClr val="C0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8708</TotalTime>
  <Words>202</Words>
  <Application>Microsoft Office PowerPoint</Application>
  <PresentationFormat>화면 슬라이드 쇼(4:3)</PresentationFormat>
  <Paragraphs>59</Paragraphs>
  <Slides>19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4" baseType="lpstr">
      <vt:lpstr>굴림</vt:lpstr>
      <vt:lpstr>맑은 고딕</vt:lpstr>
      <vt:lpstr>HY견고딕</vt:lpstr>
      <vt:lpstr>Arial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석지훈/사원/AE TMS팀(jihoon.seok@lge.com)</dc:creator>
  <cp:lastModifiedBy>종근 이</cp:lastModifiedBy>
  <cp:revision>808</cp:revision>
  <cp:lastPrinted>2014-04-16T00:57:20Z</cp:lastPrinted>
  <dcterms:created xsi:type="dcterms:W3CDTF">2013-06-09T06:34:48Z</dcterms:created>
  <dcterms:modified xsi:type="dcterms:W3CDTF">2026-06-09T02:53:35Z</dcterms:modified>
</cp:coreProperties>
</file>