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8-410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8-410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(</a:t>
            </a:r>
            <a:r>
              <a:rPr lang="ko-KR" altLang="en-US" sz="1000"/>
              <a:t>화장실좌측방</a:t>
            </a:r>
            <a:r>
              <a:rPr lang="en-US" altLang="ko-KR" sz="1000"/>
              <a:t>))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_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뒤베란다전체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거실 걸레받이</a:t>
            </a:r>
            <a:r>
              <a:rPr lang="en-US" altLang="ko-KR" sz="1000"/>
              <a:t>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2026-04-06T00:46:40Z</dcterms:modified>
</cp:coreProperties>
</file>