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9" r:id="rId3"/>
    <p:sldId id="261" r:id="rId4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99" d="100"/>
          <a:sy n="99" d="100"/>
        </p:scale>
        <p:origin x="210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AE4EA70F-90AF-AE91-AA18-6550FC8C91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C9C3FCE-AF85-C674-2E6D-2CCC65CEFBE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D1BE4E54-B985-48E2-9C34-7714B35DBB81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122BF6F8-DAFA-3ED4-11A5-6981A30CD2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601742C2-AC74-FECB-7ADB-A7C30D27EC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59D2CD-A242-3560-7F8C-B1B03B00B54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3EE351-C379-D3AB-21C7-DF6ADFED99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 smtClean="0"/>
            </a:lvl1pPr>
          </a:lstStyle>
          <a:p>
            <a:pPr>
              <a:defRPr/>
            </a:pPr>
            <a:fld id="{0EED8F04-C06B-4AC9-8E5B-F2DDE250577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04E128A4-B092-5486-9256-7FAE7849FDE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A8F431FA-7565-6B25-7119-862FFA40916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E8C6E2F4-EEF4-AC1D-B146-A4CA545EC9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1363" indent="-284163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39825" indent="-227013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597025" indent="-227013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4225" indent="-227013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1425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68625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5825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3025" indent="-22701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20239E0-72E1-4261-AC23-81761020B4D0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7B6F0D-CD72-F502-9E30-DB0ED0A89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F1D954-3569-40C1-BE93-138ACF779441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0B87B6-1E5E-AE6F-2C29-82B791182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F816E0-CBB1-6120-74BE-2DAAE048C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996098-A808-4C90-9D64-9C6135E38FC0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246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097D97-371F-030C-9E06-E24D3A02A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E2D82D-8225-4716-8734-3D15FFD1B323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0AF25E-502B-EE6C-C01F-066B27CCD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8733AC-1849-6DCB-5853-9AA2201D0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6758EC-77B9-4E4F-9F35-89750B1A89F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0841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D2B687-0A0B-E5CF-B98D-E1096ED48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26B9E4-3A01-45F9-9169-C35E5429C719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8097CB-8FFF-2471-6384-D5B069C97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B1FAA0-EDA6-341B-9B4F-67EFC71D5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F27056-4A1D-4649-8E9F-DAFA898917D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4045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11FDA625-2BC9-82DF-8D36-F74DE3CBD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93911C-3D2E-4881-BBD9-5958732311B3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9CCE9BA5-5715-09C5-DFC2-426EB5CF8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0059999E-EB12-B6B0-6E6C-6ADE72E67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3D048E-A637-401C-8BD2-8C51FCFA84E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9112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4AEFD74E-C50D-760F-B1E6-B2A1F2FCD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F8C37F-FB13-4467-AC81-42D6CFA76685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D2A06973-72B1-C91B-1789-0EBE77269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86169268-E0EF-E5D6-88E1-8A1C7592D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ED8D13-1D9B-4F1F-8028-8DD53E8B606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6133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11A0AA33-9603-4602-CB3D-A8E4D8BA7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3AF345-9F0E-4111-8FA2-E9ABC6B3CF88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D3DFDEE9-26BE-B543-75C6-85193DDDA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63E93FFF-5A91-EDBC-8F91-1AB9DEE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1F0C19-CEA6-45B0-93F5-6D8D216C042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4346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3D9E6E98-10BE-6FE7-2CAB-779964A23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87675C-2015-4C8A-84AA-95EE0779B1F8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53A793BC-5239-9EA2-50F6-3BCAEC37F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7445B9D8-17E6-1299-8C86-3B18BA95B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5173B4-E4AA-4902-9062-E7B40C0649C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3499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B36B20A0-6DA0-C5AD-F2E9-32E8B17CB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4CD43E-38D0-4F75-AE7E-5D6A8D6EE5AE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4FD87BF9-D014-13A3-4629-1252B97D3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4386B8FC-18FD-8673-520B-C3E66FD4E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F2F81B-1125-4CF6-B33A-BDEE6316095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2815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C3F9CC38-5826-BA8F-9A75-362B7D1EF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A03284-96E0-4484-9132-01CB6ED24AD2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877BACF1-1875-57D9-CB50-1E2A886D1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14104B7F-AF1B-0472-03B7-0A3981C8B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043ADE-C557-4988-98C5-791B890F2C24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38873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6F4180-6D1C-B969-77F3-A52F0B818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893EEA-6A1D-4FAD-89C8-8DA48796567F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D36EEE-6A80-B86C-6E56-651163D06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FF8AAF-9981-7D3D-863E-99C884063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5F06AF-718F-48AE-A3FB-8F17C7F832D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3164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6FF4B8-270D-FEC5-8798-431B677E6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A001D9-E443-4C01-B799-BB692E3155FB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3FF109-083B-8E7B-F08B-7420AFB74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033082-CDE9-6606-57CA-B46FEB4A5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122F94-B37E-4553-8D75-052290903D0F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2832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978FCB68-F701-A26A-2816-5EDB6BDFC71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BD09A39D-0AC6-5789-7AB1-BBA6BDEA4B0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F8FAED-F9D5-F262-2E67-0CE7F49AF3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65AC0F8-8317-4CB0-90C0-411D2D894A00}" type="datetimeFigureOut">
              <a:rPr lang="ko-KR" altLang="en-US"/>
              <a:pPr>
                <a:defRPr/>
              </a:pPr>
              <a:t>2026-05-09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732849-28E0-014D-651C-157DAA4436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76E9DE4-4C11-E0D9-5C78-1865CB2AD3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3CFDB4C-D4DD-4CDA-ACF1-54B6485DCC7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90576DC2-C107-02B2-A77C-A65AC8D8F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665288"/>
            <a:ext cx="5903913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2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208</a:t>
            </a:r>
            <a:r>
              <a:rPr kumimoji="0" lang="ko-KR" altLang="en-US" sz="3000" b="1"/>
              <a:t>호 기타공사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3C4A74D0-4489-D7BD-C654-439DE1D1C7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F2C55311-428E-E39B-4DD6-9B516C47D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2026. 03. 23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2D9D3185-005C-44F5-75C7-4E7A6AE2E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2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208</a:t>
            </a:r>
            <a:r>
              <a:rPr kumimoji="0" lang="ko-KR" altLang="en-US" sz="2400" b="1" u="sng"/>
              <a:t>호 기타공사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9339EF69-8159-62CA-934A-C601BC285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03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23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0B904B00-0EC2-DFBF-09FA-2B8A08B0D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D70F1E37-6D10-2A1B-B642-44272568FC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2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208</a:t>
            </a:r>
            <a:r>
              <a:rPr kumimoji="0" lang="ko-KR" altLang="en-US" sz="1200" b="1"/>
              <a:t>호 기타공사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83170847-6BDF-48C2-CAB2-B245B900F0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947988"/>
            <a:ext cx="7912100" cy="120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방충망</a:t>
            </a:r>
            <a:r>
              <a:rPr kumimoji="0" lang="en-US" altLang="ko-KR" sz="1200" b="1"/>
              <a:t>-1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뒤베란다</a:t>
            </a:r>
            <a:r>
              <a:rPr kumimoji="0" lang="en-US" altLang="ko-KR" sz="1200" b="1"/>
              <a:t>(1</a:t>
            </a:r>
            <a:r>
              <a:rPr kumimoji="0" lang="ko-KR" altLang="en-US" sz="1200" b="1"/>
              <a:t>개</a:t>
            </a:r>
            <a:r>
              <a:rPr kumimoji="0" lang="en-US" altLang="ko-KR" sz="1200" b="1"/>
              <a:t>))</a:t>
            </a:r>
            <a:r>
              <a:rPr kumimoji="0" lang="ko-KR" altLang="en-US" sz="1200" b="1"/>
              <a:t>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주방 씽크대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상부장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하부장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문짝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서럽장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몰딩포함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전체교체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주방 씽크대 상판 전체 실리콘 재코킹 작업</a:t>
            </a:r>
            <a:r>
              <a:rPr kumimoji="0" lang="en-US" altLang="ko-KR" sz="1200" b="1"/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걸레받이 교체</a:t>
            </a:r>
            <a:r>
              <a:rPr kumimoji="0" lang="en-US" altLang="ko-KR" sz="1200" b="1"/>
              <a:t>-2</a:t>
            </a:r>
            <a:r>
              <a:rPr kumimoji="0" lang="ko-KR" altLang="en-US" sz="1200" b="1"/>
              <a:t>군데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거실전체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주방전체</a:t>
            </a:r>
            <a:r>
              <a:rPr kumimoji="0" lang="en-US" altLang="ko-KR" sz="1200" b="1"/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빨래 건조대 설치</a:t>
            </a:r>
            <a:r>
              <a:rPr kumimoji="0" lang="en-US" altLang="ko-KR" sz="1200" b="1"/>
              <a:t>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보수 공사 요함</a:t>
            </a:r>
            <a:endParaRPr kumimoji="0" lang="en-US" altLang="ko-KR" sz="1200" b="1"/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7B0CEAF7-B44E-901D-7641-000C9AD536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4140200"/>
            <a:ext cx="84566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기타공사를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4740C05-4D9C-06BE-BF92-39285F7CF771}"/>
              </a:ext>
            </a:extLst>
          </p:cNvPr>
          <p:cNvSpPr/>
          <p:nvPr/>
        </p:nvSpPr>
        <p:spPr bwMode="auto">
          <a:xfrm>
            <a:off x="3316288" y="4862513"/>
            <a:ext cx="2511425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52" name="아래쪽 화살표 51">
            <a:extLst>
              <a:ext uri="{FF2B5EF4-FFF2-40B4-BE49-F238E27FC236}">
                <a16:creationId xmlns:a16="http://schemas.microsoft.com/office/drawing/2014/main" id="{3E2EA60B-8903-A2E2-6C21-EDCF18F834BD}"/>
              </a:ext>
            </a:extLst>
          </p:cNvPr>
          <p:cNvSpPr/>
          <p:nvPr/>
        </p:nvSpPr>
        <p:spPr>
          <a:xfrm>
            <a:off x="4176713" y="5734050"/>
            <a:ext cx="790575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defPPr>
              <a:defRPr lang="ko-KR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5130" name="TextBox 4">
            <a:extLst>
              <a:ext uri="{FF2B5EF4-FFF2-40B4-BE49-F238E27FC236}">
                <a16:creationId xmlns:a16="http://schemas.microsoft.com/office/drawing/2014/main" id="{FADE89D3-F484-1C0A-3C27-A5381D46F0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060575"/>
            <a:ext cx="316706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  </a:t>
            </a:r>
            <a:r>
              <a:rPr kumimoji="0" lang="ko-KR" altLang="en-US" sz="1200" b="1"/>
              <a:t>년    월     일</a:t>
            </a:r>
            <a:endParaRPr kumimoji="0" lang="ko-KR" altLang="en-US" sz="1200" b="1">
              <a:solidFill>
                <a:srgbClr val="FF0000"/>
              </a:solidFill>
            </a:endParaRPr>
          </a:p>
        </p:txBody>
      </p:sp>
      <p:sp>
        <p:nvSpPr>
          <p:cNvPr id="5131" name="TextBox 21">
            <a:extLst>
              <a:ext uri="{FF2B5EF4-FFF2-40B4-BE49-F238E27FC236}">
                <a16:creationId xmlns:a16="http://schemas.microsoft.com/office/drawing/2014/main" id="{1B3D9396-B336-CF45-79B8-D53BDBD45B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492375"/>
            <a:ext cx="33766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  </a:t>
            </a:r>
            <a:r>
              <a:rPr kumimoji="0" lang="ko-KR" altLang="en-US" sz="1200" b="1"/>
              <a:t>년    월     일</a:t>
            </a:r>
            <a:endParaRPr kumimoji="0" lang="ko-KR" altLang="en-US" sz="1200"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C7618031-62CC-EFA0-22DA-E24C3BF56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60350"/>
            <a:ext cx="8229600" cy="1143000"/>
          </a:xfrm>
          <a:ln>
            <a:solidFill>
              <a:schemeClr val="tx1">
                <a:alpha val="98822"/>
              </a:schemeClr>
            </a:solidFill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ko-KR" altLang="en-US" sz="2000" b="1" dirty="0"/>
              <a:t>주방 </a:t>
            </a:r>
            <a:r>
              <a:rPr lang="ko-KR" altLang="en-US" sz="2000" b="1" dirty="0" err="1"/>
              <a:t>씽크대</a:t>
            </a:r>
            <a:r>
              <a:rPr lang="en-US" altLang="ko-KR" sz="2000" b="1" dirty="0"/>
              <a:t>(</a:t>
            </a:r>
            <a:r>
              <a:rPr lang="ko-KR" altLang="en-US" sz="2000" b="1" dirty="0" err="1"/>
              <a:t>상부장</a:t>
            </a:r>
            <a:r>
              <a:rPr lang="en-US" altLang="ko-KR" sz="2000" b="1" dirty="0"/>
              <a:t>, </a:t>
            </a:r>
            <a:r>
              <a:rPr lang="ko-KR" altLang="en-US" sz="2000" b="1" dirty="0" err="1"/>
              <a:t>하부장</a:t>
            </a:r>
            <a:r>
              <a:rPr lang="en-US" altLang="ko-KR" sz="2000" b="1" dirty="0"/>
              <a:t>) </a:t>
            </a:r>
            <a:r>
              <a:rPr lang="ko-KR" altLang="en-US" sz="2000" b="1" dirty="0"/>
              <a:t>문짝</a:t>
            </a:r>
            <a:r>
              <a:rPr lang="en-US" altLang="ko-KR" sz="2000" b="1" dirty="0"/>
              <a:t>(</a:t>
            </a:r>
            <a:r>
              <a:rPr lang="ko-KR" altLang="en-US" sz="2000" b="1" dirty="0" err="1"/>
              <a:t>서럽장</a:t>
            </a:r>
            <a:r>
              <a:rPr lang="en-US" altLang="ko-KR" sz="2000" b="1" dirty="0"/>
              <a:t>, </a:t>
            </a:r>
            <a:r>
              <a:rPr lang="ko-KR" altLang="en-US" sz="2000" b="1" dirty="0" err="1"/>
              <a:t>몰딩포함</a:t>
            </a:r>
            <a:r>
              <a:rPr lang="en-US" altLang="ko-KR" sz="2000" b="1" dirty="0"/>
              <a:t>) </a:t>
            </a:r>
            <a:r>
              <a:rPr lang="ko-KR" altLang="en-US" sz="2000" b="1" dirty="0" err="1"/>
              <a:t>전체교체</a:t>
            </a:r>
            <a:endParaRPr lang="ko-KR" altLang="en-US" sz="2000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D7EC441-16AD-0BD9-5984-E4681E4A8D06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28">
            <a:extLst>
              <a:ext uri="{FF2B5EF4-FFF2-40B4-BE49-F238E27FC236}">
                <a16:creationId xmlns:a16="http://schemas.microsoft.com/office/drawing/2014/main" id="{BE447185-7C94-9112-0F0D-962D2D75B9E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7E7B6935-4DD9-940E-9339-4FA072155A0F}"/>
              </a:ext>
            </a:extLst>
          </p:cNvPr>
          <p:cNvSpPr/>
          <p:nvPr/>
        </p:nvSpPr>
        <p:spPr>
          <a:xfrm>
            <a:off x="1763713" y="2492375"/>
            <a:ext cx="5327650" cy="9366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FBCBA30-24BA-E114-0E69-164C289EA233}"/>
              </a:ext>
            </a:extLst>
          </p:cNvPr>
          <p:cNvSpPr/>
          <p:nvPr/>
        </p:nvSpPr>
        <p:spPr>
          <a:xfrm>
            <a:off x="2916238" y="4581525"/>
            <a:ext cx="2232025" cy="9350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2340</TotalTime>
  <Words>159</Words>
  <Application>Microsoft Office PowerPoint</Application>
  <PresentationFormat>화면 슬라이드 쇼(4:3)</PresentationFormat>
  <Paragraphs>19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주방 씽크대(상부장, 하부장) 문짝(서럽장, 몰딩포함) 전체교체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423</cp:revision>
  <cp:lastPrinted>2025-07-25T05:19:12Z</cp:lastPrinted>
  <dcterms:created xsi:type="dcterms:W3CDTF">2012-05-23T04:33:26Z</dcterms:created>
  <dcterms:modified xsi:type="dcterms:W3CDTF">2026-05-09T05:16:40Z</dcterms:modified>
</cp:coreProperties>
</file>