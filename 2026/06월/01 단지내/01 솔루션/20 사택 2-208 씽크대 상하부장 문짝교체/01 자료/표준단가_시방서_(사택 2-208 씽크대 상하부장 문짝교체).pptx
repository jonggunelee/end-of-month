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4" d="100"/>
          <a:sy n="74" d="100"/>
        </p:scale>
        <p:origin x="97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7-8</a:t>
            </a:r>
            <a:r>
              <a:rPr lang="ko-KR" altLang="en-US" b="1">
                <a:latin typeface="+mn-ea"/>
              </a:rPr>
              <a:t>라인 현관 바닥 힌지 보수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7</a:t>
            </a:r>
            <a:r>
              <a:rPr lang="ko-KR" altLang="en-US" sz="1000" b="1">
                <a:latin typeface="+mn-ea"/>
              </a:rPr>
              <a:t>동 </a:t>
            </a:r>
            <a:r>
              <a:rPr lang="en-US" altLang="ko-KR" sz="1000" b="1">
                <a:latin typeface="+mn-ea"/>
              </a:rPr>
              <a:t>7-8</a:t>
            </a:r>
            <a:r>
              <a:rPr lang="ko-KR" altLang="en-US" sz="1000" b="1">
                <a:latin typeface="+mn-ea"/>
              </a:rPr>
              <a:t>라인 현관 바닥 힌지 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◎위치</a:t>
            </a:r>
            <a:r>
              <a:rPr lang="en-US" altLang="ko-KR" sz="1000"/>
              <a:t>: 7</a:t>
            </a:r>
            <a:r>
              <a:rPr lang="ko-KR" altLang="en-US" sz="1000"/>
              <a:t>동 </a:t>
            </a:r>
            <a:r>
              <a:rPr lang="en-US" altLang="ko-KR" sz="1000"/>
              <a:t>7-8</a:t>
            </a:r>
            <a:r>
              <a:rPr lang="ko-KR" altLang="en-US" sz="1000"/>
              <a:t>라인 우측</a:t>
            </a:r>
            <a:r>
              <a:rPr lang="en-US" altLang="ko-KR" sz="1000"/>
              <a:t>(</a:t>
            </a:r>
            <a:r>
              <a:rPr lang="ko-KR" altLang="en-US" sz="1000"/>
              <a:t>현관 입구측 정면 기준</a:t>
            </a:r>
            <a:r>
              <a:rPr lang="en-US" altLang="ko-KR" sz="1000"/>
              <a:t>)
◎</a:t>
            </a:r>
            <a:r>
              <a:rPr lang="ko-KR" altLang="en-US" sz="1000"/>
              <a:t>견적 제출 요청에 따름 노무비만 견적</a:t>
            </a:r>
            <a:r>
              <a:rPr lang="en-US" altLang="ko-KR" sz="1000"/>
              <a:t>(4</a:t>
            </a:r>
            <a:r>
              <a:rPr lang="ko-KR" altLang="en-US" sz="1000"/>
              <a:t>인</a:t>
            </a:r>
            <a:r>
              <a:rPr lang="en-US" altLang="ko-KR" sz="1000"/>
              <a:t>/</a:t>
            </a:r>
            <a:r>
              <a:rPr lang="ko-KR" altLang="en-US" sz="1000"/>
              <a:t>철공 및 특별인부
자재</a:t>
            </a:r>
            <a:r>
              <a:rPr lang="en-US" altLang="ko-KR" sz="1000"/>
              <a:t>: </a:t>
            </a:r>
            <a:r>
              <a:rPr lang="ko-KR" altLang="en-US" sz="1000"/>
              <a:t>강화몰탈 및 방수액 </a:t>
            </a:r>
            <a:r>
              <a:rPr lang="en-US" altLang="ko-KR" sz="1000"/>
              <a:t>=&gt;</a:t>
            </a:r>
            <a:r>
              <a:rPr lang="ko-KR" altLang="en-US" sz="1000"/>
              <a:t>무상처리</a:t>
            </a:r>
            <a:r>
              <a:rPr lang="en-US" altLang="ko-KR" sz="1000"/>
              <a:t>(</a:t>
            </a:r>
            <a:r>
              <a:rPr lang="ko-KR" altLang="en-US" sz="1000"/>
              <a:t>소량</a:t>
            </a:r>
            <a:r>
              <a:rPr lang="en-US" altLang="ko-KR" sz="1000"/>
              <a:t>)
</a:t>
            </a:r>
            <a:r>
              <a:rPr lang="ko-KR" altLang="en-US" sz="1000"/>
              <a:t>공용 현관 우측 강화문 임시 분리 작업
공용 현관 우측 강화문 바닥 힌지 철거 작업
바닥 힌지 하부 단차 사면 내부 이물 제거 작업
바닥 힌지 하부 단차 사면 메꿈 및 방수 몰탈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870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2026-05-09T06:22:18Z</dcterms:modified>
</cp:coreProperties>
</file>