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4" r:id="rId4"/>
    <p:sldId id="259" r:id="rId5"/>
    <p:sldId id="261" r:id="rId6"/>
    <p:sldId id="262" r:id="rId7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444" autoAdjust="0"/>
  </p:normalViewPr>
  <p:slideViewPr>
    <p:cSldViewPr>
      <p:cViewPr varScale="1">
        <p:scale>
          <a:sx n="109" d="100"/>
          <a:sy n="109" d="100"/>
        </p:scale>
        <p:origin x="18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6CAE7C3-6907-D41F-7164-E9D9317903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4CF4B9-4FCC-04EE-E7D1-D47205BBDE7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3A3CB95F-4976-4DFB-8725-7658C3290113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0C279A8C-3A26-67F1-A43A-1CC63A8A30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862D7DF9-1CAD-DC3F-C7EB-CCC04A2A8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DEA0DF-2E64-B1BE-FC01-B4769EB88D9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AC27D35-82F6-E869-8EE5-1FE1E1655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269D16BF-3DAE-4C20-95EF-80AC6DF6C9E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37EB242B-EB37-B074-97A2-009D92D602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79D30F90-5973-3D49-5B7F-A84E2E7009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1D14C51C-6256-5C2E-377D-47113D7CFC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07E03AB2-B1A3-4D45-ABFD-195EFF5B9903}" type="slidenum">
              <a:rPr lang="ko-KR" altLang="en-US"/>
              <a:pPr/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슬라이드 이미지 개체 틀 1">
            <a:extLst>
              <a:ext uri="{FF2B5EF4-FFF2-40B4-BE49-F238E27FC236}">
                <a16:creationId xmlns:a16="http://schemas.microsoft.com/office/drawing/2014/main" id="{777B32B8-B0B5-CBAC-39C8-20B102D6C83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슬라이드 노트 개체 틀 2">
            <a:extLst>
              <a:ext uri="{FF2B5EF4-FFF2-40B4-BE49-F238E27FC236}">
                <a16:creationId xmlns:a16="http://schemas.microsoft.com/office/drawing/2014/main" id="{6E5E7EE8-B7EB-3EB6-5184-E43BE239CC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148" name="슬라이드 번호 개체 틀 3">
            <a:extLst>
              <a:ext uri="{FF2B5EF4-FFF2-40B4-BE49-F238E27FC236}">
                <a16:creationId xmlns:a16="http://schemas.microsoft.com/office/drawing/2014/main" id="{57DDC116-CA1A-4774-C79C-F7A96ED69E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CFF7C662-D2AA-4716-ACEB-1F2FEDF74FB8}" type="slidenum">
              <a:rPr lang="ko-KR" altLang="en-US"/>
              <a:pPr/>
              <a:t>2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슬라이드 이미지 개체 틀 1">
            <a:extLst>
              <a:ext uri="{FF2B5EF4-FFF2-40B4-BE49-F238E27FC236}">
                <a16:creationId xmlns:a16="http://schemas.microsoft.com/office/drawing/2014/main" id="{505B80B8-CF64-F200-C7AF-2E424A7F7B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슬라이드 노트 개체 틀 2">
            <a:extLst>
              <a:ext uri="{FF2B5EF4-FFF2-40B4-BE49-F238E27FC236}">
                <a16:creationId xmlns:a16="http://schemas.microsoft.com/office/drawing/2014/main" id="{860DA85A-B280-D63E-812F-F1090A2DD24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96" name="슬라이드 번호 개체 틀 3">
            <a:extLst>
              <a:ext uri="{FF2B5EF4-FFF2-40B4-BE49-F238E27FC236}">
                <a16:creationId xmlns:a16="http://schemas.microsoft.com/office/drawing/2014/main" id="{388402FB-614B-480C-AB2C-B932708FB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fld id="{75F349F2-514D-40B5-9B35-4D837886CD00}" type="slidenum">
              <a:rPr lang="ko-KR" altLang="en-US"/>
              <a:pPr/>
              <a:t>3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50C878-1B60-FA31-3415-C6B336306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92DA5-E779-4E96-94A8-BE162439B6AE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41F5ED-9058-1BDC-AA17-8DB89978A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6B4669-52C5-88E0-B147-3C5D5A044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7EB813-E72D-4AFC-925A-ACF91B2E1D2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885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A1A114-83A5-A12F-2FD5-5C0EF819D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9FA21-640C-4680-B587-DB98FAC7E8EC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DA7DBD-9534-69C6-B368-78302F513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3C7D26-8FB9-30AB-6741-B9617F53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4391DA-79CE-4738-B93E-1AD70F266B0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12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127E56-2B80-A017-F07D-D052988BD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659F13-50C5-408B-8E67-D2B2FC50CB42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A68FE1-5473-E245-8A6E-271CDDFA2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B84AD7-16F7-A8D1-D61A-C3CC7F846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ACE649-8B8A-403D-8F7A-DBD45C8ADB7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584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2C7B1572-5CD3-BCFE-BD82-2E23CB589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B20311-C6AC-4754-A93D-3215EBA61022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A450B04-EE54-41FF-EDB2-52318BF80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680BAD66-10C7-B215-90EB-1855AFD2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A7266C-6CB5-4336-8692-9031761FF81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472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DAB61625-8163-3114-BA44-6CC98BC86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9D5E22-8431-43A0-AB0A-12E21B4CE6D5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AF3DC415-E3EB-6910-798B-7EE471CC3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1D039C5-605C-DA3B-1F24-4D9FC124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CFDDFA-82A4-4AEF-97AC-E64081BB6BE3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199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90CEE076-AE4C-2A6E-E03C-1F50709F3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F292E0-87EB-4639-928B-B0D4CD61492D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E9B49C01-2211-58DC-EE0C-BABFC277B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3DC7CCE2-CA2E-2ECE-806B-E469FA2D9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5B1A2A-3781-48E2-8D34-6AC4FC762971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1597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4B5D833B-7586-470B-F094-672AD7647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84756-14A7-441F-9E6B-DDEB68C0036A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D3448FEA-8850-2DC6-0C3F-3629C3588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163665D9-5B59-13BB-990B-8057D76F5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7D9D94-2A18-4FCC-BFC3-A9831C01273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053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78E9533-B0B3-3BF1-459A-F5A28A5EB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535AF4-38BE-4B45-87E8-B2FBE7DCCD6A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FCAF402-F3B1-FD50-B977-1575486B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DDAF955-43A1-9B7D-C985-5B872F730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BCBDF2-8D1E-44AB-8405-B5399CA389B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472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B3B2C33-CE25-8249-ECFC-4325597C0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926785-DB65-496E-8B9E-D762B80B6FC4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23839947-442F-F434-59FF-503C553F5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97B9AEB-4A6D-180F-878A-F2D9299D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7CA085-45B1-438A-A824-85E53FD0EBB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5660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03838E-5A06-22F4-99CF-0C9445DF2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02817E-0239-4BC9-86C2-EAB17CB7DABB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404373-F3BB-8442-3364-3F704CF6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2A3BAF-2416-8F5F-6F77-57D338E76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124C8C-8503-49C7-98E8-C3925EF59B3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866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BF6396-FD0E-0B7F-E1E1-9F4435FE7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63000-2BBB-437F-B891-41F9E4A50F68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32D435-44C4-F402-7E30-EE6D8A3E0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312552-8846-704F-7C8E-1795A1E77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0BF2CA-523E-4893-90CC-B2CA68CE7EC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0804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8C0CE576-DF44-713A-2C56-398744D974E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E558F63C-384B-B096-52DA-003633C9D3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559E48-F838-D165-74C8-B14C95D1A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7837D45-3406-4824-B8E8-24A745AB2637}" type="datetimeFigureOut">
              <a:rPr lang="ko-KR" altLang="en-US"/>
              <a:pPr>
                <a:defRPr/>
              </a:pPr>
              <a:t>2026-04-20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20F5F6-B308-05F6-1975-43A2E2E17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F01225-FB30-FD62-D307-15D605ADF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3FA8CFB-8C65-49E8-84FD-8A9EBCB46FFC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25FCFE6-4B41-E7E5-96C7-2DD4687B3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6950" y="1665288"/>
            <a:ext cx="76787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 </a:t>
            </a:r>
            <a:r>
              <a:rPr kumimoji="0" lang="ko-KR" altLang="en-US" sz="3000" b="1"/>
              <a:t>   </a:t>
            </a:r>
            <a:r>
              <a:rPr kumimoji="0" lang="en-US" altLang="ko-KR" sz="3000" b="1"/>
              <a:t>AB</a:t>
            </a:r>
            <a:r>
              <a:rPr kumimoji="0" lang="ko-KR" altLang="en-US" sz="3000" b="1"/>
              <a:t>동</a:t>
            </a:r>
            <a:r>
              <a:rPr kumimoji="0" lang="en-US" altLang="ko-KR" sz="3000" b="1"/>
              <a:t>, 3</a:t>
            </a:r>
            <a:r>
              <a:rPr kumimoji="0" lang="ko-KR" altLang="en-US" sz="3000" b="1"/>
              <a:t>동 에어컨 필터 청소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C0169C50-9B71-916A-99F9-FB6840727D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4204FF1B-7DB1-C84C-0EF5-4E2D0102D5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2026. 04. 17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3936FD86-7136-4C6A-885A-D81DC9B8A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0688" y="319088"/>
            <a:ext cx="55435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2400" b="1" u="sng"/>
              <a:t> 에어컨 필터 청소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60E7A924-B471-EDB8-F34B-B416F4AFC9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79525"/>
            <a:ext cx="2576513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</a:t>
            </a:r>
            <a:r>
              <a:rPr kumimoji="0" lang="en-US" altLang="ko-KR" sz="1200" b="1"/>
              <a:t>04</a:t>
            </a:r>
            <a:r>
              <a:rPr kumimoji="0" lang="ko-KR" altLang="en-US" sz="1200" b="1"/>
              <a:t>월 </a:t>
            </a:r>
            <a:r>
              <a:rPr kumimoji="0" lang="en-US" altLang="ko-KR" sz="1200" b="1"/>
              <a:t>17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A69525ED-E61C-EA75-01C7-5C6DED6772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39888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42823029-A285-145D-C542-8498F0EE3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718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 에어컨 필터 청소 작업요청서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608D287E-D2B6-66FF-CCCF-B872605A3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2100263"/>
            <a:ext cx="865187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AB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, 3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, 8-201(VIP</a:t>
            </a:r>
            <a:r>
              <a:rPr kumimoji="0" lang="ko-KR" altLang="en-US" sz="1200" b="1"/>
              <a:t>룸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에어컨 필터 청소</a:t>
            </a:r>
            <a:r>
              <a:rPr kumimoji="0" lang="en-US" altLang="ko-KR" sz="1200" b="1"/>
              <a:t>(</a:t>
            </a:r>
            <a:r>
              <a:rPr kumimoji="0" lang="ko-KR" altLang="en-US" sz="1200" b="1">
                <a:solidFill>
                  <a:srgbClr val="0000FF"/>
                </a:solidFill>
              </a:rPr>
              <a:t>총계 </a:t>
            </a:r>
            <a:r>
              <a:rPr kumimoji="0" lang="en-US" altLang="ko-KR" sz="1200" b="1">
                <a:solidFill>
                  <a:srgbClr val="0000FF"/>
                </a:solidFill>
              </a:rPr>
              <a:t>: 432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r>
              <a:rPr kumimoji="0" lang="en-US" altLang="ko-KR" sz="1200" b="1">
                <a:solidFill>
                  <a:srgbClr val="0000FF"/>
                </a:solidFill>
              </a:rPr>
              <a:t>)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>
                <a:solidFill>
                  <a:srgbClr val="0000FF"/>
                </a:solidFill>
              </a:rPr>
              <a:t>                    ① AB</a:t>
            </a:r>
            <a:r>
              <a:rPr kumimoji="0" lang="ko-KR" altLang="en-US" sz="1200" b="1">
                <a:solidFill>
                  <a:srgbClr val="0000FF"/>
                </a:solidFill>
              </a:rPr>
              <a:t>동</a:t>
            </a:r>
            <a:r>
              <a:rPr kumimoji="0" lang="en-US" altLang="ko-KR" sz="1200" b="1">
                <a:solidFill>
                  <a:srgbClr val="0000FF"/>
                </a:solidFill>
              </a:rPr>
              <a:t>(</a:t>
            </a:r>
            <a:r>
              <a:rPr kumimoji="0" lang="ko-KR" altLang="en-US" sz="1200" b="1">
                <a:solidFill>
                  <a:srgbClr val="0000FF"/>
                </a:solidFill>
              </a:rPr>
              <a:t>세대</a:t>
            </a:r>
            <a:r>
              <a:rPr kumimoji="0" lang="en-US" altLang="ko-KR" sz="1200" b="1">
                <a:solidFill>
                  <a:srgbClr val="0000FF"/>
                </a:solidFill>
              </a:rPr>
              <a:t>)</a:t>
            </a:r>
            <a:r>
              <a:rPr kumimoji="0" lang="ko-KR" altLang="en-US" sz="1200" b="1">
                <a:solidFill>
                  <a:srgbClr val="0000FF"/>
                </a:solidFill>
              </a:rPr>
              <a:t> </a:t>
            </a:r>
            <a:r>
              <a:rPr kumimoji="0" lang="en-US" altLang="ko-KR" sz="1200" b="1">
                <a:solidFill>
                  <a:srgbClr val="0000FF"/>
                </a:solidFill>
              </a:rPr>
              <a:t>: 309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endParaRPr kumimoji="0" lang="en-US" altLang="ko-KR" sz="1200" b="1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r>
              <a:rPr kumimoji="0" lang="en-US" altLang="ko-KR" sz="1200" b="1">
                <a:solidFill>
                  <a:srgbClr val="0000FF"/>
                </a:solidFill>
              </a:rPr>
              <a:t>                    ② 3</a:t>
            </a:r>
            <a:r>
              <a:rPr kumimoji="0" lang="ko-KR" altLang="en-US" sz="1200" b="1">
                <a:solidFill>
                  <a:srgbClr val="0000FF"/>
                </a:solidFill>
              </a:rPr>
              <a:t>동</a:t>
            </a:r>
            <a:r>
              <a:rPr kumimoji="0" lang="en-US" altLang="ko-KR" sz="1200" b="1">
                <a:solidFill>
                  <a:srgbClr val="0000FF"/>
                </a:solidFill>
              </a:rPr>
              <a:t>(</a:t>
            </a:r>
            <a:r>
              <a:rPr kumimoji="0" lang="ko-KR" altLang="en-US" sz="1200" b="1">
                <a:solidFill>
                  <a:srgbClr val="0000FF"/>
                </a:solidFill>
              </a:rPr>
              <a:t>세대</a:t>
            </a:r>
            <a:r>
              <a:rPr kumimoji="0" lang="en-US" altLang="ko-KR" sz="1200" b="1">
                <a:solidFill>
                  <a:srgbClr val="0000FF"/>
                </a:solidFill>
              </a:rPr>
              <a:t>)</a:t>
            </a:r>
            <a:r>
              <a:rPr kumimoji="0" lang="ko-KR" altLang="en-US" sz="1200" b="1">
                <a:solidFill>
                  <a:srgbClr val="0000FF"/>
                </a:solidFill>
              </a:rPr>
              <a:t> </a:t>
            </a:r>
            <a:r>
              <a:rPr kumimoji="0" lang="en-US" altLang="ko-KR" sz="1200" b="1">
                <a:solidFill>
                  <a:srgbClr val="0000FF"/>
                </a:solidFill>
              </a:rPr>
              <a:t>: 116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r>
              <a:rPr kumimoji="0" lang="en-US" altLang="ko-KR" sz="1200" b="1">
                <a:solidFill>
                  <a:srgbClr val="0000FF"/>
                </a:solidFill>
              </a:rPr>
              <a:t>, 2~4</a:t>
            </a:r>
            <a:r>
              <a:rPr kumimoji="0" lang="ko-KR" altLang="en-US" sz="1200" b="1">
                <a:solidFill>
                  <a:srgbClr val="0000FF"/>
                </a:solidFill>
              </a:rPr>
              <a:t>층 탕비실 </a:t>
            </a:r>
            <a:r>
              <a:rPr kumimoji="0" lang="en-US" altLang="ko-KR" sz="1200" b="1">
                <a:solidFill>
                  <a:srgbClr val="0000FF"/>
                </a:solidFill>
              </a:rPr>
              <a:t>: 6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endParaRPr kumimoji="0" lang="en-US" altLang="ko-KR" sz="1200" b="1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>
                <a:solidFill>
                  <a:srgbClr val="0000FF"/>
                </a:solidFill>
              </a:rPr>
              <a:t>                    </a:t>
            </a:r>
            <a:r>
              <a:rPr kumimoji="0" lang="ko-KR" altLang="en-US" sz="1200" b="1">
                <a:solidFill>
                  <a:srgbClr val="0000FF"/>
                </a:solidFill>
              </a:rPr>
              <a:t>③ </a:t>
            </a:r>
            <a:r>
              <a:rPr kumimoji="0" lang="en-US" altLang="ko-KR" sz="1200" b="1">
                <a:solidFill>
                  <a:srgbClr val="0000FF"/>
                </a:solidFill>
              </a:rPr>
              <a:t>8</a:t>
            </a:r>
            <a:r>
              <a:rPr kumimoji="0" lang="ko-KR" altLang="en-US" sz="1200" b="1">
                <a:solidFill>
                  <a:srgbClr val="0000FF"/>
                </a:solidFill>
              </a:rPr>
              <a:t>동 </a:t>
            </a:r>
            <a:r>
              <a:rPr kumimoji="0" lang="en-US" altLang="ko-KR" sz="1200" b="1">
                <a:solidFill>
                  <a:srgbClr val="0000FF"/>
                </a:solidFill>
              </a:rPr>
              <a:t>201</a:t>
            </a:r>
            <a:r>
              <a:rPr kumimoji="0" lang="ko-KR" altLang="en-US" sz="1200" b="1">
                <a:solidFill>
                  <a:srgbClr val="0000FF"/>
                </a:solidFill>
              </a:rPr>
              <a:t>호 </a:t>
            </a:r>
            <a:r>
              <a:rPr kumimoji="0" lang="en-US" altLang="ko-KR" sz="1200" b="1">
                <a:solidFill>
                  <a:srgbClr val="0000FF"/>
                </a:solidFill>
              </a:rPr>
              <a:t>: 1</a:t>
            </a:r>
            <a:r>
              <a:rPr kumimoji="0" lang="ko-KR" altLang="en-US" sz="1200" b="1">
                <a:solidFill>
                  <a:srgbClr val="0000FF"/>
                </a:solidFill>
              </a:rPr>
              <a:t>대</a:t>
            </a:r>
            <a:endParaRPr kumimoji="0" lang="en-US" altLang="ko-KR" sz="1200" b="1">
              <a:solidFill>
                <a:srgbClr val="0000FF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kumimoji="0" lang="en-US" altLang="ko-KR" sz="1200" b="1">
                <a:solidFill>
                  <a:srgbClr val="0000FF"/>
                </a:solidFill>
              </a:rPr>
              <a:t> </a:t>
            </a:r>
            <a:endParaRPr kumimoji="0" lang="en-US" altLang="ko-KR" sz="1200" b="1">
              <a:solidFill>
                <a:srgbClr val="FF0000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F7DE56-1128-B80E-38D3-3E61C92DAA01}"/>
              </a:ext>
            </a:extLst>
          </p:cNvPr>
          <p:cNvSpPr txBox="1"/>
          <p:nvPr/>
        </p:nvSpPr>
        <p:spPr>
          <a:xfrm>
            <a:off x="4859338" y="6524625"/>
            <a:ext cx="1584325" cy="231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latinLnBrk="1" hangingPunct="1">
              <a:defRPr/>
            </a:pPr>
            <a:r>
              <a:rPr lang="ko-KR" altLang="en-US" sz="900" b="1" dirty="0">
                <a:latin typeface="+mj-ea"/>
                <a:ea typeface="+mj-ea"/>
              </a:rPr>
              <a:t>     </a:t>
            </a:r>
          </a:p>
        </p:txBody>
      </p:sp>
      <p:sp>
        <p:nvSpPr>
          <p:cNvPr id="5128" name="TextBox 45">
            <a:extLst>
              <a:ext uri="{FF2B5EF4-FFF2-40B4-BE49-F238E27FC236}">
                <a16:creationId xmlns:a16="http://schemas.microsoft.com/office/drawing/2014/main" id="{661B210F-2068-646C-BE24-18C1D2DBD7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644900"/>
            <a:ext cx="8456612" cy="334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필터청소를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2822F08-9295-A0DA-49A9-F4F56FA74D9B}"/>
              </a:ext>
            </a:extLst>
          </p:cNvPr>
          <p:cNvSpPr/>
          <p:nvPr/>
        </p:nvSpPr>
        <p:spPr bwMode="auto">
          <a:xfrm>
            <a:off x="3316288" y="46355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3" name="아래쪽 화살표 12">
            <a:extLst>
              <a:ext uri="{FF2B5EF4-FFF2-40B4-BE49-F238E27FC236}">
                <a16:creationId xmlns:a16="http://schemas.microsoft.com/office/drawing/2014/main" id="{0BFB50CD-0E13-91E9-937D-A57919F55ABA}"/>
              </a:ext>
            </a:extLst>
          </p:cNvPr>
          <p:cNvSpPr/>
          <p:nvPr/>
        </p:nvSpPr>
        <p:spPr>
          <a:xfrm>
            <a:off x="4176713" y="55895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D7277-6339-580A-C847-C2FB5FF7C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975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en-US" altLang="ko-KR" sz="3200" b="1" dirty="0">
                <a:latin typeface="+mj-ea"/>
              </a:rPr>
              <a:t>ES </a:t>
            </a:r>
            <a:r>
              <a:rPr lang="ko-KR" altLang="en-US" sz="3200" b="1" dirty="0">
                <a:latin typeface="+mj-ea"/>
              </a:rPr>
              <a:t>에어컨 설치 현황</a:t>
            </a:r>
            <a:endParaRPr lang="ko-KR" altLang="en-US" sz="32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3E7C548-D90F-00E4-957F-0456ECEF0DE3}"/>
              </a:ext>
            </a:extLst>
          </p:cNvPr>
          <p:cNvSpPr/>
          <p:nvPr/>
        </p:nvSpPr>
        <p:spPr>
          <a:xfrm>
            <a:off x="468313" y="1125538"/>
            <a:ext cx="8207375" cy="51117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7172" name="그림 2">
            <a:extLst>
              <a:ext uri="{FF2B5EF4-FFF2-40B4-BE49-F238E27FC236}">
                <a16:creationId xmlns:a16="http://schemas.microsoft.com/office/drawing/2014/main" id="{9FE2C7E4-ACDA-6E07-7520-34E04AF440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1268413"/>
            <a:ext cx="7921625" cy="482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A858AE-83AE-AAAB-FAA0-A51C528D530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(1WAY)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A421B99-996A-4A30-8D7C-770FAB2ED12C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9220" name="Picture 24">
            <a:extLst>
              <a:ext uri="{FF2B5EF4-FFF2-40B4-BE49-F238E27FC236}">
                <a16:creationId xmlns:a16="http://schemas.microsoft.com/office/drawing/2014/main" id="{3555CE65-182D-BD82-418A-39DA3DBD99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013E9-8350-692B-C900-D8BD4ADC007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(4WAY)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96763D6-77A6-9F0D-4D3A-0BCB845C5DB7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0244" name="Picture 24">
            <a:extLst>
              <a:ext uri="{FF2B5EF4-FFF2-40B4-BE49-F238E27FC236}">
                <a16:creationId xmlns:a16="http://schemas.microsoft.com/office/drawing/2014/main" id="{18A930D5-2FAC-5633-5AD9-E2BA35A1EA9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68813"/>
          </a:xfr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446B1-7DEE-1A95-FA51-7C38A398F96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에어컨 필터 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스탠드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7F28E29-64F6-8B64-2162-9C922C0C022D}"/>
              </a:ext>
            </a:extLst>
          </p:cNvPr>
          <p:cNvSpPr/>
          <p:nvPr/>
        </p:nvSpPr>
        <p:spPr>
          <a:xfrm>
            <a:off x="468313" y="1628775"/>
            <a:ext cx="8207375" cy="43926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11268" name="Picture 24">
            <a:extLst>
              <a:ext uri="{FF2B5EF4-FFF2-40B4-BE49-F238E27FC236}">
                <a16:creationId xmlns:a16="http://schemas.microsoft.com/office/drawing/2014/main" id="{FBFDCDAD-D964-B9EB-7F48-77EE6135E51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1186</TotalTime>
  <Words>160</Words>
  <Application>Microsoft Office PowerPoint</Application>
  <PresentationFormat>화면 슬라이드 쇼(4:3)</PresentationFormat>
  <Paragraphs>22</Paragraphs>
  <Slides>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ES 에어컨 설치 현황</vt:lpstr>
      <vt:lpstr> 에어컨 필터 (1WAY) </vt:lpstr>
      <vt:lpstr> 에어컨 필터 (4WAY) </vt:lpstr>
      <vt:lpstr> 에어컨 필터 (스탠드)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229</cp:revision>
  <cp:lastPrinted>2024-04-15T23:54:45Z</cp:lastPrinted>
  <dcterms:created xsi:type="dcterms:W3CDTF">2012-05-23T04:33:26Z</dcterms:created>
  <dcterms:modified xsi:type="dcterms:W3CDTF">2026-04-20T03:39:27Z</dcterms:modified>
</cp:coreProperties>
</file>