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7" r:id="rId1"/>
  </p:sldMasterIdLst>
  <p:notesMasterIdLst>
    <p:notesMasterId r:id="rId5"/>
  </p:notesMasterIdLst>
  <p:sldIdLst>
    <p:sldId id="908" r:id="rId2"/>
    <p:sldId id="909" r:id="rId3"/>
    <p:sldId id="940" r:id="rId4"/>
  </p:sldIdLst>
  <p:sldSz cx="9144000" cy="6858000" type="screen4x3"/>
  <p:notesSz cx="6858000" cy="9979025"/>
  <p:embeddedFontLst>
    <p:embeddedFont>
      <p:font typeface="HY견고딕" panose="02030600000101010101" pitchFamily="18" charset="-127"/>
      <p:regular r:id="rId6"/>
    </p:embeddedFont>
    <p:embeddedFont>
      <p:font typeface="맑은 고딕" panose="020B0503020000020004" pitchFamily="50" charset="-127"/>
      <p:regular r:id="rId7"/>
      <p:bold r:id="rId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pos="32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ster" initials="m" lastIdx="5" clrIdx="0">
    <p:extLst>
      <p:ext uri="{19B8F6BF-5375-455C-9EA6-DF929625EA0E}">
        <p15:presenceInfo xmlns:p15="http://schemas.microsoft.com/office/powerpoint/2012/main" userId="mast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76787B"/>
    <a:srgbClr val="CD4465"/>
    <a:srgbClr val="747679"/>
    <a:srgbClr val="A90044"/>
    <a:srgbClr val="BC0951"/>
    <a:srgbClr val="D46175"/>
    <a:srgbClr val="D0536E"/>
    <a:srgbClr val="C800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howGuides="1">
      <p:cViewPr varScale="1">
        <p:scale>
          <a:sx n="111" d="100"/>
          <a:sy n="111" d="100"/>
        </p:scale>
        <p:origin x="1932" y="114"/>
      </p:cViewPr>
      <p:guideLst>
        <p:guide orient="horz" pos="4110"/>
        <p:guide pos="3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818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viewProps" Target="viewProps.xml"/><Relationship Id="rId5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/>
          <a:lstStyle>
            <a:lvl1pPr algn="r">
              <a:defRPr sz="1300"/>
            </a:lvl1pPr>
          </a:lstStyle>
          <a:p>
            <a:fld id="{86E5C4D5-C456-473B-A8F6-817BFB643621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3450" y="747713"/>
            <a:ext cx="4991100" cy="3743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196" tIns="48099" rIns="96196" bIns="480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740037"/>
            <a:ext cx="5486400" cy="4490562"/>
          </a:xfrm>
          <a:prstGeom prst="rect">
            <a:avLst/>
          </a:prstGeom>
        </p:spPr>
        <p:txBody>
          <a:bodyPr vert="horz" lIns="96196" tIns="48099" rIns="96196" bIns="4809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9478342"/>
            <a:ext cx="2971800" cy="498951"/>
          </a:xfrm>
          <a:prstGeom prst="rect">
            <a:avLst/>
          </a:prstGeom>
        </p:spPr>
        <p:txBody>
          <a:bodyPr vert="horz" lIns="96196" tIns="48099" rIns="96196" bIns="48099" rtlCol="0" anchor="b"/>
          <a:lstStyle>
            <a:lvl1pPr algn="r">
              <a:defRPr sz="1300"/>
            </a:lvl1pPr>
          </a:lstStyle>
          <a:p>
            <a:fld id="{5A1DB697-446A-45B3-8FFD-B426BCAD979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398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1</a:t>
            </a:r>
            <a:endParaRPr lang="ko-KR" altLang="en-US"/>
          </a:p>
          <a:p>
            <a:r>
              <a:rPr lang="en-US" altLang="ko-KR"/>
              <a:t>Welcome to the LG Electronics Air Conditioning &amp; Energy Solution Company.</a:t>
            </a:r>
          </a:p>
        </p:txBody>
      </p:sp>
      <p:sp>
        <p:nvSpPr>
          <p:cNvPr id="33796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04E199F-8DF4-4D74-BC96-A25445BD3AA4}" type="slidenum">
              <a:rPr lang="en-US" altLang="ko-KR">
                <a:solidFill>
                  <a:prstClr val="black"/>
                </a:solidFill>
              </a:rPr>
              <a:pPr eaLnBrk="1" hangingPunct="1"/>
              <a:t>1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6174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2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907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ko-KR"/>
              <a:t>Thank you.</a:t>
            </a:r>
            <a:endParaRPr lang="ko-KR" altLang="ko-KR"/>
          </a:p>
          <a:p>
            <a:endParaRPr lang="en-US" altLang="ko-KR"/>
          </a:p>
        </p:txBody>
      </p:sp>
      <p:sp>
        <p:nvSpPr>
          <p:cNvPr id="34820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1737" indent="-285283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1133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597586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4040" indent="-228226" eaLnBrk="0" hangingPunct="0"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0493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66946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3399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79852" indent="-228226" eaLnBrk="0" fontAlgn="base" hangingPunct="0"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fld id="{C57056D9-E657-4384-9C2F-D7C4FEEB7D51}" type="slidenum">
              <a:rPr lang="en-US" altLang="ko-KR">
                <a:solidFill>
                  <a:prstClr val="black"/>
                </a:solidFill>
              </a:rPr>
              <a:pPr eaLnBrk="1" hangingPunct="1"/>
              <a:t>3</a:t>
            </a:fld>
            <a:endParaRPr lang="en-US" altLang="ko-K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45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7103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52242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07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 descr="W:\LGPT_110105_2011 AE 사업본부 소개 PPT 제작\PNG\226\navi_01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025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605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1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 descr="W:\LGPT_110105_2011 AE 사업본부 소개 PPT 제작\PNG\226\navi_03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762000"/>
            <a:ext cx="9144000" cy="609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708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362575"/>
            <a:ext cx="9144000" cy="1495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9419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3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5" descr="W:\LGPT_110105_2011 AE 사업본부 소개 PPT 제작\PNG\226\navi_04.png"/>
          <p:cNvPicPr>
            <a:picLocks noChangeAspect="1" noChangeArrowheads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8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320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28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7678434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W:\LGPT_110105_2011 AE 사업본부 소개 PPT 제작\PNG\226\bg_00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W:\LGPT_110105_2011 AE 사업본부 소개 PPT 제작\PNG\226\bottom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8" descr="08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4224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11EC1B3-06A7-4046-8908-CF0411A4D735}" type="datetimeFigureOut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2026-06-09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b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E4D3389-9F03-43C2-AB7E-B90FF6ACF10C}" type="slidenum">
              <a:rPr lang="ko-KR" alt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987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6" descr="1-5">
            <a:extLst>
              <a:ext uri="{FF2B5EF4-FFF2-40B4-BE49-F238E27FC236}">
                <a16:creationId xmlns:a16="http://schemas.microsoft.com/office/drawing/2014/main" id="{9A73E1AB-6066-44FA-9669-2224C2CB39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23266" y="-140578"/>
            <a:ext cx="9167266" cy="37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A1A5714-D6A7-4E8D-8322-95365062F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5" y="908720"/>
            <a:ext cx="8960684" cy="1086144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296049" y="1185501"/>
            <a:ext cx="6768752" cy="40011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contourClr>
                <a:schemeClr val="accent4">
                  <a:alpha val="95000"/>
                </a:schemeClr>
              </a:contourClr>
            </a:sp3d>
          </a:bodyPr>
          <a:lstStyle>
            <a:defPPr>
              <a:defRPr lang="ko-KR"/>
            </a:defPPr>
            <a:lvl1pPr marL="0" defTabSz="914400" eaLnBrk="1" hangingPunct="1">
              <a:lnSpc>
                <a:spcPct val="90000"/>
              </a:lnSpc>
              <a:buClr>
                <a:prstClr val="white"/>
              </a:buClr>
              <a:defRPr sz="1200" b="1" spc="-100">
                <a:ln>
                  <a:prstDash val="solid"/>
                </a:ln>
                <a:latin typeface="-윤고딕330" pitchFamily="18" charset="-127"/>
                <a:ea typeface="-윤고딕330" pitchFamily="18" charset="-127"/>
                <a:cs typeface="Arial" pitchFamily="34" charset="0"/>
              </a:defRPr>
            </a:lvl1pPr>
            <a:lvl2pPr defTabSz="914400" eaLnBrk="1" hangingPunct="1">
              <a:defRPr sz="1800">
                <a:latin typeface="+mn-lt"/>
                <a:ea typeface="+mn-ea"/>
              </a:defRPr>
            </a:lvl2pPr>
            <a:lvl3pPr defTabSz="914400" eaLnBrk="1" hangingPunct="1">
              <a:defRPr sz="1800">
                <a:latin typeface="+mn-lt"/>
                <a:ea typeface="+mn-ea"/>
              </a:defRPr>
            </a:lvl3pPr>
            <a:lvl4pPr defTabSz="914400" eaLnBrk="1" hangingPunct="1">
              <a:defRPr sz="1800">
                <a:latin typeface="+mn-lt"/>
                <a:ea typeface="+mn-ea"/>
              </a:defRPr>
            </a:lvl4pPr>
            <a:lvl5pPr defTabSz="914400" eaLnBrk="1" hangingPunct="1">
              <a:defRPr sz="1800">
                <a:latin typeface="+mn-lt"/>
                <a:ea typeface="+mn-ea"/>
              </a:defRPr>
            </a:lvl5pPr>
            <a:lvl6pPr>
              <a:defRPr sz="1800">
                <a:latin typeface="+mn-lt"/>
                <a:ea typeface="+mn-ea"/>
              </a:defRPr>
            </a:lvl6pPr>
            <a:lvl7pPr>
              <a:defRPr sz="1800">
                <a:latin typeface="+mn-lt"/>
                <a:ea typeface="+mn-ea"/>
              </a:defRPr>
            </a:lvl7pPr>
            <a:lvl8pPr>
              <a:defRPr sz="1800">
                <a:latin typeface="+mn-lt"/>
                <a:ea typeface="+mn-ea"/>
              </a:defRPr>
            </a:lvl8pPr>
            <a:lvl9pPr>
              <a:defRPr sz="1800">
                <a:latin typeface="+mn-lt"/>
                <a:ea typeface="+mn-ea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기숙사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AB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동 </a:t>
            </a:r>
            <a:r>
              <a:rPr lang="en-US" altLang="ko-KR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EHP </a:t>
            </a:r>
            <a:r>
              <a:rPr lang="ko-KR" altLang="en-US" sz="2600" dirty="0">
                <a:ln>
                  <a:noFill/>
                  <a:prstDash val="solid"/>
                </a:ln>
                <a:solidFill>
                  <a:schemeClr val="bg1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수리</a:t>
            </a:r>
            <a:endParaRPr lang="ko-KR" altLang="en-US" sz="2600" b="0" dirty="0">
              <a:ln>
                <a:noFill/>
                <a:prstDash val="solid"/>
              </a:ln>
              <a:solidFill>
                <a:schemeClr val="bg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3696563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기숙사 </a:t>
            </a:r>
            <a:r>
              <a:rPr lang="en-US" altLang="ko-KR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AB</a:t>
            </a:r>
            <a:r>
              <a:rPr lang="ko-KR" altLang="en-US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동 </a:t>
            </a:r>
            <a:r>
              <a:rPr lang="en-US" altLang="ko-KR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EHP </a:t>
            </a:r>
            <a:r>
              <a:rPr lang="ko-KR" altLang="en-US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수리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8526005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">
            <a:extLst>
              <a:ext uri="{FF2B5EF4-FFF2-40B4-BE49-F238E27FC236}">
                <a16:creationId xmlns:a16="http://schemas.microsoft.com/office/drawing/2014/main" id="{EF3ADAD4-ACFE-4BA5-BC29-8CB3FBEFA569}"/>
              </a:ext>
            </a:extLst>
          </p:cNvPr>
          <p:cNvSpPr/>
          <p:nvPr/>
        </p:nvSpPr>
        <p:spPr bwMode="auto">
          <a:xfrm>
            <a:off x="107950" y="188640"/>
            <a:ext cx="8928100" cy="289441"/>
          </a:xfrm>
          <a:prstGeom prst="roundRect">
            <a:avLst/>
          </a:prstGeom>
          <a:solidFill>
            <a:schemeClr val="bg1"/>
          </a:solidFill>
          <a:ln w="3175" cap="flat" cmpd="sng" algn="ctr">
            <a:noFill/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208CC5B0-3E18-4167-AED9-0D5663B3F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83357"/>
            <a:ext cx="7487391" cy="249299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0" rIns="72000" bIns="0" anchor="ctr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1270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>
              <a:lnSpc>
                <a:spcPct val="90000"/>
              </a:lnSpc>
              <a:buClr>
                <a:prstClr val="white"/>
              </a:buClr>
              <a:defRPr/>
            </a:pPr>
            <a:r>
              <a:rPr lang="ko-KR" altLang="en-US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기숙사 </a:t>
            </a:r>
            <a:r>
              <a:rPr lang="en-US" altLang="ko-KR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AB</a:t>
            </a:r>
            <a:r>
              <a:rPr lang="ko-KR" altLang="en-US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동 </a:t>
            </a:r>
            <a:r>
              <a:rPr lang="en-US" altLang="ko-KR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EHP </a:t>
            </a:r>
            <a:r>
              <a:rPr lang="ko-KR" altLang="en-US" spc="-100" dirty="0">
                <a:ln>
                  <a:prstDash val="solid"/>
                </a:ln>
                <a:latin typeface="HY견고딕" panose="02030600000101010101" pitchFamily="18" charset="-127"/>
                <a:ea typeface="HY견고딕" panose="02030600000101010101" pitchFamily="18" charset="-127"/>
                <a:cs typeface="Arial" pitchFamily="34" charset="0"/>
              </a:rPr>
              <a:t>수리</a:t>
            </a:r>
            <a:endParaRPr lang="en-US" altLang="ko-KR" spc="-100" dirty="0">
              <a:ln>
                <a:prstDash val="solid"/>
              </a:ln>
              <a:latin typeface="HY견고딕" panose="02030600000101010101" pitchFamily="18" charset="-127"/>
              <a:ea typeface="HY견고딕" panose="02030600000101010101" pitchFamily="18" charset="-127"/>
              <a:cs typeface="Arial" pitchFamily="34" charset="0"/>
            </a:endParaRPr>
          </a:p>
        </p:txBody>
      </p:sp>
      <p:sp>
        <p:nvSpPr>
          <p:cNvPr id="16" name="자유형 1">
            <a:extLst>
              <a:ext uri="{FF2B5EF4-FFF2-40B4-BE49-F238E27FC236}">
                <a16:creationId xmlns:a16="http://schemas.microsoft.com/office/drawing/2014/main" id="{C6DECF70-3146-4166-B411-5000D1C73273}"/>
              </a:ext>
            </a:extLst>
          </p:cNvPr>
          <p:cNvSpPr/>
          <p:nvPr/>
        </p:nvSpPr>
        <p:spPr bwMode="auto">
          <a:xfrm>
            <a:off x="107950" y="332656"/>
            <a:ext cx="8928100" cy="236537"/>
          </a:xfrm>
          <a:custGeom>
            <a:avLst/>
            <a:gdLst>
              <a:gd name="connsiteX0" fmla="*/ 0 w 9515475"/>
              <a:gd name="connsiteY0" fmla="*/ 0 h 123825"/>
              <a:gd name="connsiteX1" fmla="*/ 5076825 w 9515475"/>
              <a:gd name="connsiteY1" fmla="*/ 0 h 123825"/>
              <a:gd name="connsiteX2" fmla="*/ 8058150 w 9515475"/>
              <a:gd name="connsiteY2" fmla="*/ 0 h 123825"/>
              <a:gd name="connsiteX3" fmla="*/ 8258175 w 9515475"/>
              <a:gd name="connsiteY3" fmla="*/ 123825 h 123825"/>
              <a:gd name="connsiteX4" fmla="*/ 9515475 w 9515475"/>
              <a:gd name="connsiteY4" fmla="*/ 123825 h 123825"/>
              <a:gd name="connsiteX0" fmla="*/ 0 w 9515475"/>
              <a:gd name="connsiteY0" fmla="*/ 0 h 176212"/>
              <a:gd name="connsiteX1" fmla="*/ 5076825 w 9515475"/>
              <a:gd name="connsiteY1" fmla="*/ 0 h 176212"/>
              <a:gd name="connsiteX2" fmla="*/ 8058150 w 9515475"/>
              <a:gd name="connsiteY2" fmla="*/ 0 h 176212"/>
              <a:gd name="connsiteX3" fmla="*/ 8260535 w 9515475"/>
              <a:gd name="connsiteY3" fmla="*/ 176212 h 176212"/>
              <a:gd name="connsiteX4" fmla="*/ 9515475 w 9515475"/>
              <a:gd name="connsiteY4" fmla="*/ 123825 h 176212"/>
              <a:gd name="connsiteX0" fmla="*/ 0 w 9524912"/>
              <a:gd name="connsiteY0" fmla="*/ 0 h 180975"/>
              <a:gd name="connsiteX1" fmla="*/ 5076825 w 9524912"/>
              <a:gd name="connsiteY1" fmla="*/ 0 h 180975"/>
              <a:gd name="connsiteX2" fmla="*/ 8058150 w 9524912"/>
              <a:gd name="connsiteY2" fmla="*/ 0 h 180975"/>
              <a:gd name="connsiteX3" fmla="*/ 8260535 w 9524912"/>
              <a:gd name="connsiteY3" fmla="*/ 176212 h 180975"/>
              <a:gd name="connsiteX4" fmla="*/ 9524912 w 9524912"/>
              <a:gd name="connsiteY4" fmla="*/ 180975 h 180975"/>
              <a:gd name="connsiteX0" fmla="*/ 0 w 9527271"/>
              <a:gd name="connsiteY0" fmla="*/ 0 h 176212"/>
              <a:gd name="connsiteX1" fmla="*/ 5076825 w 9527271"/>
              <a:gd name="connsiteY1" fmla="*/ 0 h 176212"/>
              <a:gd name="connsiteX2" fmla="*/ 8058150 w 9527271"/>
              <a:gd name="connsiteY2" fmla="*/ 0 h 176212"/>
              <a:gd name="connsiteX3" fmla="*/ 8260535 w 9527271"/>
              <a:gd name="connsiteY3" fmla="*/ 176212 h 176212"/>
              <a:gd name="connsiteX4" fmla="*/ 9527271 w 9527271"/>
              <a:gd name="connsiteY4" fmla="*/ 173832 h 176212"/>
              <a:gd name="connsiteX0" fmla="*/ 0 w 9527271"/>
              <a:gd name="connsiteY0" fmla="*/ 0 h 228599"/>
              <a:gd name="connsiteX1" fmla="*/ 5076825 w 9527271"/>
              <a:gd name="connsiteY1" fmla="*/ 0 h 228599"/>
              <a:gd name="connsiteX2" fmla="*/ 8058150 w 9527271"/>
              <a:gd name="connsiteY2" fmla="*/ 0 h 228599"/>
              <a:gd name="connsiteX3" fmla="*/ 8321875 w 9527271"/>
              <a:gd name="connsiteY3" fmla="*/ 228599 h 228599"/>
              <a:gd name="connsiteX4" fmla="*/ 9527271 w 9527271"/>
              <a:gd name="connsiteY4" fmla="*/ 173832 h 228599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21875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53994 w 9527271"/>
              <a:gd name="connsiteY3" fmla="*/ 226225 h 230982"/>
              <a:gd name="connsiteX4" fmla="*/ 9527271 w 9527271"/>
              <a:gd name="connsiteY4" fmla="*/ 230982 h 230982"/>
              <a:gd name="connsiteX0" fmla="*/ 0 w 9527271"/>
              <a:gd name="connsiteY0" fmla="*/ 0 h 230982"/>
              <a:gd name="connsiteX1" fmla="*/ 5076825 w 9527271"/>
              <a:gd name="connsiteY1" fmla="*/ 0 h 230982"/>
              <a:gd name="connsiteX2" fmla="*/ 8058150 w 9527271"/>
              <a:gd name="connsiteY2" fmla="*/ 0 h 230982"/>
              <a:gd name="connsiteX3" fmla="*/ 8371290 w 9527271"/>
              <a:gd name="connsiteY3" fmla="*/ 228599 h 230982"/>
              <a:gd name="connsiteX4" fmla="*/ 9527271 w 9527271"/>
              <a:gd name="connsiteY4" fmla="*/ 230982 h 230982"/>
              <a:gd name="connsiteX0" fmla="*/ 0 w 9527271"/>
              <a:gd name="connsiteY0" fmla="*/ 0 h 233346"/>
              <a:gd name="connsiteX1" fmla="*/ 5076825 w 9527271"/>
              <a:gd name="connsiteY1" fmla="*/ 0 h 233346"/>
              <a:gd name="connsiteX2" fmla="*/ 8058150 w 9527271"/>
              <a:gd name="connsiteY2" fmla="*/ 0 h 233346"/>
              <a:gd name="connsiteX3" fmla="*/ 8297167 w 9527271"/>
              <a:gd name="connsiteY3" fmla="*/ 233346 h 233346"/>
              <a:gd name="connsiteX4" fmla="*/ 9527271 w 9527271"/>
              <a:gd name="connsiteY4" fmla="*/ 230982 h 233346"/>
              <a:gd name="connsiteX0" fmla="*/ 0 w 9522330"/>
              <a:gd name="connsiteY0" fmla="*/ 0 h 235729"/>
              <a:gd name="connsiteX1" fmla="*/ 5076825 w 9522330"/>
              <a:gd name="connsiteY1" fmla="*/ 0 h 235729"/>
              <a:gd name="connsiteX2" fmla="*/ 8058150 w 9522330"/>
              <a:gd name="connsiteY2" fmla="*/ 0 h 235729"/>
              <a:gd name="connsiteX3" fmla="*/ 8297167 w 9522330"/>
              <a:gd name="connsiteY3" fmla="*/ 233346 h 235729"/>
              <a:gd name="connsiteX4" fmla="*/ 9522330 w 9522330"/>
              <a:gd name="connsiteY4" fmla="*/ 235729 h 235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22330" h="235729">
                <a:moveTo>
                  <a:pt x="0" y="0"/>
                </a:moveTo>
                <a:lnTo>
                  <a:pt x="5076825" y="0"/>
                </a:lnTo>
                <a:lnTo>
                  <a:pt x="8058150" y="0"/>
                </a:lnTo>
                <a:lnTo>
                  <a:pt x="8297167" y="233346"/>
                </a:lnTo>
                <a:lnTo>
                  <a:pt x="9522330" y="235729"/>
                </a:lnTo>
              </a:path>
            </a:pathLst>
          </a:cu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oval" w="sm" len="sm"/>
          </a:ln>
          <a:effectLst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Char char="•"/>
              <a:defRPr/>
            </a:pPr>
            <a:endParaRPr kumimoji="0" lang="ko-KR" altLang="en-US" sz="1100" b="0"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17" name="Picture 50" descr="E:\석지훈\엔지니어링기획\★★_E.Material (36종)\★_마케팅(14종)\05 사진 라이브러리\03 ◐ 제품 런칭_브랜드 하이러키(로고체.네이밍)\01 ● LG\01 ● LG\CI Logo_LG_Light Background_Full Color.gif">
            <a:extLst>
              <a:ext uri="{FF2B5EF4-FFF2-40B4-BE49-F238E27FC236}">
                <a16:creationId xmlns:a16="http://schemas.microsoft.com/office/drawing/2014/main" id="{146DF5E9-3CFA-49FB-A4E6-C0F7FDC99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275" t="32234" r="3603" b="19348"/>
          <a:stretch/>
        </p:blipFill>
        <p:spPr bwMode="auto">
          <a:xfrm>
            <a:off x="8189370" y="147144"/>
            <a:ext cx="847126" cy="401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E6A3E66-1AF2-40DE-89DD-249A90ADECF9}"/>
              </a:ext>
            </a:extLst>
          </p:cNvPr>
          <p:cNvSpPr/>
          <p:nvPr/>
        </p:nvSpPr>
        <p:spPr>
          <a:xfrm>
            <a:off x="467544" y="643128"/>
            <a:ext cx="3960000" cy="2880000"/>
          </a:xfrm>
          <a:prstGeom prst="roundRect">
            <a:avLst/>
          </a:prstGeom>
          <a:blipFill dpi="0"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21DB574-C6FF-4F4C-9877-3CAB1F425D13}"/>
              </a:ext>
            </a:extLst>
          </p:cNvPr>
          <p:cNvSpPr/>
          <p:nvPr/>
        </p:nvSpPr>
        <p:spPr>
          <a:xfrm>
            <a:off x="467544" y="3580930"/>
            <a:ext cx="3960000" cy="2880000"/>
          </a:xfrm>
          <a:prstGeom prst="roundRect">
            <a:avLst/>
          </a:prstGeom>
          <a:blipFill dpi="0"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2CA5CC3-98D2-486C-B448-D3E1B41D331C}"/>
              </a:ext>
            </a:extLst>
          </p:cNvPr>
          <p:cNvSpPr/>
          <p:nvPr/>
        </p:nvSpPr>
        <p:spPr>
          <a:xfrm>
            <a:off x="4572000" y="645952"/>
            <a:ext cx="3960000" cy="2880000"/>
          </a:xfrm>
          <a:prstGeom prst="roundRect">
            <a:avLst/>
          </a:prstGeom>
          <a:blipFill dpi="0" rotWithShape="1"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AC3C20-BACC-4296-A3A3-A2417370CE7B}"/>
              </a:ext>
            </a:extLst>
          </p:cNvPr>
          <p:cNvSpPr/>
          <p:nvPr/>
        </p:nvSpPr>
        <p:spPr>
          <a:xfrm>
            <a:off x="4572000" y="3625614"/>
            <a:ext cx="3960000" cy="2880000"/>
          </a:xfrm>
          <a:prstGeom prst="roundRect">
            <a:avLst/>
          </a:prstGeom>
          <a:blipFill dpi="0" rotWithShape="1"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9797766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solidFill>
            <a:srgbClr val="C0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7455</TotalTime>
  <Words>37</Words>
  <Application>Microsoft Office PowerPoint</Application>
  <PresentationFormat>화면 슬라이드 쇼(4:3)</PresentationFormat>
  <Paragraphs>10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굴림</vt:lpstr>
      <vt:lpstr>맑은 고딕</vt:lpstr>
      <vt:lpstr>HY견고딕</vt:lpstr>
      <vt:lpstr>Arial</vt:lpstr>
      <vt:lpstr>1_Office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석지훈/사원/AE TMS팀(jihoon.seok@lge.com)</dc:creator>
  <cp:lastModifiedBy>종근 이</cp:lastModifiedBy>
  <cp:revision>441</cp:revision>
  <cp:lastPrinted>2014-04-16T00:57:20Z</cp:lastPrinted>
  <dcterms:created xsi:type="dcterms:W3CDTF">2013-06-09T06:34:48Z</dcterms:created>
  <dcterms:modified xsi:type="dcterms:W3CDTF">2026-06-09T03:05:48Z</dcterms:modified>
</cp:coreProperties>
</file>