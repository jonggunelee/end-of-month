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8" d="100"/>
          <a:sy n="108" d="100"/>
        </p:scale>
        <p:origin x="186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86BAC7D-EDC4-8ADB-C253-496A1EB2FF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AF88BA-C972-307E-BD85-2A43C4ED492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C5E6BCF1-629D-47D0-B312-3E48F99B0516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A068E48A-A8D6-D7BA-A126-6DA75856B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4BBBC1DE-878B-F072-1B74-9FBBA5F228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915CBF-A341-4701-2619-E365C8289D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4A27EA-5666-13AB-76D8-4504B648B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250B60A1-2F4D-4B3B-B08E-2C26DA32A79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EB6C447C-C4C9-A15D-290F-402EFAF71C2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26A43D1D-6BA9-9B2D-12C3-2C7162CBAA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AD92E756-399C-8008-054E-46638ED55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8F2703D-4AC6-42CE-9387-1E1FD7A151C1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3E23FA-5057-E674-FAB3-1EBD8D798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F32B58-E112-432C-AD95-F432BD8479FC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6854D1-C2CB-F822-DE3C-59E9CE7C3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6692CA-8FEA-0054-E981-970A33EE9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6BC5CD-5B95-4E20-9EA8-A9E74200D27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378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D8F47D-E615-F033-607D-AAF96F1A0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9D2603-0E9F-4ADA-88A5-043886C8AA08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3F3BDE-097E-6012-9857-93A901F3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470F82-2842-D91C-B36A-D1FB11BA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DD979A-41F8-4842-8D4C-0C039EA0662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446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BC7648-99A5-87DD-CC2F-24D8A230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6719C2-148F-4F14-BB96-DE86C0F5D5DF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9E6DD1-B0B3-380D-DE6B-28C86B3A4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46A39D-42A2-B815-B112-6DA87B1E0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9A138C-3EAE-44D6-85DA-8E9860DBB82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425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8E13349-7F06-1AC8-196D-9A5494BC5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FECF3-D7A7-4AF5-8D91-4D943332166A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8D0BE3C8-1C91-BF21-B600-04DE91EF3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1BBC5E5-34C5-AA5E-52ED-0D2D9701B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93FADC-0DB7-4D8F-8D28-1C3C3D6D646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288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D2641351-6512-EC9F-7461-CBB284B2B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1E085D-5B1F-4DCA-8DC9-DEA10839B859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B32DAF80-E1CB-DAB7-EF05-5E3B456C1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962FD086-2EF7-1F2B-CB60-34A2BCC90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474C9C-C2AA-42A3-AE97-ED82A1084ED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2535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DBD00325-1FE9-2F79-B467-0675D79F1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A0A796-EA9E-4771-9D94-52859E075708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E6FC10F4-D02F-080A-D7A1-093CEB850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09947B43-2516-543F-F694-376103132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39B827-8B60-4DEE-A378-C9C83F10855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016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FDD45274-3DF5-9436-E84A-ECD04CD19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1B32E4-0263-4F1D-A636-976BB6C2171D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EA59CC43-DCD4-CDC5-26CB-3DF0FFD9E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8F316454-FBBF-3B3B-71BE-E059111E9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35C8CB-A28E-473C-9093-6B2804D8F5A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372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BADC3566-D3FB-81FD-E2A0-B5EA26CAE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11176-0812-4C4B-9841-8365ADD8444D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6D3A1FE-CCF2-05B0-6B1A-80269DF4E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DBDB782-F531-BAC3-D07A-2E1428C56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5944CF-D4BB-4260-A280-07B3745E3A3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605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5C7E8640-9E33-A43D-258D-FB9E46376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CABA18-AE49-4F4A-97B1-881B169A2BE3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2D4B564-5913-D389-FC35-97A9749F8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72460CF6-F258-C97A-4EF5-F597EF53E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1DE4DA-730F-40EF-BE87-063B7786009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293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7EBCA5-9DA3-10EF-7B33-2086D8470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32697-B4D5-41BC-B984-2C0B07C83098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2C1D15-2A5A-B0E0-F9F8-FC294E121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B5B9B0-204D-21DD-4D9E-2536D9884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C20D47-0E86-410F-B83E-288A6F83D69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22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DB14ED-EA54-B5A5-F42C-20E98F313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21D941-F6BB-4FA6-8544-1E2E468B53BE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BA44-B7E0-DA9E-1825-B317E4B38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30868A-6198-5A1E-48A2-BE5B48012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35F1D6-FDF5-4102-9E21-106D8702CA6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228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9988DC87-7A85-5FF1-D069-686F05AE322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61DC8FD8-EC22-2F39-F3A3-BD53E946D07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0032F2-E440-99B6-CE17-324A272037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5222795-5E26-4AC8-9927-D459E9F237ED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462A56-791B-319E-897A-A5BFF10D5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8510D2-6A8B-2108-C038-845729F067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B390E7D-DD41-4A34-BC21-7F09D69E22A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930EB696-CFC2-B531-481E-3F3DE6508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65288"/>
            <a:ext cx="81359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AB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EHP </a:t>
            </a:r>
            <a:r>
              <a:rPr kumimoji="0" lang="ko-KR" altLang="en-US" sz="3000" b="1"/>
              <a:t>점검 및 수리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A0AF9D58-9DF5-6BED-2287-0C7E8BA8E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5D660867-BB32-577A-3475-E5025B142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2026. 04. 03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FCF791AF-E305-E59C-3AD7-C91FAC925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AB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EHP </a:t>
            </a:r>
            <a:r>
              <a:rPr kumimoji="0" lang="ko-KR" altLang="en-US" sz="2400" b="1" u="sng"/>
              <a:t>점검 및 수리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E539215B-F82A-CCF8-F419-095477DC6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월 </a:t>
            </a:r>
            <a:r>
              <a:rPr kumimoji="0" lang="en-US" altLang="ko-KR" sz="1200" b="1"/>
              <a:t>03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22665C5B-7263-D54B-2C26-2181FC0B1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ABEC2984-B81A-1CF6-B2CB-C321A25B3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621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AB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EHP </a:t>
            </a:r>
            <a:r>
              <a:rPr kumimoji="0" lang="ko-KR" altLang="en-US" sz="1200" b="1"/>
              <a:t>점검 및 수리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1C98430C-4423-A3DD-DE19-74428803A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32000"/>
            <a:ext cx="86677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1.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VIP</a:t>
            </a:r>
            <a:r>
              <a:rPr kumimoji="0" lang="ko-KR" altLang="en-US" sz="1200" b="1"/>
              <a:t>룸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실외기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실내기 냉매누설 수리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2. B602-4 B902-3 </a:t>
            </a:r>
            <a:r>
              <a:rPr kumimoji="0" lang="ko-KR" altLang="en-US" sz="1200" b="1"/>
              <a:t>효율저하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전동변</a:t>
            </a:r>
            <a:r>
              <a:rPr kumimoji="0" lang="en-US" altLang="ko-KR" sz="1200" b="1"/>
              <a:t>, EEV</a:t>
            </a:r>
            <a:r>
              <a:rPr kumimoji="0" lang="ko-KR" altLang="en-US" sz="1200" b="1"/>
              <a:t>밸브</a:t>
            </a:r>
            <a:r>
              <a:rPr kumimoji="0" lang="en-US" altLang="ko-KR" sz="1200" b="1"/>
              <a:t>, PCB </a:t>
            </a:r>
            <a:r>
              <a:rPr kumimoji="0" lang="ko-KR" altLang="en-US" sz="1200" b="1"/>
              <a:t>등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수리</a:t>
            </a:r>
            <a:r>
              <a:rPr kumimoji="0" lang="en-US" altLang="ko-KR" sz="1200" b="1"/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3.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6</a:t>
            </a:r>
            <a:r>
              <a:rPr kumimoji="0" lang="ko-KR" altLang="en-US" sz="1200" b="1"/>
              <a:t>층</a:t>
            </a:r>
            <a:r>
              <a:rPr kumimoji="0" lang="en-US" altLang="ko-KR" sz="1200" b="1"/>
              <a:t>, B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4</a:t>
            </a:r>
            <a:r>
              <a:rPr kumimoji="0" lang="ko-KR" altLang="en-US" sz="1200" b="1"/>
              <a:t>층 실외기 차단기 트립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실외기 노이즈 필터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인버터 </a:t>
            </a:r>
            <a:r>
              <a:rPr kumimoji="0" lang="en-US" altLang="ko-KR" sz="1200" b="1"/>
              <a:t>PCB, </a:t>
            </a:r>
            <a:r>
              <a:rPr kumimoji="0" lang="ko-KR" altLang="en-US" sz="1200" b="1"/>
              <a:t>브릿지다이오드 수리</a:t>
            </a:r>
            <a:r>
              <a:rPr kumimoji="0" lang="en-US" altLang="ko-KR" sz="1200" b="1"/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4. A601-1 </a:t>
            </a:r>
            <a:r>
              <a:rPr kumimoji="0" lang="ko-KR" altLang="en-US" sz="1200" b="1"/>
              <a:t>고장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에러코드 </a:t>
            </a:r>
            <a:r>
              <a:rPr kumimoji="0" lang="en-US" altLang="ko-KR" sz="1200" b="1"/>
              <a:t>CH 05)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5. 1</a:t>
            </a:r>
            <a:r>
              <a:rPr kumimoji="0" lang="ko-KR" altLang="en-US" sz="1200" b="1"/>
              <a:t>층 로비 </a:t>
            </a:r>
            <a:r>
              <a:rPr kumimoji="0" lang="en-US" altLang="ko-KR" sz="1200" b="1"/>
              <a:t>EHP </a:t>
            </a:r>
            <a:r>
              <a:rPr kumimoji="0" lang="ko-KR" altLang="en-US" sz="1200" b="1"/>
              <a:t>고장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에러코드 </a:t>
            </a:r>
            <a:r>
              <a:rPr kumimoji="0" lang="en-US" altLang="ko-KR" sz="1200" b="1"/>
              <a:t>CH 03)                     </a:t>
            </a:r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6669FB01-8DDE-CB88-F88A-BF44771F3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41738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A0EDDBF-5B58-651D-D801-12E69F5C6743}"/>
              </a:ext>
            </a:extLst>
          </p:cNvPr>
          <p:cNvSpPr/>
          <p:nvPr/>
        </p:nvSpPr>
        <p:spPr bwMode="auto">
          <a:xfrm>
            <a:off x="3316288" y="4437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6" name="아래쪽 화살표 25">
            <a:extLst>
              <a:ext uri="{FF2B5EF4-FFF2-40B4-BE49-F238E27FC236}">
                <a16:creationId xmlns:a16="http://schemas.microsoft.com/office/drawing/2014/main" id="{91D9749E-BFD2-4B97-0A1C-204114414822}"/>
              </a:ext>
            </a:extLst>
          </p:cNvPr>
          <p:cNvSpPr/>
          <p:nvPr/>
        </p:nvSpPr>
        <p:spPr>
          <a:xfrm>
            <a:off x="4176713" y="5445125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DDB27705-9F04-679F-2E2F-67C4BAE9850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r>
              <a:rPr lang="ko-KR" altLang="en-US"/>
              <a:t>에어컨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09D6462-A79A-D58E-CEBE-9188F05A9FE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C37FE4C-57E4-B4ED-3CBC-4C669CB5C229}"/>
              </a:ext>
            </a:extLst>
          </p:cNvPr>
          <p:cNvSpPr/>
          <p:nvPr/>
        </p:nvSpPr>
        <p:spPr>
          <a:xfrm>
            <a:off x="1763713" y="3500438"/>
            <a:ext cx="5545137" cy="11525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6149" name="내용 개체 틀 7">
            <a:extLst>
              <a:ext uri="{FF2B5EF4-FFF2-40B4-BE49-F238E27FC236}">
                <a16:creationId xmlns:a16="http://schemas.microsoft.com/office/drawing/2014/main" id="{71930966-1DE7-7B86-41AB-B07BB91529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E06BC66B-6454-280F-4D9A-8E5E27E4B6C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r>
              <a:rPr lang="ko-KR" altLang="en-US"/>
              <a:t>실외기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63A134-F708-8AAD-29E3-618CC3E381F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2F3F631C-B18A-740B-8125-3E037743ECC9}"/>
              </a:ext>
            </a:extLst>
          </p:cNvPr>
          <p:cNvSpPr/>
          <p:nvPr/>
        </p:nvSpPr>
        <p:spPr>
          <a:xfrm>
            <a:off x="1763713" y="3500438"/>
            <a:ext cx="5545137" cy="11525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7173" name="내용 개체 틀 4">
            <a:extLst>
              <a:ext uri="{FF2B5EF4-FFF2-40B4-BE49-F238E27FC236}">
                <a16:creationId xmlns:a16="http://schemas.microsoft.com/office/drawing/2014/main" id="{045431D6-2236-0AA3-8D8B-CEFF8AE7BF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2450" y="1700213"/>
            <a:ext cx="8051800" cy="4321175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2085</TotalTime>
  <Words>155</Words>
  <Application>Microsoft Office PowerPoint</Application>
  <PresentationFormat>화면 슬라이드 쇼(4:3)</PresentationFormat>
  <Paragraphs>17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에어컨 </vt:lpstr>
      <vt:lpstr>실외기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304</cp:revision>
  <dcterms:created xsi:type="dcterms:W3CDTF">2012-05-23T04:33:26Z</dcterms:created>
  <dcterms:modified xsi:type="dcterms:W3CDTF">2026-04-20T03:40:40Z</dcterms:modified>
</cp:coreProperties>
</file>