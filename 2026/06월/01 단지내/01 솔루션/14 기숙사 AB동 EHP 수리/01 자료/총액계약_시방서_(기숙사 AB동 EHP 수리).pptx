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AB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EHP </a:t>
            </a:r>
            <a:r>
              <a:rPr lang="ko-KR" altLang="en-US" b="1">
                <a:latin typeface="+mn-ea"/>
              </a:rPr>
              <a:t>수리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</a:t>
            </a:r>
            <a:r>
              <a:rPr lang="en-US" altLang="ko-KR" sz="1000" b="1">
                <a:latin typeface="+mn-ea"/>
              </a:rPr>
              <a:t>AB</a:t>
            </a:r>
            <a:r>
              <a:rPr lang="ko-KR" altLang="en-US" sz="1000" b="1">
                <a:latin typeface="+mn-ea"/>
              </a:rPr>
              <a:t>동 </a:t>
            </a:r>
            <a:r>
              <a:rPr lang="en-US" altLang="ko-KR" sz="1000" b="1">
                <a:latin typeface="+mn-ea"/>
              </a:rPr>
              <a:t>EHP </a:t>
            </a:r>
            <a:r>
              <a:rPr lang="ko-KR" altLang="en-US" sz="1000" b="1">
                <a:latin typeface="+mn-ea"/>
              </a:rPr>
              <a:t>수리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A</a:t>
            </a:r>
            <a:r>
              <a:rPr lang="ko-KR" altLang="en-US" sz="1000"/>
              <a:t>동 </a:t>
            </a:r>
            <a:r>
              <a:rPr lang="en-US" altLang="ko-KR" sz="1000"/>
              <a:t>VIP</a:t>
            </a:r>
            <a:r>
              <a:rPr lang="ko-KR" altLang="en-US" sz="1000"/>
              <a:t>룸 실외기</a:t>
            </a:r>
            <a:r>
              <a:rPr lang="en-US" altLang="ko-KR" sz="1000"/>
              <a:t>_ </a:t>
            </a:r>
            <a:r>
              <a:rPr lang="ko-KR" altLang="en-US" sz="1000"/>
              <a:t>실내기 냉매누설 수리 </a:t>
            </a:r>
            <a:r>
              <a:rPr lang="en-US" altLang="ko-KR" sz="1000"/>
              <a:t>2</a:t>
            </a:r>
            <a:r>
              <a:rPr lang="ko-KR" altLang="en-US" sz="1000"/>
              <a:t>차 점검 이상 없음
</a:t>
            </a:r>
            <a:r>
              <a:rPr lang="en-US" altLang="ko-KR" sz="1000"/>
              <a:t>B602-4 B902-3 </a:t>
            </a:r>
            <a:r>
              <a:rPr lang="ko-KR" altLang="en-US" sz="1000"/>
              <a:t>효율저하</a:t>
            </a:r>
            <a:r>
              <a:rPr lang="en-US" altLang="ko-KR" sz="1000"/>
              <a:t>(</a:t>
            </a:r>
            <a:r>
              <a:rPr lang="ko-KR" altLang="en-US" sz="1000"/>
              <a:t>전동변</a:t>
            </a:r>
            <a:r>
              <a:rPr lang="en-US" altLang="ko-KR" sz="1000"/>
              <a:t>_ EEV</a:t>
            </a:r>
            <a:r>
              <a:rPr lang="ko-KR" altLang="en-US" sz="1000"/>
              <a:t>밸브</a:t>
            </a:r>
            <a:r>
              <a:rPr lang="en-US" altLang="ko-KR" sz="1000"/>
              <a:t>_ PCB </a:t>
            </a:r>
            <a:r>
              <a:rPr lang="ko-KR" altLang="en-US" sz="1000"/>
              <a:t>등 수리</a:t>
            </a:r>
            <a:r>
              <a:rPr lang="en-US" altLang="ko-KR" sz="1000"/>
              <a:t>)
A</a:t>
            </a:r>
            <a:r>
              <a:rPr lang="ko-KR" altLang="en-US" sz="1000"/>
              <a:t>동 </a:t>
            </a:r>
            <a:r>
              <a:rPr lang="en-US" altLang="ko-KR" sz="1000"/>
              <a:t>6</a:t>
            </a:r>
            <a:r>
              <a:rPr lang="ko-KR" altLang="en-US" sz="1000"/>
              <a:t>층</a:t>
            </a:r>
            <a:r>
              <a:rPr lang="en-US" altLang="ko-KR" sz="1000"/>
              <a:t>_ B</a:t>
            </a:r>
            <a:r>
              <a:rPr lang="ko-KR" altLang="en-US" sz="1000"/>
              <a:t>동 </a:t>
            </a:r>
            <a:r>
              <a:rPr lang="en-US" altLang="ko-KR" sz="1000"/>
              <a:t>4</a:t>
            </a:r>
            <a:r>
              <a:rPr lang="ko-KR" altLang="en-US" sz="1000"/>
              <a:t>층 실외기 차단기 트립
</a:t>
            </a:r>
            <a:r>
              <a:rPr lang="en-US" altLang="ko-KR" sz="1000"/>
              <a:t>(</a:t>
            </a:r>
            <a:r>
              <a:rPr lang="ko-KR" altLang="en-US" sz="1000"/>
              <a:t>실외기 노이즈 필터</a:t>
            </a:r>
            <a:r>
              <a:rPr lang="en-US" altLang="ko-KR" sz="1000"/>
              <a:t>_ </a:t>
            </a:r>
            <a:r>
              <a:rPr lang="ko-KR" altLang="en-US" sz="1000"/>
              <a:t>인버터 </a:t>
            </a:r>
            <a:r>
              <a:rPr lang="en-US" altLang="ko-KR" sz="1000"/>
              <a:t>PCB_ </a:t>
            </a:r>
            <a:r>
              <a:rPr lang="ko-KR" altLang="en-US" sz="1000"/>
              <a:t>브릿지다이오드 수리</a:t>
            </a:r>
            <a:r>
              <a:rPr lang="en-US" altLang="ko-KR" sz="1000"/>
              <a:t>)
A601-1 </a:t>
            </a:r>
            <a:r>
              <a:rPr lang="ko-KR" altLang="en-US" sz="1000"/>
              <a:t>고장</a:t>
            </a:r>
            <a:r>
              <a:rPr lang="en-US" altLang="ko-KR" sz="1000"/>
              <a:t>(</a:t>
            </a:r>
            <a:r>
              <a:rPr lang="ko-KR" altLang="en-US" sz="1000"/>
              <a:t>에러코드 </a:t>
            </a:r>
            <a:r>
              <a:rPr lang="en-US" altLang="ko-KR" sz="1000"/>
              <a:t>CH 05)
1</a:t>
            </a:r>
            <a:r>
              <a:rPr lang="ko-KR" altLang="en-US" sz="1000"/>
              <a:t>층 로비 </a:t>
            </a:r>
            <a:r>
              <a:rPr lang="en-US" altLang="ko-KR" sz="1000"/>
              <a:t>EHP </a:t>
            </a:r>
            <a:r>
              <a:rPr lang="ko-KR" altLang="en-US" sz="1000"/>
              <a:t>고장</a:t>
            </a:r>
            <a:r>
              <a:rPr lang="en-US" altLang="ko-KR" sz="1000"/>
              <a:t>(</a:t>
            </a:r>
            <a:r>
              <a:rPr lang="ko-KR" altLang="en-US" sz="1000"/>
              <a:t>에러코드 </a:t>
            </a:r>
            <a:r>
              <a:rPr lang="en-US" altLang="ko-KR" sz="1000"/>
              <a:t>CH 03)
</a:t>
            </a:r>
            <a:r>
              <a:rPr lang="ko-KR" altLang="en-US" sz="1000"/>
              <a:t>실내기와 실외기 분리시 상태 점검후 이상시 관리소 통보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2026-04-20T02:06:32Z</dcterms:modified>
</cp:coreProperties>
</file>