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4" d="100"/>
          <a:sy n="74" d="100"/>
        </p:scale>
        <p:origin x="97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8-203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8-203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씽크대</a:t>
            </a:r>
            <a:r>
              <a:rPr lang="en-US" altLang="ko-KR" sz="1000"/>
              <a:t>(</a:t>
            </a:r>
            <a:r>
              <a:rPr lang="ko-KR" altLang="en-US" sz="1000"/>
              <a:t>상부장</a:t>
            </a:r>
            <a:r>
              <a:rPr lang="en-US" altLang="ko-KR" sz="1000"/>
              <a:t>_ 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 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주방 씽크대 실리콘 설치 작업
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2026-05-09T06:22:21Z</dcterms:modified>
</cp:coreProperties>
</file>