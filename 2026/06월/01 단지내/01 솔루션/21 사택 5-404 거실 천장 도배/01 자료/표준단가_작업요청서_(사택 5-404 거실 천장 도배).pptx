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60" r:id="rId4"/>
  </p:sldIdLst>
  <p:sldSz cx="9144000" cy="6858000" type="screen4x3"/>
  <p:notesSz cx="6807200" cy="9939338"/>
  <p:defaultTextStyle>
    <a:defPPr>
      <a:defRPr lang="ko-KR"/>
    </a:defPPr>
    <a:lvl1pPr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121" autoAdjust="0"/>
    <p:restoredTop sz="94560" autoAdjust="0"/>
  </p:normalViewPr>
  <p:slideViewPr>
    <p:cSldViewPr>
      <p:cViewPr varScale="1">
        <p:scale>
          <a:sx n="109" d="100"/>
          <a:sy n="109" d="100"/>
        </p:scale>
        <p:origin x="1878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1E5C562E-BFA0-32EB-94AE-13B71BB37C8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575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latinLnBrk="1" hangingPunct="1">
              <a:defRPr sz="1200"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B70AF3C-F0B0-1149-9056-53F8737A1094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56038" y="0"/>
            <a:ext cx="2949575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latinLnBrk="1" hangingPunct="1">
              <a:defRPr sz="1200"/>
            </a:lvl1pPr>
          </a:lstStyle>
          <a:p>
            <a:pPr>
              <a:defRPr/>
            </a:pPr>
            <a:fld id="{5059C564-FD0C-40BF-96E1-902490628F10}" type="datetimeFigureOut">
              <a:rPr lang="ko-KR" altLang="en-US"/>
              <a:pPr>
                <a:defRPr/>
              </a:pPr>
              <a:t>2026-05-09</a:t>
            </a:fld>
            <a:endParaRPr lang="ko-KR" altLang="en-US"/>
          </a:p>
        </p:txBody>
      </p:sp>
      <p:sp>
        <p:nvSpPr>
          <p:cNvPr id="4" name="슬라이드 이미지 개체 틀 3">
            <a:extLst>
              <a:ext uri="{FF2B5EF4-FFF2-40B4-BE49-F238E27FC236}">
                <a16:creationId xmlns:a16="http://schemas.microsoft.com/office/drawing/2014/main" id="{EB6748F3-6E74-55A8-6298-006AF3FDF7C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20750" y="746125"/>
            <a:ext cx="4965700" cy="3725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ko-KR" altLang="en-US" noProof="0"/>
          </a:p>
        </p:txBody>
      </p:sp>
      <p:sp>
        <p:nvSpPr>
          <p:cNvPr id="5" name="슬라이드 노트 개체 틀 4">
            <a:extLst>
              <a:ext uri="{FF2B5EF4-FFF2-40B4-BE49-F238E27FC236}">
                <a16:creationId xmlns:a16="http://schemas.microsoft.com/office/drawing/2014/main" id="{4A11312D-D6CC-9CF0-8447-5A2A5A4F07F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1038" y="4721225"/>
            <a:ext cx="5445125" cy="447198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D764E60-94EC-5ADA-7DAD-49D3738B96D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9440863"/>
            <a:ext cx="2949575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latinLnBrk="1" hangingPunct="1">
              <a:defRPr sz="1200"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8392536-5A16-E51E-3BAD-72B1D8F5AB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56038" y="9440863"/>
            <a:ext cx="2949575" cy="4968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/>
            </a:lvl1pPr>
          </a:lstStyle>
          <a:p>
            <a:fld id="{2F35E68A-3507-4A42-80C6-F85901D0390A}" type="slidenum">
              <a:rPr lang="ko-KR" altLang="en-US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슬라이드 이미지 개체 틀 1">
            <a:extLst>
              <a:ext uri="{FF2B5EF4-FFF2-40B4-BE49-F238E27FC236}">
                <a16:creationId xmlns:a16="http://schemas.microsoft.com/office/drawing/2014/main" id="{B492FDAD-2558-05A4-FB28-3D27BD0E095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슬라이드 노트 개체 틀 2">
            <a:extLst>
              <a:ext uri="{FF2B5EF4-FFF2-40B4-BE49-F238E27FC236}">
                <a16:creationId xmlns:a16="http://schemas.microsoft.com/office/drawing/2014/main" id="{247D9678-B265-A475-D04E-3278B6ECB11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/>
          </a:p>
        </p:txBody>
      </p:sp>
      <p:sp>
        <p:nvSpPr>
          <p:cNvPr id="4100" name="슬라이드 번호 개체 틀 3">
            <a:extLst>
              <a:ext uri="{FF2B5EF4-FFF2-40B4-BE49-F238E27FC236}">
                <a16:creationId xmlns:a16="http://schemas.microsoft.com/office/drawing/2014/main" id="{9FDA6968-F76B-1DC6-E8CF-BD7514C2D7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673F45EE-0095-4D0A-8502-F2BE1BFBA3FA}" type="slidenum"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pPr>
                <a:spcBef>
                  <a:spcPct val="0"/>
                </a:spcBef>
              </a:pPr>
              <a:t>1</a:t>
            </a:fld>
            <a:endParaRPr lang="ko-KR" altLang="en-US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E11AA59-8130-6455-D307-91B6827CDB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F7A249B-8724-46D5-82AE-BFD4F24E41F3}" type="datetimeFigureOut">
              <a:rPr lang="ko-KR" altLang="en-US"/>
              <a:pPr>
                <a:defRPr/>
              </a:pPr>
              <a:t>2026-05-09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EA0EE0F-5C13-FDE4-6FAC-F4B177929D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AA8B815-B6FD-EC71-3062-D2BCE31AEC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A02CD4-7D6F-4F50-9FC1-FE535E490235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8011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378F957-1727-0FAD-B7CF-AD553B5F19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3BF861B-60FC-4EA3-9722-3A607B18AC6E}" type="datetimeFigureOut">
              <a:rPr lang="ko-KR" altLang="en-US"/>
              <a:pPr>
                <a:defRPr/>
              </a:pPr>
              <a:t>2026-05-09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51CD6C6-1B57-2D2E-7717-DD30CDF1A0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B203F68-27B9-82F8-9E11-FEB601FAB0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51D8081-880B-4634-885A-DCE12B6750C5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26542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55D1E5B-E639-3D3E-D5C3-BAFA5583FA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DD5653-C53A-40AB-803D-F8CD9F22DE00}" type="datetimeFigureOut">
              <a:rPr lang="ko-KR" altLang="en-US"/>
              <a:pPr>
                <a:defRPr/>
              </a:pPr>
              <a:t>2026-05-09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35680F4-D0E7-5B59-B25C-81E4EDD723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34803B9-FF8A-C5BE-1038-650A6A09DE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A096835-85B9-413C-A370-CDF29F9718DC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70626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3">
            <a:extLst>
              <a:ext uri="{FF2B5EF4-FFF2-40B4-BE49-F238E27FC236}">
                <a16:creationId xmlns:a16="http://schemas.microsoft.com/office/drawing/2014/main" id="{4F4C641B-963B-1AB1-34D1-6AF24AFF64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4CAD0C-28B3-4F73-B29E-C741D4313D74}" type="datetimeFigureOut">
              <a:rPr lang="ko-KR" altLang="en-US"/>
              <a:pPr>
                <a:defRPr/>
              </a:pPr>
              <a:t>2026-05-09</a:t>
            </a:fld>
            <a:endParaRPr lang="ko-KR" altLang="en-US"/>
          </a:p>
        </p:txBody>
      </p:sp>
      <p:sp>
        <p:nvSpPr>
          <p:cNvPr id="6" name="바닥글 개체 틀 4">
            <a:extLst>
              <a:ext uri="{FF2B5EF4-FFF2-40B4-BE49-F238E27FC236}">
                <a16:creationId xmlns:a16="http://schemas.microsoft.com/office/drawing/2014/main" id="{A7DED54F-BC31-A33C-A1D3-387C1F3E2C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902F46BB-2C7A-01AD-3C98-BC19E13E1D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5923166-6876-44F4-9309-4839B6522B88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195209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1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1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3">
            <a:extLst>
              <a:ext uri="{FF2B5EF4-FFF2-40B4-BE49-F238E27FC236}">
                <a16:creationId xmlns:a16="http://schemas.microsoft.com/office/drawing/2014/main" id="{2ECB260B-CD30-3158-B937-38E74F2CE9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356798A-F587-4099-BA24-18E34B9140A0}" type="datetimeFigureOut">
              <a:rPr lang="ko-KR" altLang="en-US"/>
              <a:pPr>
                <a:defRPr/>
              </a:pPr>
              <a:t>2026-05-09</a:t>
            </a:fld>
            <a:endParaRPr lang="ko-KR" altLang="en-US"/>
          </a:p>
        </p:txBody>
      </p:sp>
      <p:sp>
        <p:nvSpPr>
          <p:cNvPr id="8" name="바닥글 개체 틀 4">
            <a:extLst>
              <a:ext uri="{FF2B5EF4-FFF2-40B4-BE49-F238E27FC236}">
                <a16:creationId xmlns:a16="http://schemas.microsoft.com/office/drawing/2014/main" id="{0A3DB483-6C78-5069-FF78-7E65360688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9" name="슬라이드 번호 개체 틀 5">
            <a:extLst>
              <a:ext uri="{FF2B5EF4-FFF2-40B4-BE49-F238E27FC236}">
                <a16:creationId xmlns:a16="http://schemas.microsoft.com/office/drawing/2014/main" id="{4C6A8317-D571-4BBD-210C-A692CD2874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CD991D7-8EE1-40E9-AC9E-4A17AFD5C1E8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89042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3">
            <a:extLst>
              <a:ext uri="{FF2B5EF4-FFF2-40B4-BE49-F238E27FC236}">
                <a16:creationId xmlns:a16="http://schemas.microsoft.com/office/drawing/2014/main" id="{4D62DC54-526B-8AA8-377F-FEBF5D0057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84028CE-2636-422B-A4AE-A64E3D024B72}" type="datetimeFigureOut">
              <a:rPr lang="ko-KR" altLang="en-US"/>
              <a:pPr>
                <a:defRPr/>
              </a:pPr>
              <a:t>2026-05-09</a:t>
            </a:fld>
            <a:endParaRPr lang="ko-KR" altLang="en-US"/>
          </a:p>
        </p:txBody>
      </p:sp>
      <p:sp>
        <p:nvSpPr>
          <p:cNvPr id="4" name="바닥글 개체 틀 4">
            <a:extLst>
              <a:ext uri="{FF2B5EF4-FFF2-40B4-BE49-F238E27FC236}">
                <a16:creationId xmlns:a16="http://schemas.microsoft.com/office/drawing/2014/main" id="{4BC5BB03-069C-FD29-9479-C03B544817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5">
            <a:extLst>
              <a:ext uri="{FF2B5EF4-FFF2-40B4-BE49-F238E27FC236}">
                <a16:creationId xmlns:a16="http://schemas.microsoft.com/office/drawing/2014/main" id="{DD9DE24B-395C-BA7D-4E4D-EBE53E6BA7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48F2103-2034-4440-972C-43029B0CA412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905999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3">
            <a:extLst>
              <a:ext uri="{FF2B5EF4-FFF2-40B4-BE49-F238E27FC236}">
                <a16:creationId xmlns:a16="http://schemas.microsoft.com/office/drawing/2014/main" id="{A7A9D95B-D510-0448-46BC-E185C51554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127E05E-7462-4379-8DD4-B378717B9308}" type="datetimeFigureOut">
              <a:rPr lang="ko-KR" altLang="en-US"/>
              <a:pPr>
                <a:defRPr/>
              </a:pPr>
              <a:t>2026-05-09</a:t>
            </a:fld>
            <a:endParaRPr lang="ko-KR" altLang="en-US"/>
          </a:p>
        </p:txBody>
      </p:sp>
      <p:sp>
        <p:nvSpPr>
          <p:cNvPr id="3" name="바닥글 개체 틀 4">
            <a:extLst>
              <a:ext uri="{FF2B5EF4-FFF2-40B4-BE49-F238E27FC236}">
                <a16:creationId xmlns:a16="http://schemas.microsoft.com/office/drawing/2014/main" id="{FB1C8562-D371-373E-F275-96EC540F8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5">
            <a:extLst>
              <a:ext uri="{FF2B5EF4-FFF2-40B4-BE49-F238E27FC236}">
                <a16:creationId xmlns:a16="http://schemas.microsoft.com/office/drawing/2014/main" id="{C19697F9-3EAE-F54B-9FE0-AF3791F216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DD65871-4D53-463D-866C-F9C2152D0CD5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629724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1"/>
            <a:ext cx="511175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1" y="1435101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3">
            <a:extLst>
              <a:ext uri="{FF2B5EF4-FFF2-40B4-BE49-F238E27FC236}">
                <a16:creationId xmlns:a16="http://schemas.microsoft.com/office/drawing/2014/main" id="{2C920B2A-AFD5-C859-55E8-3B546BA04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01D9061-EDC6-4851-BDBE-859887A3F111}" type="datetimeFigureOut">
              <a:rPr lang="ko-KR" altLang="en-US"/>
              <a:pPr>
                <a:defRPr/>
              </a:pPr>
              <a:t>2026-05-09</a:t>
            </a:fld>
            <a:endParaRPr lang="ko-KR" altLang="en-US"/>
          </a:p>
        </p:txBody>
      </p:sp>
      <p:sp>
        <p:nvSpPr>
          <p:cNvPr id="6" name="바닥글 개체 틀 4">
            <a:extLst>
              <a:ext uri="{FF2B5EF4-FFF2-40B4-BE49-F238E27FC236}">
                <a16:creationId xmlns:a16="http://schemas.microsoft.com/office/drawing/2014/main" id="{51BBA4B9-A032-8C1A-88DB-C3FE292C66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CFC888E2-4678-479F-A43B-35E4D1DD4D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ACB0FDF-AAE8-4443-AE29-0D7916EF92FB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62163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9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3">
            <a:extLst>
              <a:ext uri="{FF2B5EF4-FFF2-40B4-BE49-F238E27FC236}">
                <a16:creationId xmlns:a16="http://schemas.microsoft.com/office/drawing/2014/main" id="{F4DEDE8D-412D-99F1-200E-7C35772AF0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F38AFDC-CB93-4839-B001-B53C3D1EEED0}" type="datetimeFigureOut">
              <a:rPr lang="ko-KR" altLang="en-US"/>
              <a:pPr>
                <a:defRPr/>
              </a:pPr>
              <a:t>2026-05-09</a:t>
            </a:fld>
            <a:endParaRPr lang="ko-KR" altLang="en-US"/>
          </a:p>
        </p:txBody>
      </p:sp>
      <p:sp>
        <p:nvSpPr>
          <p:cNvPr id="6" name="바닥글 개체 틀 4">
            <a:extLst>
              <a:ext uri="{FF2B5EF4-FFF2-40B4-BE49-F238E27FC236}">
                <a16:creationId xmlns:a16="http://schemas.microsoft.com/office/drawing/2014/main" id="{1F0BFBD6-CD01-FF50-8CA2-856E0A1E3D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4D0ED729-88ED-4DFD-958E-D4EB8A5DF5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1D658AA-E49D-4371-BE6D-86C042334C58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30850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E4B7268-67DA-829E-C3F1-3B1CB4B8BB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1F57417-2D75-448F-AAB2-2497C67946E3}" type="datetimeFigureOut">
              <a:rPr lang="ko-KR" altLang="en-US"/>
              <a:pPr>
                <a:defRPr/>
              </a:pPr>
              <a:t>2026-05-09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D1B1764-743B-4A9F-5300-9AB8C1D363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A25B81A-A0EA-1574-1254-579502131D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3509F7A-2634-432A-B2E3-C96CDCCDFCA9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89470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E6D5DB8-33DA-FB2C-9094-7171EA5F3F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87B5169-253B-4140-99D4-D030D0C76326}" type="datetimeFigureOut">
              <a:rPr lang="ko-KR" altLang="en-US"/>
              <a:pPr>
                <a:defRPr/>
              </a:pPr>
              <a:t>2026-05-09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5E2D4BF-4262-05D6-5F07-A5C3B7DFE0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0EDC60F-E097-DC4B-5931-40924F8965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DD20CFC-D914-4212-A86B-2F61C5776A7F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70675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제목 개체 틀 1">
            <a:extLst>
              <a:ext uri="{FF2B5EF4-FFF2-40B4-BE49-F238E27FC236}">
                <a16:creationId xmlns:a16="http://schemas.microsoft.com/office/drawing/2014/main" id="{33F7EA8B-52CA-1724-B70B-0C381EA592B1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7" name="텍스트 개체 틀 2">
            <a:extLst>
              <a:ext uri="{FF2B5EF4-FFF2-40B4-BE49-F238E27FC236}">
                <a16:creationId xmlns:a16="http://schemas.microsoft.com/office/drawing/2014/main" id="{148DA716-F8A9-6067-1614-5A2E30A8D9D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E0B94FA-DE10-C839-DD0F-11D5C973A9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3C3BA99-81AB-45BD-84A4-D2318433531B}" type="datetimeFigureOut">
              <a:rPr lang="ko-KR" altLang="en-US"/>
              <a:pPr>
                <a:defRPr/>
              </a:pPr>
              <a:t>2026-05-09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BE837CB-6290-64AB-4099-3CD668D653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6BDC9F2-80B1-3A48-1D57-C6599E5CCB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latinLnBrk="1" hangingPunct="1">
              <a:defRPr kumimoji="0" sz="1200">
                <a:solidFill>
                  <a:srgbClr val="898989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5FA574F2-D5A9-4A05-A954-9B5E9E674DBC}" type="slidenum">
              <a:rPr lang="ko-KR" altLang="en-US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74">
            <a:extLst>
              <a:ext uri="{FF2B5EF4-FFF2-40B4-BE49-F238E27FC236}">
                <a16:creationId xmlns:a16="http://schemas.microsoft.com/office/drawing/2014/main" id="{B8E29E5D-A24F-1F8F-3C71-03CA42F85F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3713" y="1433513"/>
            <a:ext cx="5832475" cy="1016000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000" rIns="90000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3000" b="1"/>
              <a:t>5</a:t>
            </a:r>
            <a:r>
              <a:rPr kumimoji="0" lang="ko-KR" altLang="en-US" sz="3000" b="1"/>
              <a:t>동 </a:t>
            </a:r>
            <a:r>
              <a:rPr kumimoji="0" lang="en-US" altLang="ko-KR" sz="3000" b="1"/>
              <a:t>404</a:t>
            </a:r>
            <a:r>
              <a:rPr kumimoji="0" lang="ko-KR" altLang="en-US" sz="3000" b="1"/>
              <a:t>호 도배</a:t>
            </a:r>
            <a:r>
              <a:rPr kumimoji="0" lang="en-US" altLang="ko-KR" sz="3000" b="1"/>
              <a:t>(</a:t>
            </a:r>
            <a:r>
              <a:rPr kumimoji="0" lang="ko-KR" altLang="en-US" sz="3000" b="1"/>
              <a:t>천장도배</a:t>
            </a:r>
            <a:r>
              <a:rPr kumimoji="0" lang="en-US" altLang="ko-KR" sz="3000" b="1"/>
              <a:t>)</a:t>
            </a:r>
            <a:r>
              <a:rPr kumimoji="0" lang="ko-KR" altLang="en-US" sz="3000" b="1"/>
              <a:t> 작업의뢰서</a:t>
            </a:r>
          </a:p>
        </p:txBody>
      </p:sp>
      <p:sp>
        <p:nvSpPr>
          <p:cNvPr id="3075" name="Text Box 73">
            <a:extLst>
              <a:ext uri="{FF2B5EF4-FFF2-40B4-BE49-F238E27FC236}">
                <a16:creationId xmlns:a16="http://schemas.microsoft.com/office/drawing/2014/main" id="{B8E9D703-FE2A-0A53-99F4-9AE701C84D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57625" y="5899150"/>
            <a:ext cx="141605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07" tIns="45704" rIns="91407" bIns="45704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ko-KR" altLang="en-US" sz="1600" b="1"/>
              <a:t>유앤미시스템</a:t>
            </a:r>
            <a:endParaRPr kumimoji="0" lang="en-US" altLang="ko-KR" sz="1600" b="1"/>
          </a:p>
        </p:txBody>
      </p:sp>
      <p:sp>
        <p:nvSpPr>
          <p:cNvPr id="3076" name="Text Box 73">
            <a:extLst>
              <a:ext uri="{FF2B5EF4-FFF2-40B4-BE49-F238E27FC236}">
                <a16:creationId xmlns:a16="http://schemas.microsoft.com/office/drawing/2014/main" id="{D53A75BD-D7CE-D3CD-BD1F-28810CF196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78263" y="4214813"/>
            <a:ext cx="13874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07" tIns="45704" rIns="91407" bIns="45704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1600" b="1"/>
              <a:t>2026. 04. 27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extBox 3">
            <a:extLst>
              <a:ext uri="{FF2B5EF4-FFF2-40B4-BE49-F238E27FC236}">
                <a16:creationId xmlns:a16="http://schemas.microsoft.com/office/drawing/2014/main" id="{AD6DAACB-4D63-8A61-7F35-C3DBBA7393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7450" y="319088"/>
            <a:ext cx="640873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2400" b="1" u="sng"/>
              <a:t>5</a:t>
            </a:r>
            <a:r>
              <a:rPr kumimoji="0" lang="ko-KR" altLang="en-US" sz="2400" b="1" u="sng"/>
              <a:t>동 </a:t>
            </a:r>
            <a:r>
              <a:rPr kumimoji="0" lang="en-US" altLang="ko-KR" sz="2400" b="1" u="sng"/>
              <a:t>404</a:t>
            </a:r>
            <a:r>
              <a:rPr kumimoji="0" lang="ko-KR" altLang="en-US" sz="2400" b="1" u="sng"/>
              <a:t>호 도배</a:t>
            </a:r>
            <a:r>
              <a:rPr kumimoji="0" lang="en-US" altLang="ko-KR" sz="2400" b="1" u="sng"/>
              <a:t>(</a:t>
            </a:r>
            <a:r>
              <a:rPr kumimoji="0" lang="ko-KR" altLang="en-US" sz="2400" b="1" u="sng"/>
              <a:t>천장도배</a:t>
            </a:r>
            <a:r>
              <a:rPr kumimoji="0" lang="en-US" altLang="ko-KR" sz="2400" b="1" u="sng"/>
              <a:t>)</a:t>
            </a:r>
            <a:r>
              <a:rPr kumimoji="0" lang="ko-KR" altLang="en-US" sz="2400" b="1" u="sng"/>
              <a:t> 작업의뢰서</a:t>
            </a:r>
            <a:r>
              <a:rPr kumimoji="0" lang="en-US" altLang="ko-KR" sz="2400" b="1" u="sng">
                <a:solidFill>
                  <a:srgbClr val="FF0000"/>
                </a:solidFill>
              </a:rPr>
              <a:t>(</a:t>
            </a:r>
            <a:r>
              <a:rPr kumimoji="0" lang="ko-KR" altLang="en-US" sz="2400" b="1" u="sng">
                <a:solidFill>
                  <a:srgbClr val="FF0000"/>
                </a:solidFill>
              </a:rPr>
              <a:t>긴급</a:t>
            </a:r>
            <a:r>
              <a:rPr kumimoji="0" lang="en-US" altLang="ko-KR" sz="2400" b="1" u="sng">
                <a:solidFill>
                  <a:srgbClr val="FF0000"/>
                </a:solidFill>
              </a:rPr>
              <a:t>)</a:t>
            </a:r>
            <a:endParaRPr kumimoji="0" lang="ko-KR" altLang="en-US" sz="2400" b="1" u="sng">
              <a:solidFill>
                <a:srgbClr val="FF0000"/>
              </a:solidFill>
            </a:endParaRPr>
          </a:p>
        </p:txBody>
      </p:sp>
      <p:sp>
        <p:nvSpPr>
          <p:cNvPr id="5123" name="TextBox 5">
            <a:extLst>
              <a:ext uri="{FF2B5EF4-FFF2-40B4-BE49-F238E27FC236}">
                <a16:creationId xmlns:a16="http://schemas.microsoft.com/office/drawing/2014/main" id="{C3B60D66-FC73-5BCC-5DB3-3C54C2F184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1323975"/>
            <a:ext cx="268605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2.</a:t>
            </a:r>
            <a:r>
              <a:rPr kumimoji="0" lang="ko-KR" altLang="en-US" sz="1200" b="1"/>
              <a:t> 공사요청일 </a:t>
            </a:r>
            <a:r>
              <a:rPr kumimoji="0" lang="en-US" altLang="ko-KR" sz="1200" b="1"/>
              <a:t>: 2026</a:t>
            </a:r>
            <a:r>
              <a:rPr kumimoji="0" lang="ko-KR" altLang="en-US" sz="1200" b="1"/>
              <a:t>년  </a:t>
            </a:r>
            <a:r>
              <a:rPr kumimoji="0" lang="en-US" altLang="ko-KR" sz="1200" b="1"/>
              <a:t>04</a:t>
            </a:r>
            <a:r>
              <a:rPr kumimoji="0" lang="ko-KR" altLang="en-US" sz="1200" b="1"/>
              <a:t>월  </a:t>
            </a:r>
            <a:r>
              <a:rPr kumimoji="0" lang="en-US" altLang="ko-KR" sz="1200" b="1"/>
              <a:t>23</a:t>
            </a:r>
            <a:r>
              <a:rPr kumimoji="0" lang="ko-KR" altLang="en-US" sz="1200" b="1"/>
              <a:t>일</a:t>
            </a:r>
          </a:p>
        </p:txBody>
      </p:sp>
      <p:sp>
        <p:nvSpPr>
          <p:cNvPr id="3077" name="TextBox 6">
            <a:extLst>
              <a:ext uri="{FF2B5EF4-FFF2-40B4-BE49-F238E27FC236}">
                <a16:creationId xmlns:a16="http://schemas.microsoft.com/office/drawing/2014/main" id="{5E301545-07D4-8196-BFC4-D35978B5EC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1728788"/>
            <a:ext cx="3089275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latinLnBrk="1" hangingPunct="1">
              <a:defRPr/>
            </a:pPr>
            <a:r>
              <a:rPr kumimoji="0" lang="en-US" altLang="ko-KR" sz="1200" b="1" dirty="0">
                <a:latin typeface="+mn-lt"/>
                <a:ea typeface="맑은 고딕" pitchFamily="50" charset="-127"/>
              </a:rPr>
              <a:t>3. </a:t>
            </a:r>
            <a:r>
              <a:rPr kumimoji="0" lang="ko-KR" altLang="en-US" sz="1200" b="1" dirty="0">
                <a:latin typeface="+mn-lt"/>
                <a:ea typeface="맑은 고딕" pitchFamily="50" charset="-127"/>
              </a:rPr>
              <a:t>공사의뢰자 </a:t>
            </a:r>
            <a:r>
              <a:rPr kumimoji="0" lang="en-US" altLang="ko-KR" sz="1200" b="1" dirty="0">
                <a:latin typeface="+mn-lt"/>
                <a:ea typeface="맑은 고딕" pitchFamily="50" charset="-127"/>
              </a:rPr>
              <a:t>: </a:t>
            </a:r>
            <a:r>
              <a:rPr kumimoji="0" lang="ko-KR" altLang="en-US" sz="1200" b="1" dirty="0" err="1">
                <a:latin typeface="+mn-lt"/>
                <a:ea typeface="맑은 고딕" pitchFamily="50" charset="-127"/>
              </a:rPr>
              <a:t>유앤미시스템</a:t>
            </a:r>
            <a:r>
              <a:rPr kumimoji="0" lang="ko-KR" altLang="en-US" sz="1200" b="1" dirty="0">
                <a:latin typeface="+mn-lt"/>
                <a:ea typeface="맑은 고딕" pitchFamily="50" charset="-127"/>
              </a:rPr>
              <a:t> 남해원 소장</a:t>
            </a:r>
          </a:p>
        </p:txBody>
      </p:sp>
      <p:sp>
        <p:nvSpPr>
          <p:cNvPr id="5125" name="TextBox 20">
            <a:extLst>
              <a:ext uri="{FF2B5EF4-FFF2-40B4-BE49-F238E27FC236}">
                <a16:creationId xmlns:a16="http://schemas.microsoft.com/office/drawing/2014/main" id="{57CA44BF-389A-4A55-13E2-7D2E6E5294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923925"/>
            <a:ext cx="378460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1.</a:t>
            </a:r>
            <a:r>
              <a:rPr kumimoji="0" lang="ko-KR" altLang="en-US" sz="1200" b="1"/>
              <a:t> 공   사   명 </a:t>
            </a:r>
            <a:r>
              <a:rPr kumimoji="0" lang="en-US" altLang="ko-KR" sz="1200" b="1"/>
              <a:t>: 5</a:t>
            </a:r>
            <a:r>
              <a:rPr kumimoji="0" lang="ko-KR" altLang="en-US" sz="1200" b="1"/>
              <a:t>동</a:t>
            </a:r>
            <a:r>
              <a:rPr kumimoji="0" lang="en-US" altLang="ko-KR" sz="1200" b="1"/>
              <a:t> 404</a:t>
            </a:r>
            <a:r>
              <a:rPr kumimoji="0" lang="ko-KR" altLang="en-US" sz="1200" b="1"/>
              <a:t>호 도배</a:t>
            </a:r>
            <a:r>
              <a:rPr kumimoji="0" lang="en-US" altLang="ko-KR" sz="1200" b="1"/>
              <a:t>(</a:t>
            </a:r>
            <a:r>
              <a:rPr kumimoji="0" lang="ko-KR" altLang="en-US" sz="1200" b="1"/>
              <a:t>천장도배</a:t>
            </a:r>
            <a:r>
              <a:rPr kumimoji="0" lang="en-US" altLang="ko-KR" sz="1200" b="1"/>
              <a:t>)</a:t>
            </a:r>
            <a:r>
              <a:rPr kumimoji="0" lang="ko-KR" altLang="en-US" sz="1200" b="1"/>
              <a:t> 작업의뢰</a:t>
            </a:r>
          </a:p>
        </p:txBody>
      </p:sp>
      <p:sp>
        <p:nvSpPr>
          <p:cNvPr id="5126" name="TextBox 45">
            <a:extLst>
              <a:ext uri="{FF2B5EF4-FFF2-40B4-BE49-F238E27FC236}">
                <a16:creationId xmlns:a16="http://schemas.microsoft.com/office/drawing/2014/main" id="{CFE7350E-85A3-8C8B-E842-D76DBF5F73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075" y="3789363"/>
            <a:ext cx="845661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kumimoji="0" lang="ko-KR" altLang="en-US" sz="1200" b="1"/>
              <a:t>상기 공사에 대한 공사요청을 에스앤아이 코퍼레이션에게 요청 드리오니 기타공사를 완료해 주실 것을</a:t>
            </a:r>
            <a:r>
              <a:rPr kumimoji="0" lang="en-US" altLang="ko-KR" sz="1200" b="1"/>
              <a:t> </a:t>
            </a:r>
            <a:r>
              <a:rPr kumimoji="0" lang="ko-KR" altLang="en-US" sz="1200" b="1"/>
              <a:t>요청 드립니다</a:t>
            </a:r>
            <a:r>
              <a:rPr kumimoji="0" lang="en-US" altLang="ko-KR" sz="1200" b="1"/>
              <a:t>.</a:t>
            </a:r>
            <a:r>
              <a:rPr kumimoji="0" lang="ko-KR" altLang="en-US" sz="1200" b="1"/>
              <a:t>  </a:t>
            </a:r>
          </a:p>
        </p:txBody>
      </p:sp>
      <p:sp>
        <p:nvSpPr>
          <p:cNvPr id="5127" name="TextBox 23">
            <a:extLst>
              <a:ext uri="{FF2B5EF4-FFF2-40B4-BE49-F238E27FC236}">
                <a16:creationId xmlns:a16="http://schemas.microsoft.com/office/drawing/2014/main" id="{AE1A1DB0-98D7-AF7F-6453-DA8AAA2B07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7363" y="2924175"/>
            <a:ext cx="9772650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6. </a:t>
            </a:r>
            <a:r>
              <a:rPr kumimoji="0" lang="ko-KR" altLang="en-US" sz="1200" b="1"/>
              <a:t>공 사 내 용 </a:t>
            </a:r>
            <a:r>
              <a:rPr kumimoji="0" lang="en-US" altLang="ko-KR" sz="1200" b="1"/>
              <a:t>: </a:t>
            </a:r>
            <a:r>
              <a:rPr kumimoji="0" lang="ko-KR" altLang="en-US" sz="1200" b="1"/>
              <a:t>천정 도배</a:t>
            </a:r>
            <a:r>
              <a:rPr kumimoji="0" lang="en-US" altLang="ko-KR" sz="1200" b="1"/>
              <a:t>(</a:t>
            </a:r>
            <a:r>
              <a:rPr kumimoji="0" lang="ko-KR" altLang="en-US" sz="1200" b="1"/>
              <a:t>거실</a:t>
            </a:r>
            <a:r>
              <a:rPr kumimoji="0" lang="en-US" altLang="ko-KR" sz="1200" b="1"/>
              <a:t>, </a:t>
            </a:r>
            <a:r>
              <a:rPr kumimoji="0" lang="ko-KR" altLang="en-US" sz="1200" b="1"/>
              <a:t>현관</a:t>
            </a:r>
            <a:r>
              <a:rPr kumimoji="0" lang="en-US" altLang="ko-KR" sz="1200" b="1"/>
              <a:t>, </a:t>
            </a:r>
            <a:r>
              <a:rPr kumimoji="0" lang="ko-KR" altLang="en-US" sz="1200" b="1"/>
              <a:t>주방</a:t>
            </a:r>
            <a:r>
              <a:rPr kumimoji="0" lang="en-US" altLang="ko-KR" sz="1200" b="1"/>
              <a:t>)</a:t>
            </a:r>
            <a:r>
              <a:rPr kumimoji="0" lang="ko-KR" altLang="en-US" sz="1200" b="1"/>
              <a:t> 도배 요함</a:t>
            </a:r>
            <a:endParaRPr kumimoji="0" lang="en-US" altLang="ko-KR" sz="1200" b="1"/>
          </a:p>
        </p:txBody>
      </p:sp>
      <p:sp>
        <p:nvSpPr>
          <p:cNvPr id="5128" name="TextBox 4">
            <a:extLst>
              <a:ext uri="{FF2B5EF4-FFF2-40B4-BE49-F238E27FC236}">
                <a16:creationId xmlns:a16="http://schemas.microsoft.com/office/drawing/2014/main" id="{A3C45B59-4A1C-272A-7899-CDE08B4E1A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2133600"/>
            <a:ext cx="2319337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latinLnBrk="0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4. </a:t>
            </a:r>
            <a:r>
              <a:rPr kumimoji="0" lang="ko-KR" altLang="en-US" sz="1200" b="1"/>
              <a:t>완료요청일 </a:t>
            </a:r>
            <a:r>
              <a:rPr kumimoji="0" lang="en-US" altLang="ko-KR" sz="1200" b="1"/>
              <a:t>:  </a:t>
            </a:r>
            <a:r>
              <a:rPr kumimoji="0" lang="ko-KR" altLang="en-US" sz="1200" b="1">
                <a:solidFill>
                  <a:srgbClr val="FF0000"/>
                </a:solidFill>
              </a:rPr>
              <a:t>긴급으로 요청</a:t>
            </a:r>
          </a:p>
        </p:txBody>
      </p:sp>
      <p:sp>
        <p:nvSpPr>
          <p:cNvPr id="5129" name="TextBox 21">
            <a:extLst>
              <a:ext uri="{FF2B5EF4-FFF2-40B4-BE49-F238E27FC236}">
                <a16:creationId xmlns:a16="http://schemas.microsoft.com/office/drawing/2014/main" id="{D4AFAF42-F64E-0144-F263-8442E708DF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2541588"/>
            <a:ext cx="1858962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latinLnBrk="0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5. </a:t>
            </a:r>
            <a:r>
              <a:rPr kumimoji="0" lang="ko-KR" altLang="en-US" sz="1200" b="1"/>
              <a:t>입주예정일 </a:t>
            </a:r>
            <a:r>
              <a:rPr kumimoji="0" lang="en-US" altLang="ko-KR" sz="1200" b="1"/>
              <a:t>:  </a:t>
            </a:r>
            <a:r>
              <a:rPr kumimoji="0" lang="ko-KR" altLang="en-US" sz="1200" b="1">
                <a:solidFill>
                  <a:srgbClr val="FF0000"/>
                </a:solidFill>
              </a:rPr>
              <a:t>입주중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3A61964D-4B9F-F3F5-F920-ED95C1AC73E0}"/>
              </a:ext>
            </a:extLst>
          </p:cNvPr>
          <p:cNvSpPr/>
          <p:nvPr/>
        </p:nvSpPr>
        <p:spPr bwMode="auto">
          <a:xfrm>
            <a:off x="3316288" y="4425950"/>
            <a:ext cx="2511425" cy="654050"/>
          </a:xfrm>
          <a:prstGeom prst="rect">
            <a:avLst/>
          </a:prstGeom>
          <a:solidFill>
            <a:schemeClr val="bg1">
              <a:lumMod val="75000"/>
            </a:schemeClr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600" b="1" dirty="0">
                <a:solidFill>
                  <a:schemeClr val="tx1"/>
                </a:solidFill>
              </a:rPr>
              <a:t>의   </a:t>
            </a:r>
            <a:r>
              <a:rPr kumimoji="0" lang="ko-KR" altLang="en-US" sz="1600" b="1" dirty="0" err="1">
                <a:solidFill>
                  <a:schemeClr val="tx1"/>
                </a:solidFill>
              </a:rPr>
              <a:t>뢰</a:t>
            </a:r>
            <a:r>
              <a:rPr kumimoji="0" lang="ko-KR" altLang="en-US" sz="1600" b="1" dirty="0">
                <a:solidFill>
                  <a:schemeClr val="tx1"/>
                </a:solidFill>
              </a:rPr>
              <a:t>   사   진</a:t>
            </a:r>
          </a:p>
        </p:txBody>
      </p:sp>
      <p:sp>
        <p:nvSpPr>
          <p:cNvPr id="11" name="아래쪽 화살표 10">
            <a:extLst>
              <a:ext uri="{FF2B5EF4-FFF2-40B4-BE49-F238E27FC236}">
                <a16:creationId xmlns:a16="http://schemas.microsoft.com/office/drawing/2014/main" id="{826FE881-45F0-67E8-78FF-D7D02036EAB7}"/>
              </a:ext>
            </a:extLst>
          </p:cNvPr>
          <p:cNvSpPr/>
          <p:nvPr/>
        </p:nvSpPr>
        <p:spPr>
          <a:xfrm>
            <a:off x="4176713" y="5380038"/>
            <a:ext cx="790575" cy="8636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latinLnBrk="1" hangingPunct="1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1040C17-09E7-34F3-1B97-6F9D2D5D3FB9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9000"/>
              </a:schemeClr>
            </a:solidFill>
          </a:ln>
        </p:spPr>
        <p:txBody>
          <a:bodyPr/>
          <a:lstStyle/>
          <a:p>
            <a:pPr eaLnBrk="1" hangingPunct="1">
              <a:defRPr/>
            </a:pPr>
            <a:r>
              <a:rPr lang="ko-KR" altLang="en-US" sz="2800" b="1" dirty="0"/>
              <a:t>천정</a:t>
            </a:r>
            <a:r>
              <a:rPr lang="en-US" altLang="ko-KR" sz="2800" b="1" dirty="0"/>
              <a:t>(</a:t>
            </a:r>
            <a:r>
              <a:rPr lang="ko-KR" altLang="en-US" sz="2800" b="1" dirty="0"/>
              <a:t>거실</a:t>
            </a:r>
            <a:r>
              <a:rPr lang="en-US" altLang="ko-KR" sz="2800" b="1" dirty="0"/>
              <a:t>, </a:t>
            </a:r>
            <a:r>
              <a:rPr lang="ko-KR" altLang="en-US" sz="2800" b="1" dirty="0"/>
              <a:t>현관</a:t>
            </a:r>
            <a:r>
              <a:rPr lang="en-US" altLang="ko-KR" sz="2800" b="1" dirty="0"/>
              <a:t>, </a:t>
            </a:r>
            <a:r>
              <a:rPr lang="ko-KR" altLang="en-US" sz="2800" b="1" dirty="0"/>
              <a:t>주방</a:t>
            </a:r>
            <a:r>
              <a:rPr lang="en-US" altLang="ko-KR" sz="2800" b="1" dirty="0"/>
              <a:t>)</a:t>
            </a:r>
            <a:r>
              <a:rPr lang="ko-KR" altLang="en-US" sz="2800" b="1" dirty="0"/>
              <a:t> 도배</a:t>
            </a:r>
            <a:endParaRPr lang="ko-KR" altLang="en-US" sz="2800" b="1" dirty="0">
              <a:latin typeface="+mj-ea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6862F33B-B989-8EC4-5808-54E12DDE0E97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>
                <a:alpha val="9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6148" name="Picture 27">
            <a:extLst>
              <a:ext uri="{FF2B5EF4-FFF2-40B4-BE49-F238E27FC236}">
                <a16:creationId xmlns:a16="http://schemas.microsoft.com/office/drawing/2014/main" id="{0429ADAC-E4A5-C33A-E26E-11B638E0F1F2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8313" y="1628775"/>
            <a:ext cx="8207375" cy="4464050"/>
          </a:xfrm>
          <a:noFill/>
        </p:spPr>
      </p:pic>
      <p:sp>
        <p:nvSpPr>
          <p:cNvPr id="5" name="타원 4">
            <a:extLst>
              <a:ext uri="{FF2B5EF4-FFF2-40B4-BE49-F238E27FC236}">
                <a16:creationId xmlns:a16="http://schemas.microsoft.com/office/drawing/2014/main" id="{33D2A79D-531A-B2EF-B240-EDFE78197F21}"/>
              </a:ext>
            </a:extLst>
          </p:cNvPr>
          <p:cNvSpPr/>
          <p:nvPr/>
        </p:nvSpPr>
        <p:spPr>
          <a:xfrm rot="21020459">
            <a:off x="2046288" y="2705100"/>
            <a:ext cx="6651625" cy="141128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2498</TotalTime>
  <Words>117</Words>
  <Application>Microsoft Office PowerPoint</Application>
  <PresentationFormat>화면 슬라이드 쇼(4:3)</PresentationFormat>
  <Paragraphs>14</Paragraphs>
  <Slides>3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7" baseType="lpstr">
      <vt:lpstr>굴림</vt:lpstr>
      <vt:lpstr>맑은 고딕</vt:lpstr>
      <vt:lpstr>Arial</vt:lpstr>
      <vt:lpstr>Office 테마</vt:lpstr>
      <vt:lpstr>PowerPoint 프레젠테이션</vt:lpstr>
      <vt:lpstr>PowerPoint 프레젠테이션</vt:lpstr>
      <vt:lpstr>천정(거실, 현관, 주방) 도배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</dc:creator>
  <cp:lastModifiedBy>종근 이</cp:lastModifiedBy>
  <cp:revision>462</cp:revision>
  <dcterms:created xsi:type="dcterms:W3CDTF">2012-05-23T04:33:26Z</dcterms:created>
  <dcterms:modified xsi:type="dcterms:W3CDTF">2026-05-09T05:16:51Z</dcterms:modified>
</cp:coreProperties>
</file>