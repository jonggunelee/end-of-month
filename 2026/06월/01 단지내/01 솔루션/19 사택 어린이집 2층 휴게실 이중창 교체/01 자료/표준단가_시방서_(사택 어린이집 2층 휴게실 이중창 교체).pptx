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어린이집 </a:t>
            </a:r>
            <a:r>
              <a:rPr lang="en-US" altLang="ko-KR" b="1" dirty="0">
                <a:latin typeface="+mn-ea"/>
              </a:rPr>
              <a:t>2</a:t>
            </a:r>
            <a:r>
              <a:rPr lang="ko-KR" altLang="en-US" b="1" dirty="0">
                <a:latin typeface="+mn-ea"/>
              </a:rPr>
              <a:t>층 휴게실 이중창 교체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어린이집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층 휴게실 이중창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102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파손 이중 유리창 분리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외부 교체 따른 발판형 사다리 사용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외부 에서 이중창 교체 높이 약 </a:t>
            </a:r>
            <a:r>
              <a:rPr lang="en-US" altLang="ko-KR" sz="1000" dirty="0"/>
              <a:t>3M </a:t>
            </a:r>
            <a:r>
              <a:rPr lang="ko-KR" altLang="en-US" sz="1000" dirty="0"/>
              <a:t>이하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발판형 사다리 사용시 사다리 보조자 배치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교체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창 </a:t>
            </a:r>
            <a:r>
              <a:rPr lang="ko-KR" altLang="en-US" sz="1000" dirty="0" err="1"/>
              <a:t>내외부</a:t>
            </a:r>
            <a:r>
              <a:rPr lang="ko-KR" altLang="en-US" sz="1000" dirty="0"/>
              <a:t> 패킹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주변 정리정돈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828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2026-04-24T07:36:09Z</dcterms:modified>
</cp:coreProperties>
</file>