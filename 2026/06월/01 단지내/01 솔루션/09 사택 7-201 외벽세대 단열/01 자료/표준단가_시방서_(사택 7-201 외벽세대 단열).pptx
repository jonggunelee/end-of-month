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5" d="100"/>
          <a:sy n="75" d="100"/>
        </p:scale>
        <p:origin x="3792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2026-04-15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2026-04-15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2026-04-15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2026-04-15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2026-04-15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2026-04-15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2026-04-15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2026-04-15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2026-04-15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2026-04-15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2026-04-15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2026-04-15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2026-04-15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7-201 </a:t>
            </a:r>
            <a:r>
              <a:rPr lang="ko-KR" altLang="en-US" b="1">
                <a:latin typeface="+mn-ea"/>
              </a:rPr>
              <a:t>외벽세대 단열 </a:t>
            </a:r>
            <a:r>
              <a:rPr lang="ko-KR" altLang="en-US" b="1" dirty="0">
                <a:latin typeface="+mn-ea"/>
              </a:rPr>
              <a:t>件</a:t>
            </a:r>
            <a:endParaRPr lang="en-US" altLang="ko-KR" b="1" dirty="0">
              <a:latin typeface="+mn-ea"/>
            </a:endParaRPr>
          </a:p>
          <a:p>
            <a:pPr algn="ctr">
              <a:lnSpc>
                <a:spcPct val="150000"/>
              </a:lnSpc>
            </a:pPr>
            <a:r>
              <a:rPr lang="en-US" altLang="ko-KR" b="1" dirty="0">
                <a:latin typeface="+mn-ea"/>
              </a:rPr>
              <a:t>- </a:t>
            </a:r>
            <a:r>
              <a:rPr lang="ko-KR" altLang="en-US" b="1" dirty="0">
                <a:latin typeface="+mn-ea"/>
              </a:rPr>
              <a:t>시 방 서 </a:t>
            </a:r>
            <a:r>
              <a:rPr lang="en-US" altLang="ko-KR" b="1" dirty="0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 b="1">
                <a:latin typeface="+mn-ea"/>
              </a:rPr>
              <a:t>사택 </a:t>
            </a:r>
            <a:r>
              <a:rPr lang="en-US" altLang="ko-KR" sz="1000" b="1">
                <a:latin typeface="+mn-ea"/>
              </a:rPr>
              <a:t>7-201 </a:t>
            </a:r>
            <a:r>
              <a:rPr lang="ko-KR" altLang="en-US" sz="1000" b="1">
                <a:latin typeface="+mn-ea"/>
              </a:rPr>
              <a:t>외벽세대 단열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위치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대전 유성구 </a:t>
            </a:r>
            <a:r>
              <a:rPr lang="ko-KR" altLang="en-US" sz="1000" dirty="0" err="1">
                <a:latin typeface="+mn-ea"/>
              </a:rPr>
              <a:t>도룡동</a:t>
            </a: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 dirty="0"/>
              <a:t>작업장소</a:t>
            </a:r>
            <a:r>
              <a:rPr lang="en-US" altLang="ko-KR" sz="1000" dirty="0"/>
              <a:t>: </a:t>
            </a:r>
            <a:r>
              <a:rPr lang="ko-KR" altLang="en-US" sz="1000" dirty="0"/>
              <a:t>화장실</a:t>
            </a:r>
            <a:r>
              <a:rPr lang="en-US" altLang="ko-KR" sz="1000" dirty="0"/>
              <a:t>(</a:t>
            </a:r>
            <a:r>
              <a:rPr lang="ko-KR" altLang="en-US" sz="1000" dirty="0" err="1"/>
              <a:t>좌측방</a:t>
            </a:r>
            <a:r>
              <a:rPr lang="en-US" altLang="ko-KR" sz="1000" dirty="0"/>
              <a:t>_ </a:t>
            </a:r>
            <a:r>
              <a:rPr lang="ko-KR" altLang="en-US" sz="1000" dirty="0" err="1"/>
              <a:t>우측방</a:t>
            </a:r>
            <a:r>
              <a:rPr lang="en-US" altLang="ko-KR" sz="1000" dirty="0"/>
              <a:t>-2</a:t>
            </a:r>
            <a:r>
              <a:rPr lang="ko-KR" altLang="en-US" sz="1000" dirty="0"/>
              <a:t>곳</a:t>
            </a:r>
            <a:r>
              <a:rPr lang="en-US" altLang="ko-KR" sz="1000" dirty="0"/>
              <a:t>)</a:t>
            </a:r>
          </a:p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 dirty="0"/>
              <a:t>붙박이장 뒤 외벽 철거 및 신규 </a:t>
            </a:r>
            <a:r>
              <a:rPr lang="ko-KR" altLang="en-US" sz="1000" dirty="0" err="1"/>
              <a:t>열반사</a:t>
            </a:r>
            <a:r>
              <a:rPr lang="ko-KR" altLang="en-US" sz="1000" dirty="0"/>
              <a:t> 단열재 설치</a:t>
            </a:r>
          </a:p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 dirty="0"/>
              <a:t>붙박이장 뒤 외벽 </a:t>
            </a:r>
            <a:r>
              <a:rPr lang="en-US" altLang="ko-KR" sz="1000" dirty="0"/>
              <a:t>PF</a:t>
            </a:r>
            <a:r>
              <a:rPr lang="ko-KR" altLang="en-US" sz="1000" dirty="0"/>
              <a:t>보드 </a:t>
            </a:r>
            <a:r>
              <a:rPr lang="ko-KR" altLang="en-US" sz="1000" dirty="0" err="1"/>
              <a:t>단열판</a:t>
            </a:r>
            <a:r>
              <a:rPr lang="ko-KR" altLang="en-US" sz="1000" dirty="0"/>
              <a:t> 설치 작업</a:t>
            </a:r>
          </a:p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 dirty="0"/>
              <a:t>붙박이장 뒤 외벽 </a:t>
            </a:r>
            <a:r>
              <a:rPr lang="en-US" altLang="ko-KR" sz="1000" dirty="0"/>
              <a:t>PF</a:t>
            </a:r>
            <a:r>
              <a:rPr lang="ko-KR" altLang="en-US" sz="1000" dirty="0"/>
              <a:t>보드 </a:t>
            </a:r>
            <a:r>
              <a:rPr lang="ko-KR" altLang="en-US" sz="1000" dirty="0" err="1"/>
              <a:t>단열판</a:t>
            </a:r>
            <a:r>
              <a:rPr lang="ko-KR" altLang="en-US" sz="1000" dirty="0"/>
              <a:t> 이음매 실리콘 작업</a:t>
            </a:r>
          </a:p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 dirty="0"/>
              <a:t>붙박이장 </a:t>
            </a:r>
            <a:r>
              <a:rPr lang="ko-KR" altLang="en-US" sz="1000" dirty="0" err="1"/>
              <a:t>뒷판</a:t>
            </a:r>
            <a:r>
              <a:rPr lang="ko-KR" altLang="en-US" sz="1000" dirty="0"/>
              <a:t> 교체 및 복원 작업</a:t>
            </a:r>
          </a:p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 dirty="0"/>
              <a:t>붙박이장 내부 피스 부분 스티커 </a:t>
            </a:r>
            <a:r>
              <a:rPr lang="ko-KR" altLang="en-US" sz="1000" dirty="0" err="1"/>
              <a:t>붙임작업</a:t>
            </a:r>
            <a:endParaRPr lang="ko-KR" altLang="en-US" sz="1000" dirty="0"/>
          </a:p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 dirty="0"/>
              <a:t>작업 </a:t>
            </a:r>
            <a:r>
              <a:rPr lang="ko-KR" altLang="en-US" sz="1000" dirty="0" err="1"/>
              <a:t>완료후</a:t>
            </a:r>
            <a:r>
              <a:rPr lang="ko-KR" altLang="en-US" sz="1000" dirty="0"/>
              <a:t> 정리정돈 및 주변 청소 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838</Words>
  <Application>Microsoft Office PowerPoint</Application>
  <PresentationFormat>화면 슬라이드 쇼(4:3)</PresentationFormat>
  <Paragraphs>85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490</cp:revision>
  <dcterms:created xsi:type="dcterms:W3CDTF">2015-01-28T03:52:40Z</dcterms:created>
  <dcterms:modified xsi:type="dcterms:W3CDTF">2026-04-14T23:32:14Z</dcterms:modified>
</cp:coreProperties>
</file>