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4" r:id="rId4"/>
    <p:sldId id="259" r:id="rId5"/>
    <p:sldId id="260" r:id="rId6"/>
    <p:sldId id="261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444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A8788C4-52EF-179D-1E9B-84E4316BE7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8DB3E9-03C9-D42F-E66A-4A92F578371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1BC6C91D-B10F-4F75-8E50-D6F85B8C3996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01ED6BC-C6C6-05F8-B435-2806D5B2D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9D5BB4B-7CB1-645B-9541-7747805B2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CE3856-66D5-217A-7FBF-BAFFD43917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854DDD-6AF4-7191-43A6-B2FE1C59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1605782-1364-4DF1-AE4A-CABE21481A8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D4BE272E-BCB7-B2C5-7144-748CB2461D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CB435638-AFEE-1BA7-3D21-C4123BCE2C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85A07D7-C8CD-8455-236F-E01A34D59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6293315-E527-4F24-B79E-E4C3A10F35DE}" type="slidenum">
              <a:rPr lang="ko-KR" altLang="en-US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DBCD16FA-5C8B-1203-41D5-A64CB1A627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1CDF1E6E-F422-FBF9-C4AD-A8B7ADF4DB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DDC53896-5167-92DD-3455-B3363C9B9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FAD0450-FF4E-450C-98F1-F24529907F71}" type="slidenum">
              <a:rPr lang="ko-KR" altLang="en-US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B6263-E335-B587-1B9A-5D2D1A1D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9C1CB-EAB4-4B0B-9806-2B66D512E9AF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2ACB8-87A3-1EAF-D698-5C042ECEA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367BF-79FC-C149-7571-A154ABC1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599941-4A77-46FE-9FFB-10E46E9DB05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01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AC686-359F-C040-6081-AD500FA9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68D32-456C-4275-A940-5297B738F0E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3EAADA-AB7C-A5CF-7132-845FEF24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094B01-2E86-7C01-3ED9-B493B512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F03AC9-18F5-41EC-8B5A-E5181B0A94E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82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4416E-4947-B70D-4CC8-2C8FD46B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76F4B-0C00-4872-98FB-F3DE4FEACD1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52ABDD-B316-E9D8-65D2-90B06BA7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709C1-EF01-B77B-FCC8-D605598F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EA9F3F-FF4B-4FDB-981E-9AAADF1E1B5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52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A8B9B70-CA96-AD85-E724-2DF1EFBB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464C9-7EE0-4A6C-9727-DF93692290E9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5A01A4A-6D30-141E-3B1A-271D9200F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C0B60A6-F1C6-3297-3A9F-E75FCD31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07DB46-CA6C-41C5-B5DA-35CEA76CB22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92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4980597-5F93-A343-885F-FA1CC667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65D53-E6A3-46D2-BFD3-2E33B9D59B5C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F6EA3A4-CBA0-805F-CBB7-3387C9B08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42DDD7D-F6DA-91BA-B09D-3563B859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CDA9E2-DE39-4802-861C-6BAD7184B77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62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634A58F2-7D43-F4D6-05D2-636FAD34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1E1C3-B4F0-449A-9F7D-13D5A9B1182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349A333-39CE-C739-2537-950094F9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08D4226-39B3-894A-E677-7F52496A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36187-E7F2-4050-B179-0548E3D27A7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4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92EB0B8-7973-792A-463F-AB2145C6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93FC7-E367-4349-BA19-C11416019CF0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7DA958F-2329-6872-7230-E9FE7A6C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89B09BD4-2677-B41F-868E-5CADA13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EF821B-BDF7-4016-9459-2BA892B06E6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572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D48232D-1E96-58CD-2066-2581DE0F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62517-4BE2-41BF-BEE3-C4A36BE9D77C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683F060-89C2-FB74-EB3C-034D1F5C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1F1D922-A888-762D-77A3-929E4120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2A5C8-5DB3-4EB4-ACEF-E59B24E0F7D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26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2D41228-F1F0-E545-B3AD-A5388CCE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5666E-1485-4665-811F-A69040AFA96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A0F1E23-BF10-16F1-9191-2FCB7E8D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14607AD-1CC5-9D39-5D28-9765AC29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9DBFF6-E89F-4D4C-9B48-CD158B93955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94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10FF6-53BA-D6E3-505F-D5E5651E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DE2C4-9274-4A6D-9E6F-8B89EE2819C1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3063-6874-B387-CC42-8300BDD0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8B425-EFB8-363D-A2FE-4D6AC782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9F4A9-3975-47DE-A44B-598094CCF67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8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A62E9F-703A-306F-77CA-7AB29610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63D39-4BD0-40F2-B306-A7E2C739191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28CC57-54E1-96A1-3030-328C5BB1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FE11F5-BA9E-093D-D795-BEB24720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F4C060-282A-46A4-B3BA-1393F185DEE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85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8B04FF9-6B48-840F-7D9D-6D0A9979EB0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46C59ED2-F140-179E-9112-DD53546F0F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9EF9B-27D0-B53D-8662-CEB3633CD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F4F133C-CC13-4267-B31B-4FFCE1B5C21B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CD90F8-EDF3-2408-CA23-A0C696AD5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3236C4-8BF6-48B6-4EAB-F7E1DA3A7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7CDFA51-A289-4AF7-80DC-8982330078F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26EDFC2-9645-F686-3946-0620011C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1665288"/>
            <a:ext cx="714375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 </a:t>
            </a:r>
            <a:r>
              <a:rPr kumimoji="0" lang="ko-KR" altLang="en-US" sz="3000" b="1"/>
              <a:t>   에어컨 필터 청소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A78969A-554A-8C6E-01A3-0AD3D126D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3E26FD2-9D78-F6B4-5473-8991380C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99C820AB-2A1D-BF74-DAA9-1FC5D1C83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319088"/>
            <a:ext cx="5543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2400" b="1" u="sng"/>
              <a:t> 에어컨 필터 청소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B1CBD36-D121-78C9-C2C0-A43E76448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79525"/>
            <a:ext cx="25765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</a:t>
            </a:r>
            <a:r>
              <a:rPr kumimoji="0" lang="en-US" altLang="ko-KR" sz="1200" b="1"/>
              <a:t>17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F5EDDACC-08CC-EFAD-4F7E-4EC5831A0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398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35684F2A-6AC2-0D47-5383-738B67426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718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 에어컨 필터 청소 작업요청서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5B08CD8-3286-9FE6-2EF0-2057EDBC3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2060575"/>
            <a:ext cx="8651875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, 3</a:t>
            </a:r>
            <a:r>
              <a:rPr kumimoji="0" lang="ko-KR" altLang="en-US" sz="1200" b="1"/>
              <a:t>동 에어컨 필터 청소</a:t>
            </a:r>
            <a:r>
              <a:rPr kumimoji="0" lang="en-US" altLang="ko-KR" sz="1200" b="1"/>
              <a:t>(</a:t>
            </a:r>
            <a:r>
              <a:rPr kumimoji="0" lang="ko-KR" altLang="en-US" sz="1200" b="1">
                <a:solidFill>
                  <a:srgbClr val="0000FF"/>
                </a:solidFill>
              </a:rPr>
              <a:t>총계 </a:t>
            </a:r>
            <a:r>
              <a:rPr kumimoji="0" lang="en-US" altLang="ko-KR" sz="1200" b="1">
                <a:solidFill>
                  <a:srgbClr val="0000FF"/>
                </a:solidFill>
              </a:rPr>
              <a:t>: 123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① B</a:t>
            </a:r>
            <a:r>
              <a:rPr kumimoji="0" lang="ko-KR" altLang="en-US" sz="1200" b="1">
                <a:solidFill>
                  <a:srgbClr val="0000FF"/>
                </a:solidFill>
              </a:rPr>
              <a:t>동 </a:t>
            </a:r>
            <a:r>
              <a:rPr kumimoji="0" lang="en-US" altLang="ko-KR" sz="1200" b="1">
                <a:solidFill>
                  <a:srgbClr val="0000FF"/>
                </a:solidFill>
              </a:rPr>
              <a:t>: 88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② 3</a:t>
            </a:r>
            <a:r>
              <a:rPr kumimoji="0" lang="ko-KR" altLang="en-US" sz="1200" b="1">
                <a:solidFill>
                  <a:srgbClr val="0000FF"/>
                </a:solidFill>
              </a:rPr>
              <a:t>동</a:t>
            </a:r>
            <a:r>
              <a:rPr kumimoji="0" lang="en-US" altLang="ko-KR" sz="1200" b="1">
                <a:solidFill>
                  <a:srgbClr val="0000FF"/>
                </a:solidFill>
              </a:rPr>
              <a:t>(5</a:t>
            </a:r>
            <a:r>
              <a:rPr kumimoji="0" lang="ko-KR" altLang="en-US" sz="1200" b="1">
                <a:solidFill>
                  <a:srgbClr val="0000FF"/>
                </a:solidFill>
              </a:rPr>
              <a:t>층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: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29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,  3</a:t>
            </a:r>
            <a:r>
              <a:rPr kumimoji="0" lang="ko-KR" altLang="en-US" sz="1200" b="1">
                <a:solidFill>
                  <a:srgbClr val="0000FF"/>
                </a:solidFill>
              </a:rPr>
              <a:t>동</a:t>
            </a:r>
            <a:r>
              <a:rPr kumimoji="0" lang="en-US" altLang="ko-KR" sz="1200" b="1">
                <a:solidFill>
                  <a:srgbClr val="0000FF"/>
                </a:solidFill>
              </a:rPr>
              <a:t>(5</a:t>
            </a:r>
            <a:r>
              <a:rPr kumimoji="0" lang="ko-KR" altLang="en-US" sz="1200" b="1">
                <a:solidFill>
                  <a:srgbClr val="0000FF"/>
                </a:solidFill>
              </a:rPr>
              <a:t>층 남자탕비실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: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1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③ A</a:t>
            </a:r>
            <a:r>
              <a:rPr kumimoji="0" lang="ko-KR" altLang="en-US" sz="1200" b="1">
                <a:solidFill>
                  <a:srgbClr val="0000FF"/>
                </a:solidFill>
              </a:rPr>
              <a:t>동 </a:t>
            </a:r>
            <a:r>
              <a:rPr kumimoji="0" lang="en-US" altLang="ko-KR" sz="1200" b="1">
                <a:solidFill>
                  <a:srgbClr val="0000FF"/>
                </a:solidFill>
              </a:rPr>
              <a:t>VIP6 : 2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④ 1</a:t>
            </a:r>
            <a:r>
              <a:rPr kumimoji="0" lang="ko-KR" altLang="en-US" sz="1200" b="1">
                <a:solidFill>
                  <a:srgbClr val="0000FF"/>
                </a:solidFill>
              </a:rPr>
              <a:t>동 </a:t>
            </a:r>
            <a:r>
              <a:rPr kumimoji="0" lang="en-US" altLang="ko-KR" sz="1200" b="1">
                <a:solidFill>
                  <a:srgbClr val="0000FF"/>
                </a:solidFill>
              </a:rPr>
              <a:t>VIP(102,202,205)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: 3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endParaRPr kumimoji="0" lang="en-US" altLang="ko-KR" sz="1200" b="1">
              <a:solidFill>
                <a:srgbClr val="0000FF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7B957D-6AAE-FF8C-BE0A-0B2FA7731CFC}"/>
              </a:ext>
            </a:extLst>
          </p:cNvPr>
          <p:cNvSpPr txBox="1"/>
          <p:nvPr/>
        </p:nvSpPr>
        <p:spPr>
          <a:xfrm>
            <a:off x="4859338" y="6524625"/>
            <a:ext cx="1584325" cy="231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sz="900" b="1" dirty="0">
                <a:latin typeface="+mj-ea"/>
                <a:ea typeface="+mj-ea"/>
              </a:rPr>
              <a:t>     </a:t>
            </a:r>
          </a:p>
        </p:txBody>
      </p:sp>
      <p:sp>
        <p:nvSpPr>
          <p:cNvPr id="5128" name="TextBox 45">
            <a:extLst>
              <a:ext uri="{FF2B5EF4-FFF2-40B4-BE49-F238E27FC236}">
                <a16:creationId xmlns:a16="http://schemas.microsoft.com/office/drawing/2014/main" id="{F9BF6BDA-7C86-244F-0582-1F630AB09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886200"/>
            <a:ext cx="84566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필터청소를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F5C0CF-CEE4-E440-9F15-023C3BAC5991}"/>
              </a:ext>
            </a:extLst>
          </p:cNvPr>
          <p:cNvSpPr/>
          <p:nvPr/>
        </p:nvSpPr>
        <p:spPr bwMode="auto">
          <a:xfrm>
            <a:off x="3316288" y="46355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3" name="아래쪽 화살표 12">
            <a:extLst>
              <a:ext uri="{FF2B5EF4-FFF2-40B4-BE49-F238E27FC236}">
                <a16:creationId xmlns:a16="http://schemas.microsoft.com/office/drawing/2014/main" id="{1EE002CE-BCB9-2E0F-548D-0D8755346EE5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9492C-F287-EABB-FDDE-4D7CF6D8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>
                <a:latin typeface="+mj-ea"/>
              </a:rPr>
              <a:t>화학</a:t>
            </a:r>
            <a:r>
              <a:rPr lang="en-US" altLang="ko-KR" sz="3200" b="1" dirty="0">
                <a:latin typeface="+mj-ea"/>
              </a:rPr>
              <a:t> </a:t>
            </a:r>
            <a:r>
              <a:rPr lang="ko-KR" altLang="en-US" sz="3200" b="1" dirty="0">
                <a:latin typeface="+mj-ea"/>
              </a:rPr>
              <a:t>에어컨 설치 현황</a:t>
            </a: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CC1359-1763-C5D5-3020-856FC2B22C5A}"/>
              </a:ext>
            </a:extLst>
          </p:cNvPr>
          <p:cNvSpPr/>
          <p:nvPr/>
        </p:nvSpPr>
        <p:spPr>
          <a:xfrm>
            <a:off x="468313" y="1125538"/>
            <a:ext cx="8207375" cy="5111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6148" name="그림 2">
            <a:extLst>
              <a:ext uri="{FF2B5EF4-FFF2-40B4-BE49-F238E27FC236}">
                <a16:creationId xmlns:a16="http://schemas.microsoft.com/office/drawing/2014/main" id="{31FBAE15-B607-0A68-42D4-EB0E135CC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8064500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49640-A904-BF19-442E-A639F943412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(1WAY)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4AAD83-AD78-4EB4-E140-10E5627C4DAF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196" name="Picture 24">
            <a:extLst>
              <a:ext uri="{FF2B5EF4-FFF2-40B4-BE49-F238E27FC236}">
                <a16:creationId xmlns:a16="http://schemas.microsoft.com/office/drawing/2014/main" id="{D15E2A58-8298-E9B1-0CD7-B4EBF78498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F3443-35CD-FCD3-ADB8-5D032C14200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(2WAY)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37BCB9-DC8D-930F-73BC-28989EE015A1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220" name="Picture 24">
            <a:extLst>
              <a:ext uri="{FF2B5EF4-FFF2-40B4-BE49-F238E27FC236}">
                <a16:creationId xmlns:a16="http://schemas.microsoft.com/office/drawing/2014/main" id="{C786333D-E323-82E3-7F60-B1ACD7D118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127500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73973-4934-004E-F0E6-CE1EFE9D7A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(4WAY)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362611-2A8A-0C06-FD8D-4A034052ECAA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244" name="Picture 24">
            <a:extLst>
              <a:ext uri="{FF2B5EF4-FFF2-40B4-BE49-F238E27FC236}">
                <a16:creationId xmlns:a16="http://schemas.microsoft.com/office/drawing/2014/main" id="{906BB7DB-3411-7E91-383D-FA1F026416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881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159</Words>
  <Application>Microsoft Office PowerPoint</Application>
  <PresentationFormat>화면 슬라이드 쇼(4:3)</PresentationFormat>
  <Paragraphs>21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화학 에어컨 설치 현황</vt:lpstr>
      <vt:lpstr> 에어컨 필터 (1WAY) </vt:lpstr>
      <vt:lpstr> 에어컨 필터 (2WAY) </vt:lpstr>
      <vt:lpstr> 에어컨 필터 (4WAY)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228</cp:revision>
  <cp:lastPrinted>2024-04-15T23:54:45Z</cp:lastPrinted>
  <dcterms:created xsi:type="dcterms:W3CDTF">2012-05-23T04:33:26Z</dcterms:created>
  <dcterms:modified xsi:type="dcterms:W3CDTF">2026-04-20T03:47:48Z</dcterms:modified>
</cp:coreProperties>
</file>