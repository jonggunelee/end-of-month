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50" d="100"/>
          <a:sy n="50" d="100"/>
        </p:scale>
        <p:origin x="172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2024-05-10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2024-05-10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2024-05-10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2024-05-10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2024-05-10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2024-05-10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2024-05-10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2024-05-10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2024-05-10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2024-05-10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2024-05-10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2024-05-10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기숙사동 </a:t>
            </a:r>
            <a:r>
              <a:rPr lang="en-US" altLang="ko-KR" b="1">
                <a:latin typeface="+mn-ea"/>
              </a:rPr>
              <a:t>EHP </a:t>
            </a:r>
            <a:r>
              <a:rPr lang="ko-KR" altLang="en-US" b="1">
                <a:latin typeface="+mn-ea"/>
              </a:rPr>
              <a:t>필터 세척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화학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454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127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기숙사동 </a:t>
            </a:r>
            <a:r>
              <a:rPr lang="en-US" altLang="ko-KR" sz="1000">
                <a:latin typeface="+mn-ea"/>
              </a:rPr>
              <a:t>EHP </a:t>
            </a:r>
            <a:r>
              <a:rPr lang="ko-KR" altLang="en-US" sz="1000">
                <a:latin typeface="+mn-ea"/>
              </a:rPr>
              <a:t>필터 세척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화학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795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2437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37852" y="1390380"/>
            <a:ext cx="4536504" cy="2140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lang="ko-KR" altLang="en-US" sz="1000" dirty="0"/>
              <a:t>세대내 </a:t>
            </a:r>
            <a:r>
              <a:rPr lang="en-US" altLang="ko-KR" sz="1000" dirty="0" err="1"/>
              <a:t>EHP</a:t>
            </a:r>
            <a:r>
              <a:rPr lang="en-US" altLang="ko-KR" sz="1000" dirty="0"/>
              <a:t> </a:t>
            </a:r>
            <a:r>
              <a:rPr lang="ko-KR" altLang="en-US" sz="1000" dirty="0"/>
              <a:t>필터 대상 총</a:t>
            </a:r>
            <a:r>
              <a:rPr lang="en-US" altLang="ko-KR" sz="1000" dirty="0"/>
              <a:t>120</a:t>
            </a:r>
            <a:r>
              <a:rPr lang="ko-KR" altLang="en-US" sz="1000" dirty="0"/>
              <a:t>대</a:t>
            </a:r>
            <a:r>
              <a:rPr lang="en-US" altLang="ko-KR" sz="1000" dirty="0"/>
              <a:t>(</a:t>
            </a:r>
            <a:r>
              <a:rPr lang="en-US" altLang="ko-KR" sz="1000" dirty="0" err="1"/>
              <a:t>1way</a:t>
            </a:r>
            <a:r>
              <a:rPr lang="en-US" altLang="ko-KR" sz="1000" dirty="0"/>
              <a:t> 119</a:t>
            </a:r>
            <a:r>
              <a:rPr lang="ko-KR" altLang="en-US" sz="1000" dirty="0"/>
              <a:t>대</a:t>
            </a:r>
            <a:r>
              <a:rPr lang="en-US" altLang="ko-KR" sz="1000" dirty="0"/>
              <a:t>/ </a:t>
            </a:r>
            <a:r>
              <a:rPr lang="en-US" altLang="ko-KR" sz="1000" dirty="0" err="1"/>
              <a:t>4way</a:t>
            </a:r>
            <a:r>
              <a:rPr lang="en-US" altLang="ko-KR" sz="1000" dirty="0"/>
              <a:t> 1</a:t>
            </a:r>
            <a:r>
              <a:rPr lang="ko-KR" altLang="en-US" sz="1000" dirty="0"/>
              <a:t>대</a:t>
            </a:r>
            <a:r>
              <a:rPr lang="en-US" altLang="ko-KR" sz="1000" dirty="0"/>
              <a:t>)
3</a:t>
            </a:r>
            <a:r>
              <a:rPr lang="ko-KR" altLang="en-US" sz="1000" dirty="0"/>
              <a:t>동</a:t>
            </a:r>
            <a:r>
              <a:rPr lang="en-US" altLang="ko-KR" sz="1000" dirty="0"/>
              <a:t>=&gt; 30</a:t>
            </a:r>
            <a:r>
              <a:rPr lang="ko-KR" altLang="en-US" sz="1000" dirty="0"/>
              <a:t>대 </a:t>
            </a:r>
            <a:r>
              <a:rPr lang="en-US" altLang="ko-KR" sz="1000" dirty="0"/>
              <a:t>(</a:t>
            </a:r>
            <a:r>
              <a:rPr lang="ko-KR" altLang="en-US" sz="1000" dirty="0"/>
              <a:t>기숙사 </a:t>
            </a:r>
            <a:r>
              <a:rPr lang="en-US" altLang="ko-KR" sz="1000" dirty="0"/>
              <a:t>29</a:t>
            </a:r>
            <a:r>
              <a:rPr lang="ko-KR" altLang="en-US" sz="1000" dirty="0"/>
              <a:t>대 </a:t>
            </a:r>
            <a:r>
              <a:rPr lang="en-US" altLang="ko-KR" sz="1000" dirty="0"/>
              <a:t>/ 5</a:t>
            </a:r>
            <a:r>
              <a:rPr lang="ko-KR" altLang="en-US" sz="1000" dirty="0"/>
              <a:t>층 남 </a:t>
            </a:r>
            <a:r>
              <a:rPr lang="ko-KR" altLang="en-US" sz="1000" dirty="0" err="1"/>
              <a:t>탕비실</a:t>
            </a:r>
            <a:r>
              <a:rPr lang="ko-KR" altLang="en-US" sz="1000" dirty="0"/>
              <a:t> </a:t>
            </a:r>
            <a:r>
              <a:rPr lang="en-US" altLang="ko-KR" sz="1000" dirty="0"/>
              <a:t>1</a:t>
            </a:r>
            <a:r>
              <a:rPr lang="ko-KR" altLang="en-US" sz="1000" dirty="0"/>
              <a:t>대</a:t>
            </a:r>
            <a:r>
              <a:rPr lang="en-US" altLang="ko-KR" sz="1000" dirty="0"/>
              <a:t>)
AB</a:t>
            </a:r>
            <a:r>
              <a:rPr lang="ko-KR" altLang="en-US" sz="1000" dirty="0"/>
              <a:t>동</a:t>
            </a:r>
            <a:r>
              <a:rPr lang="en-US" altLang="ko-KR" sz="1000" dirty="0"/>
              <a:t>=&gt; 90</a:t>
            </a:r>
            <a:r>
              <a:rPr lang="ko-KR" altLang="en-US" sz="1000" dirty="0"/>
              <a:t>대 </a:t>
            </a:r>
            <a:r>
              <a:rPr lang="en-US" altLang="ko-KR" sz="1000" dirty="0"/>
              <a:t>(</a:t>
            </a:r>
            <a:r>
              <a:rPr lang="ko-KR" altLang="en-US" sz="1000" dirty="0"/>
              <a:t>기숙사 </a:t>
            </a:r>
            <a:r>
              <a:rPr lang="en-US" altLang="ko-KR" sz="1000" dirty="0"/>
              <a:t>88</a:t>
            </a:r>
            <a:r>
              <a:rPr lang="ko-KR" altLang="en-US" sz="1000" dirty="0"/>
              <a:t>대 </a:t>
            </a:r>
            <a:r>
              <a:rPr lang="en-US" altLang="ko-KR" sz="1000" dirty="0"/>
              <a:t>/ A</a:t>
            </a:r>
            <a:r>
              <a:rPr lang="ko-KR" altLang="en-US" sz="1000" dirty="0"/>
              <a:t>동 </a:t>
            </a:r>
            <a:r>
              <a:rPr lang="en-US" altLang="ko-KR" sz="1000" dirty="0"/>
              <a:t>VIP 6</a:t>
            </a:r>
            <a:r>
              <a:rPr lang="ko-KR" altLang="en-US" sz="1000" dirty="0"/>
              <a:t>호 </a:t>
            </a:r>
            <a:r>
              <a:rPr lang="en-US" altLang="ko-KR" sz="1000" dirty="0"/>
              <a:t>2</a:t>
            </a:r>
            <a:r>
              <a:rPr lang="ko-KR" altLang="en-US" sz="1000" dirty="0"/>
              <a:t>대</a:t>
            </a:r>
            <a:r>
              <a:rPr lang="en-US" altLang="ko-KR" sz="1000" dirty="0"/>
              <a:t>)
</a:t>
            </a:r>
            <a:r>
              <a:rPr lang="ko-KR" altLang="en-US" sz="1000" dirty="0"/>
              <a:t>사택 </a:t>
            </a:r>
            <a:r>
              <a:rPr lang="en-US" altLang="ko-KR" sz="1000" dirty="0"/>
              <a:t>1</a:t>
            </a:r>
            <a:r>
              <a:rPr lang="ko-KR" altLang="en-US" sz="1000" dirty="0"/>
              <a:t>동 </a:t>
            </a:r>
            <a:r>
              <a:rPr lang="en-US" altLang="ko-KR" sz="1000" dirty="0"/>
              <a:t>102</a:t>
            </a:r>
            <a:r>
              <a:rPr lang="ko-KR" altLang="en-US" sz="1000" dirty="0"/>
              <a:t>호 </a:t>
            </a:r>
            <a:r>
              <a:rPr lang="en-US" altLang="ko-KR" sz="1000" dirty="0"/>
              <a:t>202</a:t>
            </a:r>
            <a:r>
              <a:rPr lang="ko-KR" altLang="en-US" sz="1000" dirty="0"/>
              <a:t>호</a:t>
            </a:r>
            <a:r>
              <a:rPr lang="en-US" altLang="ko-KR" sz="1000" dirty="0"/>
              <a:t>: </a:t>
            </a:r>
            <a:r>
              <a:rPr lang="ko-KR" altLang="en-US" sz="1000" dirty="0"/>
              <a:t>스탠드 및 벽걸이 세대당 각 </a:t>
            </a:r>
            <a:r>
              <a:rPr lang="en-US" altLang="ko-KR" sz="1000" dirty="0"/>
              <a:t>1</a:t>
            </a:r>
            <a:r>
              <a:rPr lang="ko-KR" altLang="en-US" sz="1000" dirty="0" err="1"/>
              <a:t>대씩</a:t>
            </a:r>
            <a:r>
              <a:rPr lang="ko-KR" altLang="en-US" sz="1000" dirty="0"/>
              <a:t> 무상 처리</a:t>
            </a:r>
            <a:endParaRPr lang="en-US" altLang="ko-KR" sz="1000" dirty="0"/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lang="ko-KR" altLang="en-US" sz="1000" dirty="0"/>
              <a:t>장비 필터 </a:t>
            </a:r>
            <a:r>
              <a:rPr lang="ko-KR" altLang="en-US" sz="1000" dirty="0" err="1"/>
              <a:t>분리후</a:t>
            </a:r>
            <a:r>
              <a:rPr lang="ko-KR" altLang="en-US" sz="1000" dirty="0"/>
              <a:t> </a:t>
            </a:r>
            <a:r>
              <a:rPr lang="en-US" altLang="ko-KR" sz="1000" dirty="0"/>
              <a:t>1</a:t>
            </a:r>
            <a:r>
              <a:rPr lang="ko-KR" altLang="en-US" sz="1000" dirty="0"/>
              <a:t>회 세척
시스템 에어컨 전용 세척제 및 전용장비 사용
</a:t>
            </a:r>
            <a:r>
              <a:rPr lang="ko-KR" altLang="en-US" sz="1000" dirty="0" err="1"/>
              <a:t>작업전</a:t>
            </a:r>
            <a:r>
              <a:rPr lang="ko-KR" altLang="en-US" sz="1000" dirty="0"/>
              <a:t> 사용 약품의 </a:t>
            </a:r>
            <a:r>
              <a:rPr lang="en-US" altLang="ko-KR" sz="1000" dirty="0"/>
              <a:t>MSDS </a:t>
            </a:r>
            <a:r>
              <a:rPr lang="ko-KR" altLang="en-US" sz="1000" dirty="0"/>
              <a:t>제출
실내기와 실외기의 전원이 </a:t>
            </a:r>
            <a:r>
              <a:rPr lang="ko-KR" altLang="en-US" sz="1000" dirty="0" err="1"/>
              <a:t>맞는지와</a:t>
            </a:r>
            <a:r>
              <a:rPr lang="ko-KR" altLang="en-US" sz="1000" dirty="0"/>
              <a:t> 누전이 되는지를 확인</a:t>
            </a:r>
            <a:endParaRPr lang="en-US" altLang="ko-KR" sz="1000" dirty="0"/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lang="en-US" altLang="ko-KR" sz="1000" dirty="0"/>
              <a:t>3</a:t>
            </a:r>
            <a:r>
              <a:rPr lang="ko-KR" altLang="en-US" sz="1000" dirty="0"/>
              <a:t>동 및 </a:t>
            </a:r>
            <a:r>
              <a:rPr lang="en-US" altLang="ko-KR" sz="1000" dirty="0"/>
              <a:t>AB</a:t>
            </a:r>
            <a:r>
              <a:rPr lang="ko-KR" altLang="en-US" sz="1000" dirty="0"/>
              <a:t>동 실외기 흡입 및 </a:t>
            </a:r>
            <a:r>
              <a:rPr lang="ko-KR" altLang="en-US" sz="1000" dirty="0" err="1"/>
              <a:t>토출부</a:t>
            </a:r>
            <a:r>
              <a:rPr lang="ko-KR" altLang="en-US" sz="1000" dirty="0"/>
              <a:t> 물 세척 포함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4674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작업기간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계약서에 준함</a:t>
            </a:r>
            <a:r>
              <a:rPr lang="en-US" altLang="ko-KR" sz="1000">
                <a:latin typeface="+mn-ea"/>
              </a:rPr>
              <a:t>[</a:t>
            </a:r>
            <a:r>
              <a:rPr lang="ko-KR" altLang="en-US" sz="1000">
                <a:latin typeface="+mn-ea"/>
              </a:rPr>
              <a:t>작업시간 </a:t>
            </a:r>
            <a:r>
              <a:rPr lang="en-US" altLang="ko-KR" sz="1000">
                <a:latin typeface="+mn-ea"/>
              </a:rPr>
              <a:t>: 09:00 ~ 38:00]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67810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395072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3. LG </a:t>
            </a:r>
            <a:r>
              <a:rPr lang="ko-KR" altLang="en-US" sz="1000">
                <a:latin typeface="+mn-ea"/>
              </a:rPr>
              <a:t>기술연구원 기숙사 및 사택 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57166" y="705654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3. </a:t>
            </a:r>
            <a:r>
              <a:rPr lang="ko-KR" altLang="en-US" sz="1000">
                <a:latin typeface="+mn-ea"/>
              </a:rPr>
              <a:t>일반적요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28604" y="724085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적 용 범 위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28604" y="7413732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</a:t>
            </a:r>
            <a:r>
              <a:rPr lang="ko-KR" altLang="en-US" sz="1000">
                <a:latin typeface="+mn-ea"/>
              </a:rPr>
              <a:t>이 공사의 시공방법은 본 시방서에 준하여 공사한다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단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이 공사에 관계없는 사항은 적용하지 아니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하며 각 공사에 있어서 다른 공사와 관련있는 사항에 대해서는 각기 그 해당 공사의 기재사항을 준용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481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책 임 기 술 자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28604" y="82445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시방서에서 책임기술자라 함은  운영센터 직원을 말하며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공사의 관리감독을 총괄한다</a:t>
            </a:r>
            <a:r>
              <a:rPr lang="en-US" altLang="ko-KR" sz="100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   </a:t>
            </a:r>
            <a:r>
              <a:rPr lang="ko-KR" altLang="en-US" sz="100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날인을 받는다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384773" y="4124716"/>
            <a:ext cx="6256532" cy="2920390"/>
            <a:chOff x="384773" y="3307794"/>
            <a:chExt cx="6256532" cy="2920390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>
                  <a:latin typeface="+mn-ea"/>
                </a:rPr>
                <a:t>3) </a:t>
              </a:r>
              <a:r>
                <a:rPr lang="ko-KR" altLang="en-US" sz="1000">
                  <a:latin typeface="+mn-ea"/>
                </a:rPr>
                <a:t>사택 및 기숙사에 출입 하는 모든 작업자는 현장관리인 책임하에 관리사무소에 출입 목적을 설명 하고</a:t>
              </a:r>
            </a:p>
            <a:p>
              <a:r>
                <a:rPr lang="ko-KR" altLang="en-US" sz="1000">
                  <a:latin typeface="+mn-ea"/>
                </a:rPr>
                <a:t>   관리소장 합의후 해당 작업 장소에 투입 한다</a:t>
              </a:r>
              <a:r>
                <a:rPr lang="en-US" altLang="ko-KR" sz="100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3995936"/>
              <a:ext cx="6211908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>
                  <a:latin typeface="+mn-ea"/>
                </a:rPr>
                <a:t>3) </a:t>
              </a:r>
              <a:r>
                <a:rPr lang="ko-KR" altLang="en-US" sz="1000">
                  <a:latin typeface="+mn-ea"/>
                </a:rPr>
                <a:t>공사기간 중 당사 양식의 작업허가서를 작성하여 당일 </a:t>
              </a:r>
              <a:r>
                <a:rPr lang="en-US" altLang="ko-KR" sz="1000">
                  <a:latin typeface="+mn-ea"/>
                </a:rPr>
                <a:t>08:30</a:t>
              </a:r>
              <a:r>
                <a:rPr lang="ko-KR" altLang="en-US" sz="1000">
                  <a:latin typeface="+mn-ea"/>
                </a:rPr>
                <a:t>까지 제출하며</a:t>
              </a:r>
              <a:r>
                <a:rPr lang="en-US" altLang="ko-KR" sz="1000">
                  <a:latin typeface="+mn-ea"/>
                </a:rPr>
                <a:t>, </a:t>
              </a:r>
              <a:r>
                <a:rPr lang="ko-KR" altLang="en-US" sz="100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>
                  <a:latin typeface="+mn-ea"/>
                </a:rPr>
                <a:t>   교육을 수료 후 교육일지에 당사자 서명을 실시한다</a:t>
              </a:r>
              <a:r>
                <a:rPr lang="en-US" altLang="ko-KR" sz="1000">
                  <a:latin typeface="+mn-ea"/>
                </a:rPr>
                <a:t>.[</a:t>
              </a:r>
              <a:r>
                <a:rPr lang="ko-KR" altLang="en-US" sz="1000">
                  <a:latin typeface="+mn-ea"/>
                </a:rPr>
                <a:t>안전교육 미수료자는 현장투입 불가</a:t>
              </a:r>
              <a:r>
                <a:rPr lang="en-US" altLang="ko-KR" sz="100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23628"/>
              <a:ext cx="6211908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>
                  <a:latin typeface="+mn-ea"/>
                </a:rPr>
                <a:t>4) </a:t>
              </a:r>
              <a:r>
                <a:rPr lang="ko-KR" altLang="en-US" sz="1000">
                  <a:latin typeface="+mn-ea"/>
                </a:rPr>
                <a:t>작업현장에는 현장대리인을 지정</a:t>
              </a:r>
              <a:r>
                <a:rPr lang="en-US" altLang="ko-KR" sz="1000">
                  <a:latin typeface="+mn-ea"/>
                </a:rPr>
                <a:t>/</a:t>
              </a:r>
              <a:r>
                <a:rPr lang="ko-KR" altLang="en-US" sz="1000">
                  <a:latin typeface="+mn-ea"/>
                </a:rPr>
                <a:t>상주시켜 안전사고</a:t>
              </a:r>
              <a:r>
                <a:rPr lang="en-US" altLang="ko-KR" sz="1000">
                  <a:latin typeface="+mn-ea"/>
                </a:rPr>
                <a:t>[</a:t>
              </a:r>
              <a:r>
                <a:rPr lang="ko-KR" altLang="en-US" sz="1000">
                  <a:latin typeface="+mn-ea"/>
                </a:rPr>
                <a:t>화재</a:t>
              </a:r>
              <a:r>
                <a:rPr lang="en-US" altLang="ko-KR" sz="1000">
                  <a:latin typeface="+mn-ea"/>
                </a:rPr>
                <a:t>/</a:t>
              </a:r>
              <a:r>
                <a:rPr lang="ko-KR" altLang="en-US" sz="1000">
                  <a:latin typeface="+mn-ea"/>
                </a:rPr>
                <a:t>인사</a:t>
              </a:r>
              <a:r>
                <a:rPr lang="en-US" altLang="ko-KR" sz="1000">
                  <a:latin typeface="+mn-ea"/>
                </a:rPr>
                <a:t>/</a:t>
              </a:r>
              <a:r>
                <a:rPr lang="ko-KR" altLang="en-US" sz="1000">
                  <a:latin typeface="+mn-ea"/>
                </a:rPr>
                <a:t>추락 등</a:t>
              </a:r>
              <a:r>
                <a:rPr lang="en-US" altLang="ko-KR" sz="1000">
                  <a:latin typeface="+mn-ea"/>
                </a:rPr>
                <a:t>] </a:t>
              </a:r>
              <a:r>
                <a:rPr lang="ko-KR" altLang="en-US" sz="1000">
                  <a:latin typeface="+mn-ea"/>
                </a:rPr>
                <a:t>예방에 상시 감독</a:t>
              </a:r>
              <a:r>
                <a:rPr lang="en-US" altLang="ko-KR" sz="1000">
                  <a:latin typeface="+mn-ea"/>
                </a:rPr>
                <a:t>/</a:t>
              </a:r>
              <a:r>
                <a:rPr lang="ko-KR" altLang="en-US" sz="1000">
                  <a:latin typeface="+mn-ea"/>
                </a:rPr>
                <a:t>주시한다</a:t>
              </a:r>
              <a:r>
                <a:rPr lang="en-US" altLang="ko-KR" sz="100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639652"/>
              <a:ext cx="6211908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>
                  <a:latin typeface="+mn-ea"/>
                </a:rPr>
                <a:t>5) </a:t>
              </a:r>
              <a:r>
                <a:rPr lang="ko-KR" altLang="en-US" sz="1000">
                  <a:latin typeface="+mn-ea"/>
                </a:rPr>
                <a:t>본 공사진행 중 기존 시설물 소손이 발생될 경우</a:t>
              </a:r>
              <a:r>
                <a:rPr lang="en-US" altLang="ko-KR" sz="1000">
                  <a:latin typeface="+mn-ea"/>
                </a:rPr>
                <a:t>, </a:t>
              </a:r>
              <a:r>
                <a:rPr lang="ko-KR" altLang="en-US" sz="1000">
                  <a:latin typeface="+mn-ea"/>
                </a:rPr>
                <a:t>시공업체는 </a:t>
              </a:r>
              <a:r>
                <a:rPr lang="en-US" altLang="ko-KR" sz="1000">
                  <a:latin typeface="+mn-ea"/>
                </a:rPr>
                <a:t>3</a:t>
              </a:r>
              <a:r>
                <a:rPr lang="ko-KR" altLang="en-US" sz="1000">
                  <a:latin typeface="+mn-ea"/>
                </a:rPr>
                <a:t>주일 내 원상복구를 완료하여야 한다</a:t>
              </a:r>
              <a:r>
                <a:rPr lang="en-US" altLang="ko-KR" sz="100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871645"/>
              <a:ext cx="6211908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>
                  <a:latin typeface="+mn-ea"/>
                </a:rPr>
                <a:t>6) </a:t>
              </a:r>
              <a:r>
                <a:rPr lang="ko-KR" altLang="en-US" sz="1000">
                  <a:latin typeface="+mn-ea"/>
                </a:rPr>
                <a:t>제품의 반</a:t>
              </a:r>
              <a:r>
                <a:rPr lang="en-US" altLang="ko-KR" sz="1000">
                  <a:latin typeface="+mn-ea"/>
                </a:rPr>
                <a:t>.</a:t>
              </a:r>
              <a:r>
                <a:rPr lang="ko-KR" altLang="en-US" sz="1000">
                  <a:latin typeface="+mn-ea"/>
                </a:rPr>
                <a:t>출입시 </a:t>
              </a:r>
              <a:r>
                <a:rPr lang="en-US" altLang="ko-KR" sz="1000">
                  <a:latin typeface="+mn-ea"/>
                </a:rPr>
                <a:t>E/L </a:t>
              </a:r>
              <a:r>
                <a:rPr lang="ko-KR" altLang="en-US" sz="1000">
                  <a:latin typeface="+mn-ea"/>
                </a:rPr>
                <a:t>및 복도 등에 손상이 없도록 </a:t>
              </a:r>
              <a:r>
                <a:rPr lang="en-US" altLang="ko-KR" sz="1000">
                  <a:latin typeface="+mn-ea"/>
                </a:rPr>
                <a:t>PRO-TECTION</a:t>
              </a:r>
              <a:r>
                <a:rPr lang="ko-KR" altLang="en-US" sz="100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>
                  <a:latin typeface="+mn-ea"/>
                </a:rPr>
                <a:t>  시공자가 원상복구한다</a:t>
              </a:r>
              <a:r>
                <a:rPr lang="en-US" altLang="ko-KR" sz="100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287724"/>
              <a:ext cx="6211908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>
                  <a:latin typeface="+mn-ea"/>
                </a:rPr>
                <a:t>7) </a:t>
              </a:r>
              <a:r>
                <a:rPr lang="ko-KR" altLang="en-US" sz="100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503748"/>
              <a:ext cx="6211908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>
                  <a:latin typeface="+mn-ea"/>
                </a:rPr>
                <a:t>8) </a:t>
              </a:r>
              <a:r>
                <a:rPr lang="ko-KR" altLang="en-US" sz="1000">
                  <a:latin typeface="+mn-ea"/>
                </a:rPr>
                <a:t>준공계 제출시 공사</a:t>
              </a:r>
              <a:r>
                <a:rPr lang="en-US" altLang="ko-KR" sz="1000">
                  <a:latin typeface="+mn-ea"/>
                </a:rPr>
                <a:t>/</a:t>
              </a:r>
              <a:r>
                <a:rPr lang="ko-KR" altLang="en-US" sz="1000">
                  <a:latin typeface="+mn-ea"/>
                </a:rPr>
                <a:t>공정별 시공 전</a:t>
              </a:r>
              <a:r>
                <a:rPr lang="en-US" altLang="ko-KR" sz="1000">
                  <a:latin typeface="+mn-ea"/>
                </a:rPr>
                <a:t>,</a:t>
              </a:r>
              <a:r>
                <a:rPr lang="ko-KR" altLang="en-US" sz="1000">
                  <a:latin typeface="+mn-ea"/>
                </a:rPr>
                <a:t>중</a:t>
              </a:r>
              <a:r>
                <a:rPr lang="en-US" altLang="ko-KR" sz="1000">
                  <a:latin typeface="+mn-ea"/>
                </a:rPr>
                <a:t>,</a:t>
              </a:r>
              <a:r>
                <a:rPr lang="ko-KR" altLang="en-US" sz="1000">
                  <a:latin typeface="+mn-ea"/>
                </a:rPr>
                <a:t>후의 촬영사진을 편집하여 첨부하도록 한다</a:t>
              </a:r>
              <a:r>
                <a:rPr lang="en-US" altLang="ko-KR" sz="100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719772"/>
              <a:ext cx="6211908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>
                  <a:latin typeface="+mn-ea"/>
                </a:rPr>
                <a:t>9) </a:t>
              </a:r>
              <a:r>
                <a:rPr lang="ko-KR" altLang="en-US" sz="1000">
                  <a:latin typeface="+mn-ea"/>
                </a:rPr>
                <a:t>작업자는 안전장구류 착용 및 바른 품행으로 입주직원에게 양질의 공사품질을 제공한다</a:t>
              </a:r>
              <a:r>
                <a:rPr lang="en-US" altLang="ko-KR" sz="100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85444" y="5935796"/>
              <a:ext cx="6211908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>
                  <a:latin typeface="+mn-ea"/>
                </a:rPr>
                <a:t>30) </a:t>
              </a:r>
              <a:r>
                <a:rPr lang="ko-KR" altLang="en-US" sz="1000">
                  <a:latin typeface="+mn-ea"/>
                </a:rPr>
                <a:t>작업자는 작업공간 내에서는 항상 안전모를 착용한다</a:t>
              </a:r>
              <a:r>
                <a:rPr lang="en-US" altLang="ko-KR" sz="1000">
                  <a:latin typeface="+mn-ea"/>
                </a:rPr>
                <a:t>.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384773" y="3307794"/>
              <a:ext cx="61874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000">
                  <a:latin typeface="+mn-ea"/>
                </a:rPr>
                <a:t> </a:t>
              </a:r>
              <a:r>
                <a:rPr lang="en-US" altLang="ko-KR" sz="1000">
                  <a:latin typeface="+mn-ea"/>
                </a:rPr>
                <a:t>3) </a:t>
              </a:r>
              <a:r>
                <a:rPr lang="ko-KR" altLang="en-US" sz="1000">
                  <a:latin typeface="+mn-ea"/>
                </a:rPr>
                <a:t>기술원에 출입 하는 모든 작업자는 현장관리인 책임하에 후문 안내데스크에서 신분 확인 후 지급되는</a:t>
              </a:r>
            </a:p>
            <a:p>
              <a:r>
                <a:rPr lang="ko-KR" altLang="en-US" sz="1000">
                  <a:latin typeface="+mn-ea"/>
                </a:rPr>
                <a:t>     출입증을 패용한다</a:t>
              </a:r>
              <a:r>
                <a:rPr lang="en-US" altLang="ko-KR" sz="1000">
                  <a:latin typeface="+mn-ea"/>
                </a:rPr>
                <a:t>.</a:t>
              </a:r>
              <a:endParaRPr lang="en-US" altLang="ko-KR" sz="1000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30) </a:t>
            </a:r>
            <a:r>
              <a:rPr lang="ko-KR" altLang="en-US" sz="1000">
                <a:latin typeface="+mn-ea"/>
              </a:rPr>
              <a:t>작업일지 및 공사사진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33) </a:t>
            </a:r>
            <a:r>
              <a:rPr lang="ko-KR" altLang="en-US" sz="1000">
                <a:latin typeface="+mn-ea"/>
              </a:rPr>
              <a:t>공 정 회 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33) </a:t>
            </a:r>
            <a:r>
              <a:rPr lang="ko-KR" altLang="en-US" sz="1000">
                <a:latin typeface="+mn-ea"/>
              </a:rPr>
              <a:t>작업자 명단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917</Words>
  <Application>Microsoft Office PowerPoint</Application>
  <PresentationFormat>화면 슬라이드 쇼(4:3)</PresentationFormat>
  <Paragraphs>83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485</cp:revision>
  <dcterms:created xsi:type="dcterms:W3CDTF">2015-01-28T03:52:40Z</dcterms:created>
  <dcterms:modified xsi:type="dcterms:W3CDTF">2024-05-10T05:37:51Z</dcterms:modified>
</cp:coreProperties>
</file>