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141"/>
  </p:notesMasterIdLst>
  <p:sldIdLst>
    <p:sldId id="417" r:id="rId2"/>
    <p:sldId id="418" r:id="rId3"/>
    <p:sldId id="419" r:id="rId4"/>
    <p:sldId id="908" r:id="rId5"/>
    <p:sldId id="909" r:id="rId6"/>
    <p:sldId id="830" r:id="rId7"/>
    <p:sldId id="831" r:id="rId8"/>
    <p:sldId id="832" r:id="rId9"/>
    <p:sldId id="833" r:id="rId10"/>
    <p:sldId id="834" r:id="rId11"/>
    <p:sldId id="835" r:id="rId12"/>
    <p:sldId id="836" r:id="rId13"/>
    <p:sldId id="837" r:id="rId14"/>
    <p:sldId id="838" r:id="rId15"/>
    <p:sldId id="839" r:id="rId16"/>
    <p:sldId id="840" r:id="rId17"/>
    <p:sldId id="841" r:id="rId18"/>
    <p:sldId id="842" r:id="rId19"/>
    <p:sldId id="843" r:id="rId20"/>
    <p:sldId id="844" r:id="rId21"/>
    <p:sldId id="845" r:id="rId22"/>
    <p:sldId id="846" r:id="rId23"/>
    <p:sldId id="847" r:id="rId24"/>
    <p:sldId id="848" r:id="rId25"/>
    <p:sldId id="849" r:id="rId26"/>
    <p:sldId id="850" r:id="rId27"/>
    <p:sldId id="851" r:id="rId28"/>
    <p:sldId id="852" r:id="rId29"/>
    <p:sldId id="853" r:id="rId30"/>
    <p:sldId id="854" r:id="rId31"/>
    <p:sldId id="855" r:id="rId32"/>
    <p:sldId id="856" r:id="rId33"/>
    <p:sldId id="857" r:id="rId34"/>
    <p:sldId id="858" r:id="rId35"/>
    <p:sldId id="859" r:id="rId36"/>
    <p:sldId id="860" r:id="rId37"/>
    <p:sldId id="861" r:id="rId38"/>
    <p:sldId id="862" r:id="rId39"/>
    <p:sldId id="863" r:id="rId40"/>
    <p:sldId id="864" r:id="rId41"/>
    <p:sldId id="865" r:id="rId42"/>
    <p:sldId id="866" r:id="rId43"/>
    <p:sldId id="867" r:id="rId44"/>
    <p:sldId id="868" r:id="rId45"/>
    <p:sldId id="869" r:id="rId46"/>
    <p:sldId id="870" r:id="rId47"/>
    <p:sldId id="871" r:id="rId48"/>
    <p:sldId id="872" r:id="rId49"/>
    <p:sldId id="873" r:id="rId50"/>
    <p:sldId id="874" r:id="rId51"/>
    <p:sldId id="875" r:id="rId52"/>
    <p:sldId id="876" r:id="rId53"/>
    <p:sldId id="877" r:id="rId54"/>
    <p:sldId id="878" r:id="rId55"/>
    <p:sldId id="879" r:id="rId56"/>
    <p:sldId id="880" r:id="rId57"/>
    <p:sldId id="881" r:id="rId58"/>
    <p:sldId id="882" r:id="rId59"/>
    <p:sldId id="883" r:id="rId60"/>
    <p:sldId id="884" r:id="rId61"/>
    <p:sldId id="885" r:id="rId62"/>
    <p:sldId id="886" r:id="rId63"/>
    <p:sldId id="887" r:id="rId64"/>
    <p:sldId id="888" r:id="rId65"/>
    <p:sldId id="889" r:id="rId66"/>
    <p:sldId id="890" r:id="rId67"/>
    <p:sldId id="891" r:id="rId68"/>
    <p:sldId id="892" r:id="rId69"/>
    <p:sldId id="893" r:id="rId70"/>
    <p:sldId id="894" r:id="rId71"/>
    <p:sldId id="895" r:id="rId72"/>
    <p:sldId id="896" r:id="rId73"/>
    <p:sldId id="897" r:id="rId74"/>
    <p:sldId id="898" r:id="rId75"/>
    <p:sldId id="899" r:id="rId76"/>
    <p:sldId id="900" r:id="rId77"/>
    <p:sldId id="901" r:id="rId78"/>
    <p:sldId id="902" r:id="rId79"/>
    <p:sldId id="903" r:id="rId80"/>
    <p:sldId id="904" r:id="rId81"/>
    <p:sldId id="905" r:id="rId82"/>
    <p:sldId id="906" r:id="rId83"/>
    <p:sldId id="907" r:id="rId84"/>
    <p:sldId id="735" r:id="rId85"/>
    <p:sldId id="736" r:id="rId86"/>
    <p:sldId id="737" r:id="rId87"/>
    <p:sldId id="738" r:id="rId88"/>
    <p:sldId id="739" r:id="rId89"/>
    <p:sldId id="740" r:id="rId90"/>
    <p:sldId id="741" r:id="rId91"/>
    <p:sldId id="742" r:id="rId92"/>
    <p:sldId id="743" r:id="rId93"/>
    <p:sldId id="744" r:id="rId94"/>
    <p:sldId id="745" r:id="rId95"/>
    <p:sldId id="746" r:id="rId96"/>
    <p:sldId id="747" r:id="rId97"/>
    <p:sldId id="748" r:id="rId98"/>
    <p:sldId id="749" r:id="rId99"/>
    <p:sldId id="750" r:id="rId100"/>
    <p:sldId id="751" r:id="rId101"/>
    <p:sldId id="752" r:id="rId102"/>
    <p:sldId id="753" r:id="rId103"/>
    <p:sldId id="754" r:id="rId104"/>
    <p:sldId id="755" r:id="rId105"/>
    <p:sldId id="756" r:id="rId106"/>
    <p:sldId id="757" r:id="rId107"/>
    <p:sldId id="758" r:id="rId108"/>
    <p:sldId id="759" r:id="rId109"/>
    <p:sldId id="760" r:id="rId110"/>
    <p:sldId id="940" r:id="rId111"/>
    <p:sldId id="941" r:id="rId112"/>
    <p:sldId id="942" r:id="rId113"/>
    <p:sldId id="943" r:id="rId114"/>
    <p:sldId id="944" r:id="rId115"/>
    <p:sldId id="945" r:id="rId116"/>
    <p:sldId id="946" r:id="rId117"/>
    <p:sldId id="947" r:id="rId118"/>
    <p:sldId id="948" r:id="rId119"/>
    <p:sldId id="949" r:id="rId120"/>
    <p:sldId id="950" r:id="rId121"/>
    <p:sldId id="951" r:id="rId122"/>
    <p:sldId id="952" r:id="rId123"/>
    <p:sldId id="953" r:id="rId124"/>
    <p:sldId id="954" r:id="rId125"/>
    <p:sldId id="955" r:id="rId126"/>
    <p:sldId id="956" r:id="rId127"/>
    <p:sldId id="957" r:id="rId128"/>
    <p:sldId id="958" r:id="rId129"/>
    <p:sldId id="959" r:id="rId130"/>
    <p:sldId id="960" r:id="rId131"/>
    <p:sldId id="961" r:id="rId132"/>
    <p:sldId id="962" r:id="rId133"/>
    <p:sldId id="963" r:id="rId134"/>
    <p:sldId id="964" r:id="rId135"/>
    <p:sldId id="965" r:id="rId136"/>
    <p:sldId id="966" r:id="rId137"/>
    <p:sldId id="967" r:id="rId138"/>
    <p:sldId id="968" r:id="rId139"/>
    <p:sldId id="969" r:id="rId140"/>
  </p:sldIdLst>
  <p:sldSz cx="9144000" cy="6858000" type="screen4x3"/>
  <p:notesSz cx="6858000" cy="9979025"/>
  <p:embeddedFontLst>
    <p:embeddedFont>
      <p:font typeface="HY견고딕" panose="02030600000101010101" pitchFamily="18" charset="-127"/>
      <p:regular r:id="rId142"/>
    </p:embeddedFont>
    <p:embeddedFont>
      <p:font typeface="맑은 고딕" panose="020B0503020000020004" pitchFamily="50" charset="-127"/>
      <p:regular r:id="rId143"/>
      <p:bold r:id="rId14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5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1938" y="114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notesMaster" Target="notesMasters/notesMaster1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1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font" Target="fonts/font2.fntdata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font" Target="fonts/font3.fntdata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08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435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750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174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907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022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06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352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590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8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572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234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709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874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532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822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800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981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9947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20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2034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669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165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2374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419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9491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9245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27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1479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6532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3317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9696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92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32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060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9271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4347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9997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3947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862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6732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39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6850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37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7681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5968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1487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6983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6357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46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6391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15698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83519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4583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0041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0335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7692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53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99083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52560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8489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326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87372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58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30310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54466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20432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4123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84407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60752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36550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65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38553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62791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82805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26415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73735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51451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43302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72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17210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24966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61395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11588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92179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31122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33239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79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19533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49431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31751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04567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25881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84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071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62417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1029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07124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04915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36100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23482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91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93778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7717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35289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61318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39264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9768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02891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98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71425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04410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49756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06670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576762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37329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16974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105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65907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13667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95084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7363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57371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1C53-4EF0-1E6E-17BC-192D64DBE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>
            <a:extLst>
              <a:ext uri="{FF2B5EF4-FFF2-40B4-BE49-F238E27FC236}">
                <a16:creationId xmlns:a16="http://schemas.microsoft.com/office/drawing/2014/main" id="{256D7EAE-0604-EE0A-BDEC-B070527363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>
            <a:extLst>
              <a:ext uri="{FF2B5EF4-FFF2-40B4-BE49-F238E27FC236}">
                <a16:creationId xmlns:a16="http://schemas.microsoft.com/office/drawing/2014/main" id="{F8FE04AB-DC67-6932-9EDC-FBEBCB6705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>
            <a:extLst>
              <a:ext uri="{FF2B5EF4-FFF2-40B4-BE49-F238E27FC236}">
                <a16:creationId xmlns:a16="http://schemas.microsoft.com/office/drawing/2014/main" id="{1C638646-FD4C-495C-14EB-561A4A3BA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110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5983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861D4-D736-BD71-8A76-37D7A6949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878964B-74CD-482D-62B3-55CD1076CA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CB87E341-C220-22E6-AC83-F73E3654B9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C9AE951C-1540-D1AB-85E7-936BBA200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28224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4AC10-AD3E-9653-2BFD-E5F9F805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51B2AC98-BD0F-FCC5-7CA5-5A964B4D66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45674F3E-CDF7-4685-ACDF-AF16ECD0AE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009C81F4-B93A-427C-F0C4-29E379238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785502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DC519-C6D4-3A67-8C1E-DC4253A7B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7020A036-C870-C008-18F6-526FB9194F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E6A30B03-7001-65F6-DD72-BB8A35C56E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D7CCECA8-9DE2-151B-1D80-4E2938B54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9125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F7D4-B990-88D3-D03F-57A597CD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51529AF2-A4F1-E08E-695C-02C5A67642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AADAE489-F63C-2A82-1CDD-DB93D87984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216C9812-F428-BCC7-A048-09A5A997D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42290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3D1E3-384C-5598-F410-E2BB86427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5E772A6A-115A-946C-6E7F-9537B3DA12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0ABB91EB-A755-A686-5CF1-B71783BCEC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3BDA5B26-8FDC-5D39-05CE-C9C4ABD74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266087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DEB7-77A8-F770-DC53-C0B9C22B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4542A97C-1537-5E2B-C8F3-64C24D7C9A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120D265B-8098-1569-ACB5-890922F52E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5D370EA-546E-6448-13B8-A6651540D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14243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D95BA-AB7D-61B6-4F11-AE9EF677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FC547169-6B3C-3B43-03FA-182F6BAE40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5954B683-1FAA-2629-AC94-FC61FD0C75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F02CB725-315E-E3F4-3BDB-41CD3F2EA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85405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F33AA-B5E5-9C1D-0F47-9E281FF96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AAD2E7C3-E1C6-CD38-D386-4C521771C2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7E076A01-2765-BDB4-DA07-25AF1F9B15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B4FB8332-48F0-2A7F-4B1B-AA38C5E85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113893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E4DBB-A3AE-DBD7-C5D2-A85FB460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7416858F-35CB-A0B6-1657-B3777995A5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27DE63BA-88AB-CBC9-1337-1195E1A23C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3C223CE-D0FF-B947-F0EB-819A3415F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22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D76ED-9DDA-61EA-F593-2E7BD4B4C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70CCBFC-3376-E82D-0D77-5AD0642524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2C84FA3D-6B75-FDEE-D339-A56D767C33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3861CC0-0E2E-721F-7DF5-2C7A3AC26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43175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D72E-D6AD-EC3D-4655-1416DF55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483F497A-0D9F-AACA-3B30-C85A93756E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39A561A5-83E9-0AE9-1CCD-1C583CFEE2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138F583F-E4BD-0BF4-6F83-E6DC4B579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08925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4AA3-C135-BAF0-A9EE-B9EAB525D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3DFA0B33-8BF6-7904-E5AF-17D8B5EA22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80177389-B99B-1ED0-3639-9BA42F69E1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8F0CFA7A-9A4F-3B7D-6EF4-70EFF3058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63039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CBD9-1C2B-8080-C3A5-14FB1A49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12A63449-0944-E9C8-D4A0-FC111B4F56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F9647BF3-6E24-9317-7B48-56DCAAE931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38D1014-3734-910A-718A-BBF0774EC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36261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6CC4-EF22-264A-2EC6-F39B6B05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2838B15A-FD77-4262-3D6F-1839C3EA95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ACCCDE43-A1E3-2726-F06F-E46CC3219C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8440EDB-1B85-EC42-B2A4-1170E8CC2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57198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8E9EC-CACF-EEF4-5B2C-17D83EAE8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53B59E0C-1C3B-AAC4-C3C2-F87B68B44F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94BD372-6F5B-3A8F-92D9-D6635551C9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E599F8F1-3F9B-B4D4-CD70-FF6BEBBD3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277519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8CE6F-14DF-BFF2-841F-8C797EC69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89A842DC-A589-DFB2-6926-00F46DC85F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7CFFE3F0-23C4-7FC6-9FBE-C05706B813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78E04FD-5CD0-4BFF-6105-B5346953F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5306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00F7-949F-1F26-38CE-78F75C69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01A84D6E-8D7F-D45F-4527-49838056EC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8E7313C1-BF9A-07E4-9B31-33729F8D60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D0F1C653-DCFE-1DBD-C7ED-1558652D1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90398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993E2-7482-F34F-0579-A12478FB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08A685C5-55CB-7EDC-54BA-FE5C8EE43A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BD01FC2-8FDA-0E31-B0DE-F755F9E340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C305946C-8059-C6AA-DE59-8249F0DBB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619986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4847-56C1-46F6-7DE1-DABC7967F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00114B41-DF17-610E-D522-51311BB607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3F9A8845-61B5-1154-E40E-6ACD37AD1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05EB820D-96C6-B616-6ABA-428A474C2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701003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1E40F-CEC7-C175-0DDE-4DB6C358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568C7A9E-FBAF-778D-EDE4-1A722F9F26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A4BF5E7D-18CD-DD2B-BC2F-AF58889253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1F0F8C2B-1E49-CB77-300B-76B1A81CA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884944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FDDA-5EE4-943D-C449-82DF3D14A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BAAC0CCE-4027-EC13-6D21-E5D5CC9F37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AD07C0B5-F72F-D0B3-8EFF-69E5D68A65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3067D882-AF43-AA45-05C4-02B9DF0A5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04379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358E6-965A-0846-6012-ABA861C8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E81D15DB-0E33-F440-5979-C406676F42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66503AEC-2292-C573-DAA7-84519E412B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72DAF09-33A8-9810-852F-0E231D4B0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77600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28A16-1087-DCAB-FBB6-806D4CF43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49778A7F-F3BA-BF04-933C-9E9CBA31B8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D7A9337B-22E9-F5F0-65F6-751F87AE03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C1F3CA7A-6DD6-A6A7-1595-ED03ECBF8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3905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931FE-AA5D-B80A-6EDA-1EE8C5D4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329F4DE8-1800-7229-D01F-9E6A0F8B46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181B7D5E-B69A-7B5E-F0C7-A1F671813D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D81B202A-BF2F-34C7-7B59-C025259F9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599060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102DF-5957-7F46-0029-C7B5AE6B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DFEC1EDF-B682-E75B-FBDB-3835D7BC54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E7B30F43-E650-3773-F35E-0FEF5C2139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C06BC9BF-CFA9-B7B6-0F34-61246740D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194172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46531-8E95-4633-8FB7-7E7A63C9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53AE5D74-325C-665B-080D-81C216E832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85D0FA0-CFAE-117E-C6FA-9C54C68023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ED46C6F-99D6-3538-B20C-D311DD070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52563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01E66-AC86-6935-9CB5-F6187426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F5172285-E96B-870A-6C62-E4669B4A87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C062824-8EE0-AA07-B024-75E29A0A4A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CC1B03DC-EA06-4863-7C1F-26300E54F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892568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9103-16B3-7E9E-4CE0-BDDBE1C5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0C6C8B8A-A7D8-E004-CEB3-5C9D2D7E16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0E283449-50D7-92F7-945A-8821E18C30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82D34338-FABF-A2CD-DBF5-95FBC3F29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255005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770DD-0933-5262-AC79-7144A9205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CBD29D02-C1AA-D7EE-83EA-3AC263794F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2E978D48-B749-6975-A98B-DA33AD811A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AD09D9C-C224-33B3-F8DC-6BDB931A6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134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2026-06-09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jpe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5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3.jpe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6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6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6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8.jpeg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7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4" Type="http://schemas.openxmlformats.org/officeDocument/2006/relationships/image" Target="../media/image7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7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4" Type="http://schemas.openxmlformats.org/officeDocument/2006/relationships/image" Target="../media/image7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8.jpe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8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1.jpeg"/><Relationship Id="rId5" Type="http://schemas.openxmlformats.org/officeDocument/2006/relationships/image" Target="../media/image80.jpeg"/><Relationship Id="rId4" Type="http://schemas.openxmlformats.org/officeDocument/2006/relationships/image" Target="../media/image7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8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5.jpeg"/><Relationship Id="rId5" Type="http://schemas.openxmlformats.org/officeDocument/2006/relationships/image" Target="../media/image84.jpeg"/><Relationship Id="rId4" Type="http://schemas.openxmlformats.org/officeDocument/2006/relationships/image" Target="../media/image8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9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9.jpeg"/><Relationship Id="rId5" Type="http://schemas.openxmlformats.org/officeDocument/2006/relationships/image" Target="../media/image88.jpeg"/><Relationship Id="rId4" Type="http://schemas.openxmlformats.org/officeDocument/2006/relationships/image" Target="../media/image8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9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3.jpeg"/><Relationship Id="rId5" Type="http://schemas.openxmlformats.org/officeDocument/2006/relationships/image" Target="../media/image92.jpeg"/><Relationship Id="rId4" Type="http://schemas.openxmlformats.org/officeDocument/2006/relationships/image" Target="../media/image9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9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7.jpeg"/><Relationship Id="rId5" Type="http://schemas.openxmlformats.org/officeDocument/2006/relationships/image" Target="../media/image96.jpeg"/><Relationship Id="rId4" Type="http://schemas.openxmlformats.org/officeDocument/2006/relationships/image" Target="../media/image9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0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1.jpeg"/><Relationship Id="rId5" Type="http://schemas.openxmlformats.org/officeDocument/2006/relationships/image" Target="../media/image100.jpeg"/><Relationship Id="rId4" Type="http://schemas.openxmlformats.org/officeDocument/2006/relationships/image" Target="../media/image9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3.jpe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0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6.jpeg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1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0.jpeg"/><Relationship Id="rId5" Type="http://schemas.openxmlformats.org/officeDocument/2006/relationships/image" Target="../media/image109.jpeg"/><Relationship Id="rId4" Type="http://schemas.openxmlformats.org/officeDocument/2006/relationships/image" Target="../media/image10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1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4.jpeg"/><Relationship Id="rId5" Type="http://schemas.openxmlformats.org/officeDocument/2006/relationships/image" Target="../media/image113.jpeg"/><Relationship Id="rId4" Type="http://schemas.openxmlformats.org/officeDocument/2006/relationships/image" Target="../media/image11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1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8.jpeg"/><Relationship Id="rId5" Type="http://schemas.openxmlformats.org/officeDocument/2006/relationships/image" Target="../media/image117.jpeg"/><Relationship Id="rId4" Type="http://schemas.openxmlformats.org/officeDocument/2006/relationships/image" Target="../media/image11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0.jpe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2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3.jpeg"/><Relationship Id="rId5" Type="http://schemas.openxmlformats.org/officeDocument/2006/relationships/image" Target="../media/image122.jpeg"/><Relationship Id="rId4" Type="http://schemas.openxmlformats.org/officeDocument/2006/relationships/image" Target="../media/image12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2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7.jpeg"/><Relationship Id="rId5" Type="http://schemas.openxmlformats.org/officeDocument/2006/relationships/image" Target="../media/image126.jpeg"/><Relationship Id="rId4" Type="http://schemas.openxmlformats.org/officeDocument/2006/relationships/image" Target="../media/image12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3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1.jpeg"/><Relationship Id="rId5" Type="http://schemas.openxmlformats.org/officeDocument/2006/relationships/image" Target="../media/image130.jpeg"/><Relationship Id="rId4" Type="http://schemas.openxmlformats.org/officeDocument/2006/relationships/image" Target="../media/image129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3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5.jpeg"/><Relationship Id="rId5" Type="http://schemas.openxmlformats.org/officeDocument/2006/relationships/image" Target="../media/image134.jpeg"/><Relationship Id="rId4" Type="http://schemas.openxmlformats.org/officeDocument/2006/relationships/image" Target="../media/image133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4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9.jpeg"/><Relationship Id="rId5" Type="http://schemas.openxmlformats.org/officeDocument/2006/relationships/image" Target="../media/image138.jpeg"/><Relationship Id="rId4" Type="http://schemas.openxmlformats.org/officeDocument/2006/relationships/image" Target="../media/image13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4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3.jpeg"/><Relationship Id="rId5" Type="http://schemas.openxmlformats.org/officeDocument/2006/relationships/image" Target="../media/image142.jpeg"/><Relationship Id="rId4" Type="http://schemas.openxmlformats.org/officeDocument/2006/relationships/image" Target="../media/image141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5.jpeg"/><Relationship Id="rId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49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8.jpeg"/><Relationship Id="rId5" Type="http://schemas.openxmlformats.org/officeDocument/2006/relationships/image" Target="../media/image147.jpeg"/><Relationship Id="rId4" Type="http://schemas.openxmlformats.org/officeDocument/2006/relationships/image" Target="../media/image146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5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2.jpeg"/><Relationship Id="rId5" Type="http://schemas.openxmlformats.org/officeDocument/2006/relationships/image" Target="../media/image151.jpeg"/><Relationship Id="rId4" Type="http://schemas.openxmlformats.org/officeDocument/2006/relationships/image" Target="../media/image150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57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6.jpeg"/><Relationship Id="rId5" Type="http://schemas.openxmlformats.org/officeDocument/2006/relationships/image" Target="../media/image155.jpeg"/><Relationship Id="rId4" Type="http://schemas.openxmlformats.org/officeDocument/2006/relationships/image" Target="../media/image154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6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0.jpeg"/><Relationship Id="rId5" Type="http://schemas.openxmlformats.org/officeDocument/2006/relationships/image" Target="../media/image159.jpeg"/><Relationship Id="rId4" Type="http://schemas.openxmlformats.org/officeDocument/2006/relationships/image" Target="../media/image158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65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4.jpeg"/><Relationship Id="rId5" Type="http://schemas.openxmlformats.org/officeDocument/2006/relationships/image" Target="../media/image163.jpeg"/><Relationship Id="rId4" Type="http://schemas.openxmlformats.org/officeDocument/2006/relationships/image" Target="../media/image16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69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8.jpeg"/><Relationship Id="rId5" Type="http://schemas.openxmlformats.org/officeDocument/2006/relationships/image" Target="../media/image167.jpeg"/><Relationship Id="rId4" Type="http://schemas.openxmlformats.org/officeDocument/2006/relationships/image" Target="../media/image166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0.jpeg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7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3.jpeg"/><Relationship Id="rId5" Type="http://schemas.openxmlformats.org/officeDocument/2006/relationships/image" Target="../media/image172.jpeg"/><Relationship Id="rId4" Type="http://schemas.openxmlformats.org/officeDocument/2006/relationships/image" Target="../media/image171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78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7.jpeg"/><Relationship Id="rId5" Type="http://schemas.openxmlformats.org/officeDocument/2006/relationships/image" Target="../media/image176.jpeg"/><Relationship Id="rId4" Type="http://schemas.openxmlformats.org/officeDocument/2006/relationships/image" Target="../media/image175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8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1.jpeg"/><Relationship Id="rId5" Type="http://schemas.openxmlformats.org/officeDocument/2006/relationships/image" Target="../media/image180.jpeg"/><Relationship Id="rId4" Type="http://schemas.openxmlformats.org/officeDocument/2006/relationships/image" Target="../media/image179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86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5.jpeg"/><Relationship Id="rId5" Type="http://schemas.openxmlformats.org/officeDocument/2006/relationships/image" Target="../media/image184.jpeg"/><Relationship Id="rId4" Type="http://schemas.openxmlformats.org/officeDocument/2006/relationships/image" Target="../media/image183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90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9.jpeg"/><Relationship Id="rId5" Type="http://schemas.openxmlformats.org/officeDocument/2006/relationships/image" Target="../media/image188.jpeg"/><Relationship Id="rId4" Type="http://schemas.openxmlformats.org/officeDocument/2006/relationships/image" Target="../media/image187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94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3.jpeg"/><Relationship Id="rId5" Type="http://schemas.openxmlformats.org/officeDocument/2006/relationships/image" Target="../media/image192.jpeg"/><Relationship Id="rId4" Type="http://schemas.openxmlformats.org/officeDocument/2006/relationships/image" Target="../media/image191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5.jpeg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7.jpeg"/><Relationship Id="rId5" Type="http://schemas.openxmlformats.org/officeDocument/2006/relationships/image" Target="../media/image30.jpeg"/><Relationship Id="rId4" Type="http://schemas.openxmlformats.org/officeDocument/2006/relationships/image" Target="../media/image196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9.jpeg"/><Relationship Id="rId5" Type="http://schemas.openxmlformats.org/officeDocument/2006/relationships/image" Target="../media/image34.jpeg"/><Relationship Id="rId4" Type="http://schemas.openxmlformats.org/officeDocument/2006/relationships/image" Target="../media/image198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1.jpeg"/><Relationship Id="rId5" Type="http://schemas.openxmlformats.org/officeDocument/2006/relationships/image" Target="../media/image38.jpeg"/><Relationship Id="rId4" Type="http://schemas.openxmlformats.org/officeDocument/2006/relationships/image" Target="../media/image200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3.jpeg"/><Relationship Id="rId5" Type="http://schemas.openxmlformats.org/officeDocument/2006/relationships/image" Target="../media/image42.jpeg"/><Relationship Id="rId4" Type="http://schemas.openxmlformats.org/officeDocument/2006/relationships/image" Target="../media/image202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4.jpeg"/><Relationship Id="rId4" Type="http://schemas.openxmlformats.org/officeDocument/2006/relationships/image" Target="../media/image1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52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6.jpeg"/><Relationship Id="rId5" Type="http://schemas.openxmlformats.org/officeDocument/2006/relationships/image" Target="../media/image50.jpeg"/><Relationship Id="rId4" Type="http://schemas.openxmlformats.org/officeDocument/2006/relationships/image" Target="../media/image205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8.jpeg"/><Relationship Id="rId5" Type="http://schemas.openxmlformats.org/officeDocument/2006/relationships/image" Target="../media/image55.jpeg"/><Relationship Id="rId4" Type="http://schemas.openxmlformats.org/officeDocument/2006/relationships/image" Target="../media/image207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6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0.jpeg"/><Relationship Id="rId5" Type="http://schemas.openxmlformats.org/officeDocument/2006/relationships/image" Target="../media/image59.jpeg"/><Relationship Id="rId4" Type="http://schemas.openxmlformats.org/officeDocument/2006/relationships/image" Target="../media/image209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65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2.jpeg"/><Relationship Id="rId5" Type="http://schemas.openxmlformats.org/officeDocument/2006/relationships/image" Target="../media/image63.jpeg"/><Relationship Id="rId4" Type="http://schemas.openxmlformats.org/officeDocument/2006/relationships/image" Target="../media/image211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69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4.jpeg"/><Relationship Id="rId5" Type="http://schemas.openxmlformats.org/officeDocument/2006/relationships/image" Target="../media/image67.jpeg"/><Relationship Id="rId4" Type="http://schemas.openxmlformats.org/officeDocument/2006/relationships/image" Target="../media/image213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73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6.jpeg"/><Relationship Id="rId5" Type="http://schemas.openxmlformats.org/officeDocument/2006/relationships/image" Target="../media/image71.jpeg"/><Relationship Id="rId4" Type="http://schemas.openxmlformats.org/officeDocument/2006/relationships/image" Target="../media/image215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7.jpeg"/><Relationship Id="rId4" Type="http://schemas.openxmlformats.org/officeDocument/2006/relationships/image" Target="../media/image1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77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9.jpeg"/><Relationship Id="rId5" Type="http://schemas.openxmlformats.org/officeDocument/2006/relationships/image" Target="../media/image75.jpeg"/><Relationship Id="rId4" Type="http://schemas.openxmlformats.org/officeDocument/2006/relationships/image" Target="../media/image218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82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1.jpeg"/><Relationship Id="rId5" Type="http://schemas.openxmlformats.org/officeDocument/2006/relationships/image" Target="../media/image80.jpeg"/><Relationship Id="rId4" Type="http://schemas.openxmlformats.org/officeDocument/2006/relationships/image" Target="../media/image220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86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3.jpeg"/><Relationship Id="rId5" Type="http://schemas.openxmlformats.org/officeDocument/2006/relationships/image" Target="../media/image84.jpeg"/><Relationship Id="rId4" Type="http://schemas.openxmlformats.org/officeDocument/2006/relationships/image" Target="../media/image222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90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5.jpeg"/><Relationship Id="rId5" Type="http://schemas.openxmlformats.org/officeDocument/2006/relationships/image" Target="../media/image88.jpeg"/><Relationship Id="rId4" Type="http://schemas.openxmlformats.org/officeDocument/2006/relationships/image" Target="../media/image224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94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7.jpeg"/><Relationship Id="rId5" Type="http://schemas.openxmlformats.org/officeDocument/2006/relationships/image" Target="../media/image92.jpeg"/><Relationship Id="rId4" Type="http://schemas.openxmlformats.org/officeDocument/2006/relationships/image" Target="../media/image226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98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9.jpeg"/><Relationship Id="rId5" Type="http://schemas.openxmlformats.org/officeDocument/2006/relationships/image" Target="../media/image96.jpeg"/><Relationship Id="rId4" Type="http://schemas.openxmlformats.org/officeDocument/2006/relationships/image" Target="../media/image228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0.jpeg"/><Relationship Id="rId4" Type="http://schemas.openxmlformats.org/officeDocument/2006/relationships/image" Target="../media/image1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05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2.jpeg"/><Relationship Id="rId5" Type="http://schemas.openxmlformats.org/officeDocument/2006/relationships/image" Target="../media/image102.jpeg"/><Relationship Id="rId4" Type="http://schemas.openxmlformats.org/officeDocument/2006/relationships/image" Target="../media/image231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11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4.jpeg"/><Relationship Id="rId5" Type="http://schemas.openxmlformats.org/officeDocument/2006/relationships/image" Target="../media/image109.jpeg"/><Relationship Id="rId4" Type="http://schemas.openxmlformats.org/officeDocument/2006/relationships/image" Target="../media/image233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15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6.jpeg"/><Relationship Id="rId5" Type="http://schemas.openxmlformats.org/officeDocument/2006/relationships/image" Target="../media/image113.jpeg"/><Relationship Id="rId4" Type="http://schemas.openxmlformats.org/officeDocument/2006/relationships/image" Target="../media/image235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19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8.jpeg"/><Relationship Id="rId5" Type="http://schemas.openxmlformats.org/officeDocument/2006/relationships/image" Target="../media/image117.jpeg"/><Relationship Id="rId4" Type="http://schemas.openxmlformats.org/officeDocument/2006/relationships/image" Target="../media/image237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24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0.jpeg"/><Relationship Id="rId5" Type="http://schemas.openxmlformats.org/officeDocument/2006/relationships/image" Target="../media/image122.jpeg"/><Relationship Id="rId4" Type="http://schemas.openxmlformats.org/officeDocument/2006/relationships/image" Target="../media/image239.jpe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28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2.jpeg"/><Relationship Id="rId5" Type="http://schemas.openxmlformats.org/officeDocument/2006/relationships/image" Target="../media/image126.jpeg"/><Relationship Id="rId4" Type="http://schemas.openxmlformats.org/officeDocument/2006/relationships/image" Target="../media/image241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3.jpeg"/><Relationship Id="rId4" Type="http://schemas.openxmlformats.org/officeDocument/2006/relationships/image" Target="../media/image1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32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5.jpeg"/><Relationship Id="rId5" Type="http://schemas.openxmlformats.org/officeDocument/2006/relationships/image" Target="../media/image130.jpeg"/><Relationship Id="rId4" Type="http://schemas.openxmlformats.org/officeDocument/2006/relationships/image" Target="../media/image244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36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7.jpeg"/><Relationship Id="rId5" Type="http://schemas.openxmlformats.org/officeDocument/2006/relationships/image" Target="../media/image134.jpeg"/><Relationship Id="rId4" Type="http://schemas.openxmlformats.org/officeDocument/2006/relationships/image" Target="../media/image246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40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9.jpeg"/><Relationship Id="rId5" Type="http://schemas.openxmlformats.org/officeDocument/2006/relationships/image" Target="../media/image138.jpeg"/><Relationship Id="rId4" Type="http://schemas.openxmlformats.org/officeDocument/2006/relationships/image" Target="../media/image248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44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1.jpeg"/><Relationship Id="rId5" Type="http://schemas.openxmlformats.org/officeDocument/2006/relationships/image" Target="../media/image142.jpeg"/><Relationship Id="rId4" Type="http://schemas.openxmlformats.org/officeDocument/2006/relationships/image" Target="../media/image250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2.jpeg"/><Relationship Id="rId4" Type="http://schemas.openxmlformats.org/officeDocument/2006/relationships/image" Target="../media/image1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49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4.jpeg"/><Relationship Id="rId5" Type="http://schemas.openxmlformats.org/officeDocument/2006/relationships/image" Target="../media/image147.jpeg"/><Relationship Id="rId4" Type="http://schemas.openxmlformats.org/officeDocument/2006/relationships/image" Target="../media/image253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53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5.jpeg"/><Relationship Id="rId5" Type="http://schemas.openxmlformats.org/officeDocument/2006/relationships/image" Target="../media/image151.jpeg"/><Relationship Id="rId4" Type="http://schemas.openxmlformats.org/officeDocument/2006/relationships/image" Target="../media/image246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57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7.jpeg"/><Relationship Id="rId5" Type="http://schemas.openxmlformats.org/officeDocument/2006/relationships/image" Target="../media/image155.jpeg"/><Relationship Id="rId4" Type="http://schemas.openxmlformats.org/officeDocument/2006/relationships/image" Target="../media/image256.jpe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61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9.jpeg"/><Relationship Id="rId5" Type="http://schemas.openxmlformats.org/officeDocument/2006/relationships/image" Target="../media/image159.jpeg"/><Relationship Id="rId4" Type="http://schemas.openxmlformats.org/officeDocument/2006/relationships/image" Target="../media/image258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65.jpe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1.jpeg"/><Relationship Id="rId5" Type="http://schemas.openxmlformats.org/officeDocument/2006/relationships/image" Target="../media/image163.jpeg"/><Relationship Id="rId4" Type="http://schemas.openxmlformats.org/officeDocument/2006/relationships/image" Target="../media/image260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69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3.jpeg"/><Relationship Id="rId5" Type="http://schemas.openxmlformats.org/officeDocument/2006/relationships/image" Target="../media/image167.jpeg"/><Relationship Id="rId4" Type="http://schemas.openxmlformats.org/officeDocument/2006/relationships/image" Target="../media/image262.jpe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4.jpeg"/><Relationship Id="rId4" Type="http://schemas.openxmlformats.org/officeDocument/2006/relationships/image" Target="../media/image1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74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6.jpeg"/><Relationship Id="rId5" Type="http://schemas.openxmlformats.org/officeDocument/2006/relationships/image" Target="../media/image172.jpeg"/><Relationship Id="rId4" Type="http://schemas.openxmlformats.org/officeDocument/2006/relationships/image" Target="../media/image265.jpe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78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8.jpeg"/><Relationship Id="rId5" Type="http://schemas.openxmlformats.org/officeDocument/2006/relationships/image" Target="../media/image176.jpeg"/><Relationship Id="rId4" Type="http://schemas.openxmlformats.org/officeDocument/2006/relationships/image" Target="../media/image267.jpe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82.jpe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0.jpeg"/><Relationship Id="rId5" Type="http://schemas.openxmlformats.org/officeDocument/2006/relationships/image" Target="../media/image180.jpeg"/><Relationship Id="rId4" Type="http://schemas.openxmlformats.org/officeDocument/2006/relationships/image" Target="../media/image269.jpe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86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2.jpeg"/><Relationship Id="rId5" Type="http://schemas.openxmlformats.org/officeDocument/2006/relationships/image" Target="../media/image184.jpeg"/><Relationship Id="rId4" Type="http://schemas.openxmlformats.org/officeDocument/2006/relationships/image" Target="../media/image271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90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4.jpeg"/><Relationship Id="rId5" Type="http://schemas.openxmlformats.org/officeDocument/2006/relationships/image" Target="../media/image188.jpeg"/><Relationship Id="rId4" Type="http://schemas.openxmlformats.org/officeDocument/2006/relationships/image" Target="../media/image273.jpe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94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6.jpeg"/><Relationship Id="rId5" Type="http://schemas.openxmlformats.org/officeDocument/2006/relationships/image" Target="../media/image192.jpeg"/><Relationship Id="rId4" Type="http://schemas.openxmlformats.org/officeDocument/2006/relationships/image" Target="../media/image275.jpe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7.jpeg"/><Relationship Id="rId4" Type="http://schemas.openxmlformats.org/officeDocument/2006/relationships/image" Target="../media/image1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281.jpe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0.jpeg"/><Relationship Id="rId5" Type="http://schemas.openxmlformats.org/officeDocument/2006/relationships/image" Target="../media/image279.jpeg"/><Relationship Id="rId4" Type="http://schemas.openxmlformats.org/officeDocument/2006/relationships/image" Target="../media/image278.jpe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285.jpe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4.jpeg"/><Relationship Id="rId5" Type="http://schemas.openxmlformats.org/officeDocument/2006/relationships/image" Target="../media/image283.jpeg"/><Relationship Id="rId4" Type="http://schemas.openxmlformats.org/officeDocument/2006/relationships/image" Target="../media/image282.jpe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289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8.jpeg"/><Relationship Id="rId5" Type="http://schemas.openxmlformats.org/officeDocument/2006/relationships/image" Target="../media/image287.jpeg"/><Relationship Id="rId4" Type="http://schemas.openxmlformats.org/officeDocument/2006/relationships/image" Target="../media/image286.jpe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1.jpeg"/><Relationship Id="rId5" Type="http://schemas.openxmlformats.org/officeDocument/2006/relationships/image" Target="../media/image30.jpeg"/><Relationship Id="rId4" Type="http://schemas.openxmlformats.org/officeDocument/2006/relationships/image" Target="../media/image290.jpe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3.jpeg"/><Relationship Id="rId5" Type="http://schemas.openxmlformats.org/officeDocument/2006/relationships/image" Target="../media/image34.jpeg"/><Relationship Id="rId4" Type="http://schemas.openxmlformats.org/officeDocument/2006/relationships/image" Target="../media/image292.jpe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5.jpeg"/><Relationship Id="rId5" Type="http://schemas.openxmlformats.org/officeDocument/2006/relationships/image" Target="../media/image38.jpeg"/><Relationship Id="rId4" Type="http://schemas.openxmlformats.org/officeDocument/2006/relationships/image" Target="../media/image294.jpe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6.jpeg"/><Relationship Id="rId4" Type="http://schemas.openxmlformats.org/officeDocument/2006/relationships/image" Target="../media/image14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8.jpeg"/><Relationship Id="rId5" Type="http://schemas.openxmlformats.org/officeDocument/2006/relationships/image" Target="../media/image42.jpeg"/><Relationship Id="rId4" Type="http://schemas.openxmlformats.org/officeDocument/2006/relationships/image" Target="../media/image297.jpe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8.jpe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0.jpeg"/><Relationship Id="rId5" Type="http://schemas.openxmlformats.org/officeDocument/2006/relationships/image" Target="../media/image46.jpeg"/><Relationship Id="rId4" Type="http://schemas.openxmlformats.org/officeDocument/2006/relationships/image" Target="../media/image299.jpe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52.jpe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2.jpeg"/><Relationship Id="rId5" Type="http://schemas.openxmlformats.org/officeDocument/2006/relationships/image" Target="../media/image50.jpeg"/><Relationship Id="rId4" Type="http://schemas.openxmlformats.org/officeDocument/2006/relationships/image" Target="../media/image301.jpe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4.jpeg"/><Relationship Id="rId5" Type="http://schemas.openxmlformats.org/officeDocument/2006/relationships/image" Target="../media/image55.jpeg"/><Relationship Id="rId4" Type="http://schemas.openxmlformats.org/officeDocument/2006/relationships/image" Target="../media/image303.jpe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5.jpeg"/><Relationship Id="rId4" Type="http://schemas.openxmlformats.org/officeDocument/2006/relationships/image" Target="../media/image14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09.jpe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8.jpeg"/><Relationship Id="rId5" Type="http://schemas.openxmlformats.org/officeDocument/2006/relationships/image" Target="../media/image307.jpeg"/><Relationship Id="rId4" Type="http://schemas.openxmlformats.org/officeDocument/2006/relationships/image" Target="../media/image306.jpe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13.jpe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2.jpeg"/><Relationship Id="rId5" Type="http://schemas.openxmlformats.org/officeDocument/2006/relationships/image" Target="../media/image311.jpeg"/><Relationship Id="rId4" Type="http://schemas.openxmlformats.org/officeDocument/2006/relationships/image" Target="../media/image310.jpe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17.jpe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6.jpeg"/><Relationship Id="rId5" Type="http://schemas.openxmlformats.org/officeDocument/2006/relationships/image" Target="../media/image315.jpeg"/><Relationship Id="rId4" Type="http://schemas.openxmlformats.org/officeDocument/2006/relationships/image" Target="../media/image314.jpe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21.jpe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0.jpeg"/><Relationship Id="rId5" Type="http://schemas.openxmlformats.org/officeDocument/2006/relationships/image" Target="../media/image319.jpeg"/><Relationship Id="rId4" Type="http://schemas.openxmlformats.org/officeDocument/2006/relationships/image" Target="../media/image318.jpe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25.jpe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4.jpeg"/><Relationship Id="rId5" Type="http://schemas.openxmlformats.org/officeDocument/2006/relationships/image" Target="../media/image323.jpeg"/><Relationship Id="rId4" Type="http://schemas.openxmlformats.org/officeDocument/2006/relationships/image" Target="../media/image322.jpe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29.jpe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8.jpeg"/><Relationship Id="rId5" Type="http://schemas.openxmlformats.org/officeDocument/2006/relationships/image" Target="../media/image327.jpeg"/><Relationship Id="rId4" Type="http://schemas.openxmlformats.org/officeDocument/2006/relationships/image" Target="../media/image326.jpe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33.jpe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2.jpeg"/><Relationship Id="rId5" Type="http://schemas.openxmlformats.org/officeDocument/2006/relationships/image" Target="../media/image331.jpeg"/><Relationship Id="rId4" Type="http://schemas.openxmlformats.org/officeDocument/2006/relationships/image" Target="../media/image330.jpe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37.jpe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6.jpeg"/><Relationship Id="rId5" Type="http://schemas.openxmlformats.org/officeDocument/2006/relationships/image" Target="../media/image335.jpeg"/><Relationship Id="rId4" Type="http://schemas.openxmlformats.org/officeDocument/2006/relationships/image" Target="../media/image334.jpe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41.jpe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0.jpeg"/><Relationship Id="rId5" Type="http://schemas.openxmlformats.org/officeDocument/2006/relationships/image" Target="../media/image339.jpeg"/><Relationship Id="rId4" Type="http://schemas.openxmlformats.org/officeDocument/2006/relationships/image" Target="../media/image338.jpe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45.jpe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4.jpeg"/><Relationship Id="rId5" Type="http://schemas.openxmlformats.org/officeDocument/2006/relationships/image" Target="../media/image343.jpeg"/><Relationship Id="rId4" Type="http://schemas.openxmlformats.org/officeDocument/2006/relationships/image" Target="../media/image342.jpe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49.jpe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8.jpeg"/><Relationship Id="rId5" Type="http://schemas.openxmlformats.org/officeDocument/2006/relationships/image" Target="../media/image347.jpeg"/><Relationship Id="rId4" Type="http://schemas.openxmlformats.org/officeDocument/2006/relationships/image" Target="../media/image346.jpe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53.jpe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2.jpeg"/><Relationship Id="rId5" Type="http://schemas.openxmlformats.org/officeDocument/2006/relationships/image" Target="../media/image351.jpeg"/><Relationship Id="rId4" Type="http://schemas.openxmlformats.org/officeDocument/2006/relationships/image" Target="../media/image350.jpe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57.jpe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6.jpeg"/><Relationship Id="rId5" Type="http://schemas.openxmlformats.org/officeDocument/2006/relationships/image" Target="../media/image355.jpeg"/><Relationship Id="rId4" Type="http://schemas.openxmlformats.org/officeDocument/2006/relationships/image" Target="../media/image354.jpe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61.jpe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0.jpeg"/><Relationship Id="rId5" Type="http://schemas.openxmlformats.org/officeDocument/2006/relationships/image" Target="../media/image359.jpeg"/><Relationship Id="rId4" Type="http://schemas.openxmlformats.org/officeDocument/2006/relationships/image" Target="../media/image358.jpe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65.jpe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4.jpeg"/><Relationship Id="rId5" Type="http://schemas.openxmlformats.org/officeDocument/2006/relationships/image" Target="../media/image363.jpeg"/><Relationship Id="rId4" Type="http://schemas.openxmlformats.org/officeDocument/2006/relationships/image" Target="../media/image362.jpe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69.jpe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8.jpeg"/><Relationship Id="rId5" Type="http://schemas.openxmlformats.org/officeDocument/2006/relationships/image" Target="../media/image367.jpeg"/><Relationship Id="rId4" Type="http://schemas.openxmlformats.org/officeDocument/2006/relationships/image" Target="../media/image366.jpe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73.jpe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2.jpeg"/><Relationship Id="rId5" Type="http://schemas.openxmlformats.org/officeDocument/2006/relationships/image" Target="../media/image371.jpeg"/><Relationship Id="rId4" Type="http://schemas.openxmlformats.org/officeDocument/2006/relationships/image" Target="../media/image370.jpe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77.jpe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6.jpeg"/><Relationship Id="rId5" Type="http://schemas.openxmlformats.org/officeDocument/2006/relationships/image" Target="../media/image375.jpeg"/><Relationship Id="rId4" Type="http://schemas.openxmlformats.org/officeDocument/2006/relationships/image" Target="../media/image374.jpe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81.jpe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80.jpeg"/><Relationship Id="rId5" Type="http://schemas.openxmlformats.org/officeDocument/2006/relationships/image" Target="../media/image379.jpeg"/><Relationship Id="rId4" Type="http://schemas.openxmlformats.org/officeDocument/2006/relationships/image" Target="../media/image378.jpe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85.jpe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84.jpeg"/><Relationship Id="rId5" Type="http://schemas.openxmlformats.org/officeDocument/2006/relationships/image" Target="../media/image383.jpeg"/><Relationship Id="rId4" Type="http://schemas.openxmlformats.org/officeDocument/2006/relationships/image" Target="../media/image382.jpe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89.jpe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88.jpeg"/><Relationship Id="rId5" Type="http://schemas.openxmlformats.org/officeDocument/2006/relationships/image" Target="../media/image387.jpeg"/><Relationship Id="rId4" Type="http://schemas.openxmlformats.org/officeDocument/2006/relationships/image" Target="../media/image386.jpe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93.jpe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2.jpeg"/><Relationship Id="rId5" Type="http://schemas.openxmlformats.org/officeDocument/2006/relationships/image" Target="../media/image391.jpeg"/><Relationship Id="rId4" Type="http://schemas.openxmlformats.org/officeDocument/2006/relationships/image" Target="../media/image390.jpe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397.jpe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6.jpeg"/><Relationship Id="rId5" Type="http://schemas.openxmlformats.org/officeDocument/2006/relationships/image" Target="../media/image395.jpeg"/><Relationship Id="rId4" Type="http://schemas.openxmlformats.org/officeDocument/2006/relationships/image" Target="../media/image394.jpe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01.jpe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0.jpeg"/><Relationship Id="rId5" Type="http://schemas.openxmlformats.org/officeDocument/2006/relationships/image" Target="../media/image399.jpeg"/><Relationship Id="rId4" Type="http://schemas.openxmlformats.org/officeDocument/2006/relationships/image" Target="../media/image398.jpe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05.jpe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4.jpeg"/><Relationship Id="rId5" Type="http://schemas.openxmlformats.org/officeDocument/2006/relationships/image" Target="../media/image403.jpeg"/><Relationship Id="rId4" Type="http://schemas.openxmlformats.org/officeDocument/2006/relationships/image" Target="../media/image402.jpe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09.jpe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8.jpeg"/><Relationship Id="rId5" Type="http://schemas.openxmlformats.org/officeDocument/2006/relationships/image" Target="../media/image407.jpeg"/><Relationship Id="rId4" Type="http://schemas.openxmlformats.org/officeDocument/2006/relationships/image" Target="../media/image406.jpe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13.jpe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2.jpeg"/><Relationship Id="rId5" Type="http://schemas.openxmlformats.org/officeDocument/2006/relationships/image" Target="../media/image411.jpeg"/><Relationship Id="rId4" Type="http://schemas.openxmlformats.org/officeDocument/2006/relationships/image" Target="../media/image410.jpe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17.jpe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6.jpeg"/><Relationship Id="rId5" Type="http://schemas.openxmlformats.org/officeDocument/2006/relationships/image" Target="../media/image415.jpeg"/><Relationship Id="rId4" Type="http://schemas.openxmlformats.org/officeDocument/2006/relationships/image" Target="../media/image414.jpe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421.jpe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0.jpeg"/><Relationship Id="rId5" Type="http://schemas.openxmlformats.org/officeDocument/2006/relationships/image" Target="../media/image419.jpeg"/><Relationship Id="rId4" Type="http://schemas.openxmlformats.org/officeDocument/2006/relationships/image" Target="../media/image4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사택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508970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사택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VIP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실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102</a:t>
            </a: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AD80C18-04A9-09B7-ED10-A7AE9559570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77513" y="3056659"/>
            <a:ext cx="2937912" cy="3960001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D1763E5-2271-930D-4503-9BE6A255DD4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31522" y="65922"/>
            <a:ext cx="2832043" cy="3960002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0CA300F-712F-04CE-B93A-E92A28AD737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34903" y="68336"/>
            <a:ext cx="2832045" cy="3960003"/>
          </a:xfrm>
          <a:prstGeom prst="round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59CBE2D-0930-0A85-81C3-4CA84C04D9C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6888" y="3625614"/>
            <a:ext cx="3737140" cy="288000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1600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사택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VIP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실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202</a:t>
            </a: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D5A4B91-7A19-1D39-6075-0DE9D3756DF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04646" y="103053"/>
            <a:ext cx="2890836" cy="3954962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B9A6E73-58D8-B401-55BF-205DD0B619B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73527" y="32512"/>
            <a:ext cx="2890839" cy="4096045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78A1E19-3354-FDB2-BBE8-FDB16A15F59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582" y="3591669"/>
            <a:ext cx="3954961" cy="2890838"/>
          </a:xfrm>
          <a:prstGeom prst="round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9DD5CDE-D479-9AFB-0A34-E750A3C8E16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28" y="3612387"/>
            <a:ext cx="4096044" cy="289083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4863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VIP6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369656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기숙사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11</a:t>
            </a: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층 </a:t>
            </a:r>
            <a:r>
              <a:rPr lang="en-US" altLang="ko-KR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VIP6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526005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201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329315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580930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64576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83157" y="3608323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104006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98978" y="3582080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76327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82418" y="635061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670095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500065" y="628913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704306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502230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348792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248825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010644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050259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854371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4705" y="364502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955433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607359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639307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203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908764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92885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778887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558496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536303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06120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138408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204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459243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586586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890402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414361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204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128348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301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067218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24167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820169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862818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623529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7627588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8644288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302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602288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776909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8902428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4448396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8166270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4502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7167722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60648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3945898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303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8589278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8962417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671401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0349660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97063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639429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90802" y="3597063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7274272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51255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1423933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304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32335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94583" y="3581201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1803406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2118862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6813770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304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625614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1508162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401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496916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02431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5420697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706406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5445513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2664653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2970832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84582" y="3592939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4216563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402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3841044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0197047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5168394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2312353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401015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509712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7116719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403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9130087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4411825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 rot="16200000">
            <a:off x="1010368" y="103128"/>
            <a:ext cx="2874352" cy="396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97149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7114861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1061569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121428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16562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6604481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7529120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404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611224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4260115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2000218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40524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404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625006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2145567"/>
      </p:ext>
    </p:ext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501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8927655"/>
      </p:ext>
    </p:extLst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9648222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1604856"/>
      </p:ext>
    </p:extLst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6085612"/>
      </p:ext>
    </p:extLst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3245606"/>
      </p:ext>
    </p:extLst>
  </p:cSld>
  <p:clrMapOvr>
    <a:masterClrMapping/>
  </p:clrMapOvr>
  <p:transition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8054577"/>
      </p:ext>
    </p:extLst>
  </p:cSld>
  <p:clrMapOvr>
    <a:masterClrMapping/>
  </p:clrMapOvr>
  <p:transition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501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7817486"/>
      </p:ext>
    </p:extLst>
  </p:cSld>
  <p:clrMapOvr>
    <a:masterClrMapping/>
  </p:clrMapOvr>
  <p:transition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502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2185075"/>
      </p:ext>
    </p:extLst>
  </p:cSld>
  <p:clrMapOvr>
    <a:masterClrMapping/>
  </p:clrMapOvr>
  <p:transition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78935"/>
      </p:ext>
    </p:extLst>
  </p:cSld>
  <p:clrMapOvr>
    <a:masterClrMapping/>
  </p:clrMapOvr>
  <p:transition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9442687"/>
      </p:ext>
    </p:extLst>
  </p:cSld>
  <p:clrMapOvr>
    <a:masterClrMapping/>
  </p:clrMapOvr>
  <p:transition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0812499"/>
      </p:ext>
    </p:extLst>
  </p:cSld>
  <p:clrMapOvr>
    <a:masterClrMapping/>
  </p:clrMapOvr>
  <p:transition>
    <p:fad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4314071"/>
      </p:ext>
    </p:extLst>
  </p:cSld>
  <p:clrMapOvr>
    <a:masterClrMapping/>
  </p:clrMapOvr>
  <p:transition>
    <p:fad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8469308"/>
      </p:ext>
    </p:extLst>
  </p:cSld>
  <p:clrMapOvr>
    <a:masterClrMapping/>
  </p:clrMapOvr>
  <p:transition>
    <p:fad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502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6468483"/>
      </p:ext>
    </p:extLst>
  </p:cSld>
  <p:clrMapOvr>
    <a:masterClrMapping/>
  </p:clrMapOvr>
  <p:transition>
    <p:fad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503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7903699"/>
      </p:ext>
    </p:extLst>
  </p:cSld>
  <p:clrMapOvr>
    <a:masterClrMapping/>
  </p:clrMapOvr>
  <p:transition>
    <p:fad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898165"/>
      </p:ext>
    </p:extLst>
  </p:cSld>
  <p:clrMapOvr>
    <a:masterClrMapping/>
  </p:clrMapOvr>
  <p:transition>
    <p:fad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75497" y="645952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7425267"/>
      </p:ext>
    </p:extLst>
  </p:cSld>
  <p:clrMapOvr>
    <a:masterClrMapping/>
  </p:clrMapOvr>
  <p:transition>
    <p:fad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7149417"/>
      </p:ext>
    </p:extLst>
  </p:cSld>
  <p:clrMapOvr>
    <a:masterClrMapping/>
  </p:clrMapOvr>
  <p:transition>
    <p:fad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6071085"/>
      </p:ext>
    </p:extLst>
  </p:cSld>
  <p:clrMapOvr>
    <a:masterClrMapping/>
  </p:clrMapOvr>
  <p:transition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7761647"/>
      </p:ext>
    </p:extLst>
  </p:cSld>
  <p:clrMapOvr>
    <a:masterClrMapping/>
  </p:clrMapOvr>
  <p:transition>
    <p:fad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503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82325"/>
      </p:ext>
    </p:extLst>
  </p:cSld>
  <p:clrMapOvr>
    <a:masterClrMapping/>
  </p:clrMapOvr>
  <p:transition>
    <p:fad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504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31D465-CF3C-49E6-A7DF-7569D95AD1BC}"/>
              </a:ext>
            </a:extLst>
          </p:cNvPr>
          <p:cNvSpPr/>
          <p:nvPr/>
        </p:nvSpPr>
        <p:spPr>
          <a:xfrm>
            <a:off x="5703678" y="2905614"/>
            <a:ext cx="288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4169595"/>
      </p:ext>
    </p:extLst>
  </p:cSld>
  <p:clrMapOvr>
    <a:masterClrMapping/>
  </p:clrMapOvr>
  <p:transition>
    <p:fad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2678898"/>
      </p:ext>
    </p:extLst>
  </p:cSld>
  <p:clrMapOvr>
    <a:masterClrMapping/>
  </p:clrMapOvr>
  <p:transition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1633536"/>
      </p:ext>
    </p:extLst>
  </p:cSld>
  <p:clrMapOvr>
    <a:masterClrMapping/>
  </p:clrMapOvr>
  <p:transition>
    <p:fad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0517"/>
      </p:ext>
    </p:extLst>
  </p:cSld>
  <p:clrMapOvr>
    <a:masterClrMapping/>
  </p:clrMapOvr>
  <p:transition>
    <p:fad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B</a:t>
            </a:r>
            <a:r>
              <a:rPr lang="ko-KR" altLang="en-US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r>
              <a:rPr lang="en-US" altLang="ko-KR" sz="1800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504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322414"/>
      </p:ext>
    </p:extLst>
  </p:cSld>
  <p:clrMapOvr>
    <a:masterClrMapping/>
  </p:clrMapOvr>
  <p:transition>
    <p:fade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E49A6-326C-E605-FA17-58471182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F6829E0A-9DEF-7180-3E7D-83368A5E9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261DD37-4E73-99A7-86C1-26733000E16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A510B2A8-852E-7E35-D8B3-FC12B62681FE}"/>
              </a:ext>
            </a:extLst>
          </p:cNvPr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+mj-ea"/>
                <a:ea typeface="+mj-ea"/>
              </a:rPr>
              <a:t>기술연구원 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+mj-ea"/>
                <a:ea typeface="+mj-ea"/>
              </a:rPr>
              <a:t>동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+mj-ea"/>
                <a:ea typeface="+mj-ea"/>
              </a:rPr>
              <a:t>5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+mj-ea"/>
                <a:ea typeface="+mj-ea"/>
              </a:rPr>
              <a:t>층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7AA954-0080-581E-7FC3-9A84796C0A0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024" y="3140968"/>
            <a:ext cx="3939902" cy="328498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67919"/>
      </p:ext>
    </p:extLst>
  </p:cSld>
  <p:clrMapOvr>
    <a:masterClrMapping/>
  </p:clrMapOvr>
  <p:transition>
    <p:fade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9EC53-FA6B-EEBC-9998-4BDB2450A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75F79FAE-BCF1-224B-C993-97BF3CD2539D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76B7B210-26EE-285C-AAC4-D5E315ECB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501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9DB62757-D512-6BFD-8E0A-9EEE8CC304B7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77AE94C-AD95-9AFD-7F0D-6F2BC84760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4D1AB07-8D8D-AF39-E4CA-70D65C59B61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4501" y="836712"/>
            <a:ext cx="3888432" cy="2648736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58BC851-6E43-2AF3-8F74-934EDF92BCA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330" y="783931"/>
            <a:ext cx="3888432" cy="2648736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8DB29A-9DB1-CE80-A519-33E6C926932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12177" y="3154834"/>
            <a:ext cx="2648738" cy="3888432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2C4F01-A57D-7B1D-967F-6FD31B03970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44348" y="3154832"/>
            <a:ext cx="2648737" cy="388843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37436"/>
      </p:ext>
    </p:extLst>
  </p:cSld>
  <p:clrMapOvr>
    <a:masterClrMapping/>
  </p:clrMapOvr>
  <p:transition>
    <p:fade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CFF58-4FF0-F574-2DEE-114AEFF12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5B2CAD4-9E55-5295-7E2C-7EA47D958F53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7971676D-671E-4717-C329-3096F8386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502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8C39DE9B-1177-36A5-026F-D76302523FA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6A5570FB-0F1B-3F76-9F69-92B1714CB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ED7EABB-6332-D740-B532-3673E438E76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369" y="926997"/>
            <a:ext cx="3794103" cy="2536815"/>
          </a:xfrm>
          <a:prstGeom prst="round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66E2427-FCEE-4D82-A750-57D925D1239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926997"/>
            <a:ext cx="3794103" cy="2536815"/>
          </a:xfrm>
          <a:prstGeom prst="round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887EC2A-37E9-43DB-CC09-AD244404C4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8196" y="3192972"/>
            <a:ext cx="2536815" cy="3794103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30FA956-C2F2-5B18-4CA4-77FA60B1DE0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15832" y="3192972"/>
            <a:ext cx="2536815" cy="37941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84432"/>
      </p:ext>
    </p:extLst>
  </p:cSld>
  <p:clrMapOvr>
    <a:masterClrMapping/>
  </p:clrMapOvr>
  <p:transition>
    <p:fade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8D2E-3B35-1EA5-CAEC-DF2742DE1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FC1AC43C-E6B4-36CD-5755-E8204BFAA636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BA5030A7-46D2-6A50-2B11-DA86406D5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503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5709BC2-E08D-A03E-1FC9-F4DB4E474606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BF585671-2A4A-E1AD-68D3-F19BF7FAAE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1756ACD-45DE-3F0D-19E5-D29D506C7ED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865095"/>
            <a:ext cx="3923928" cy="2472516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AF8D80-766E-D3FE-E253-640DD1386BE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382" y="865095"/>
            <a:ext cx="3923928" cy="2472516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BE0AF5-F61B-DF2B-B375-B344D412024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25087" y="3092851"/>
            <a:ext cx="2472518" cy="3923928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C252DA2-1018-7216-7EF8-63CA7C4B01E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729753" y="3092852"/>
            <a:ext cx="2472517" cy="392392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77917"/>
      </p:ext>
    </p:extLst>
  </p:cSld>
  <p:clrMapOvr>
    <a:masterClrMapping/>
  </p:clrMapOvr>
  <p:transition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0A295-2E05-6EE0-849D-0E68D90E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0342F82C-D85D-425E-9EAE-9879688E6D74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6FA1C97-ECBE-8973-B100-AA18D4BCB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504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07D04A4D-7C1F-E3B2-120E-BB3FB7F45D85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D488B988-1F63-0B5B-FED7-1054B12477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AB893D0-352B-09BC-9AB1-A8662C87B78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5295" y="1068360"/>
            <a:ext cx="4033169" cy="2412135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4374B15-F323-BC9B-B766-926274A8283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1068360"/>
            <a:ext cx="4033169" cy="2412135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798B6D2-1CBD-7DE4-5E09-0A1E6D86F42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598539" y="2978522"/>
            <a:ext cx="2412138" cy="4033169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A62E467-0C18-D98E-A037-8D081E26F1B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06052" y="2978523"/>
            <a:ext cx="2412135" cy="403316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19873"/>
      </p:ext>
    </p:extLst>
  </p:cSld>
  <p:clrMapOvr>
    <a:masterClrMapping/>
  </p:clrMapOvr>
  <p:transition>
    <p:fade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F14C-27A5-5E53-4886-984487DEE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44E06A66-AD70-FB84-ABF1-4C2F72E5C237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19D656AA-E8DD-D705-664B-3BFF80E63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505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6D21FE99-96AE-65FF-AB52-D0541D8EF7DB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3795CDB1-CDCB-7EF1-AE69-93633D4458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DA44878-4989-028B-57EE-3D86F8A414A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8679" y="815261"/>
            <a:ext cx="4207396" cy="2664296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42BC38-F7C6-2E8A-16CE-0913E7BAEE9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179" y="795698"/>
            <a:ext cx="4207396" cy="2664296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407314A-DE11-8104-8C40-05FFAAAF63D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4729" y="2873474"/>
            <a:ext cx="2664296" cy="4207396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E9C3196-45FF-C199-DFBE-AF687C89788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90229" y="2954075"/>
            <a:ext cx="2664296" cy="420739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56523524"/>
      </p:ext>
    </p:extLst>
  </p:cSld>
  <p:clrMapOvr>
    <a:masterClrMapping/>
  </p:clrMapOvr>
  <p:transition>
    <p:fade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7982-B9D0-10C5-8819-F90119BF3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A7A42DCE-2F65-8ECF-4632-331A29A6662D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97A3041-C09C-2322-4C7C-AC185F170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506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EDA64809-EF9A-CB70-ED78-25AE1B089705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23897E7B-EB50-AF43-265E-886E8D9EA6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2E3706-DAAE-9059-9808-ECFA30F2ACE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6236" y="795021"/>
            <a:ext cx="3756697" cy="2633169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504A300-1E8A-3321-716A-7A1A46645E6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758753"/>
            <a:ext cx="3756697" cy="2633169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30E732-6E74-FB75-18C8-C7EE57FA4D8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29307" y="3140612"/>
            <a:ext cx="2633169" cy="3756697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BDBB3F5-C17F-5CBD-8C9C-DEBF591A358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13254" y="3127021"/>
            <a:ext cx="2633169" cy="375669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7037370"/>
      </p:ext>
    </p:extLst>
  </p:cSld>
  <p:clrMapOvr>
    <a:masterClrMapping/>
  </p:clrMapOvr>
  <p:transition>
    <p:fade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ACEB-1E25-8713-BC11-9A91C2A16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60B15167-A43E-5A61-DB99-6E3034E1236E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5B9E7A5-13F0-3391-FD85-235EAFC3A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507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B3DC8544-4FAA-4233-CFCA-82EA7952941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C32BEF10-3D83-0B7C-5279-EC2883E5C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31F92B6-EDAE-06CC-18BD-E15E61263FC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5030" y="786562"/>
            <a:ext cx="3857903" cy="2741005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8F7957-3D6A-C772-B48A-85F389A074C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062" y="714554"/>
            <a:ext cx="3857903" cy="2741005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C87EA28-39EC-E793-7E29-EAAAB0EF45A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12504" y="3244307"/>
            <a:ext cx="2741007" cy="3857903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DE5600A-6FFF-3A01-9577-DEBE2918902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13479" y="3261387"/>
            <a:ext cx="2741005" cy="38579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7116"/>
      </p:ext>
    </p:extLst>
  </p:cSld>
  <p:clrMapOvr>
    <a:masterClrMapping/>
  </p:clrMapOvr>
  <p:transition>
    <p:fade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EC1FB-E64F-8958-C1C1-DB875FB00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D64A091E-9C2A-D48E-77E6-B688FD7C308E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FDE8E279-F337-0A95-E17D-05AAEBF52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508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FBE1E9F-A4D4-5212-70FA-3DAED960D21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3DF6C66B-606E-DAA0-3340-71D33DD610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00414A8-8EE8-B9DF-C8D4-23C97484306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2223" y="886660"/>
            <a:ext cx="3960439" cy="2675145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DD6C81B-C26F-C36B-D6E1-C3220309F71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872123"/>
            <a:ext cx="3960439" cy="2675145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5AA6F2-1F82-594B-518E-AF3BC39CBD9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6175" y="3181528"/>
            <a:ext cx="2675145" cy="3960439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FC7352B-737F-2D0F-4E52-37640EA4F0C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44870" y="3207552"/>
            <a:ext cx="2675145" cy="396043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47841"/>
      </p:ext>
    </p:extLst>
  </p:cSld>
  <p:clrMapOvr>
    <a:masterClrMapping/>
  </p:clrMapOvr>
  <p:transition>
    <p:fade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14D7B-E168-0BC8-D429-609493E5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0BAE50D-BB70-2023-6C51-A340AC80D8BE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420D143-1804-C94F-7E46-30D918CA9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509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215574B1-BDE8-1C1E-89E4-9E0EC3A76539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AA8F99B1-6DF4-84CD-E639-7A6E781210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5EB313-E06A-EB31-E5D8-922800063F3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234" y="694105"/>
            <a:ext cx="4207396" cy="2808312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87C7B0-C948-18AB-886C-6258508A13D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234" y="682074"/>
            <a:ext cx="4207396" cy="2808312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F59958-E938-3E57-F84E-C2275FD74F3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844775" y="3016882"/>
            <a:ext cx="2808314" cy="4207396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176B42C-CA77-9268-003A-0BD7E13CD9E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283144" y="3016883"/>
            <a:ext cx="2808313" cy="420739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40735"/>
      </p:ext>
    </p:extLst>
  </p:cSld>
  <p:clrMapOvr>
    <a:masterClrMapping/>
  </p:clrMapOvr>
  <p:transition>
    <p:fade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CA18-66E0-B58C-DDF6-8CD8E1263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EE761FE-2381-113E-9F66-760B3A209D6A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997D0F3-BDA2-F814-A57F-CBD87CEA9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510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D96DF0DB-749A-700A-037B-5D0A423FB47C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9A413458-5A11-5E25-E423-79F5EE7AB9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D10876F-421C-4CF1-61F3-42BC2DA6FFF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761291"/>
            <a:ext cx="3597807" cy="2755593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A976631-031B-62CD-59FA-98A9EBAC62F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770256"/>
            <a:ext cx="3597807" cy="2755593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B8C6487-6308-47B1-77B4-2830680DC4A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33396" y="3287876"/>
            <a:ext cx="2755594" cy="3597807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CEEF8CD-D638-A50C-CC50-8BF60D25283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012668" y="3287876"/>
            <a:ext cx="2755596" cy="359780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1007647"/>
      </p:ext>
    </p:extLst>
  </p:cSld>
  <p:clrMapOvr>
    <a:masterClrMapping/>
  </p:clrMapOvr>
  <p:transition>
    <p:fade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2F3E-02FE-CC2E-5320-C13DA2DD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DCA84478-22AB-E2D8-E020-3B94EA0FA3E2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25E163D-468F-863F-9FF8-D6BCFD177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511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44CE156C-E4F3-CA06-B6D0-C52B44D845B8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B1A50CB6-4E40-651F-08D9-63F6E837F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32BD42B-BB73-86C6-47AD-44269D2B4F1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0525" y="714618"/>
            <a:ext cx="3672408" cy="2616941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B0CCD2-D77F-89AB-8BBB-A769E605E89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567" y="714617"/>
            <a:ext cx="3672408" cy="2616941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2474B01-C48E-DE54-97F4-D32C276F389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11301" y="3117291"/>
            <a:ext cx="2616941" cy="3672408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450C8D-9E79-3DFE-7D38-C806E707CF8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68258" y="3117291"/>
            <a:ext cx="2616941" cy="367240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44189"/>
      </p:ext>
    </p:extLst>
  </p:cSld>
  <p:clrMapOvr>
    <a:masterClrMapping/>
  </p:clrMapOvr>
  <p:transition>
    <p:fade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5EF2-744D-A1BB-FC3C-E041517FF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C6B71B03-C8D6-2DB9-571C-9652C246A142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805E598-FEF4-8C3C-940B-472893517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512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120C6883-BF08-AEBC-2EB7-BCD95D31E378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49EA51B6-FFC0-A35B-B481-F495A75B05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9632CE-86BF-4ECA-9652-9E436D1451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651708"/>
            <a:ext cx="4320479" cy="2764053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A65A8B-2F2A-31D5-40CD-8BC6E0F414D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36577"/>
            <a:ext cx="4320479" cy="2764053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EC88844-2337-0E1C-B109-ACB2C70E5D1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885717" y="2970137"/>
            <a:ext cx="2764053" cy="4320479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98A1834-409E-A1D3-80EF-FC944CFAFE5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77718" y="2975857"/>
            <a:ext cx="2764053" cy="432047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5256"/>
      </p:ext>
    </p:extLst>
  </p:cSld>
  <p:clrMapOvr>
    <a:masterClrMapping/>
  </p:clrMapOvr>
  <p:transition>
    <p:fade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AA008-8281-E577-E62F-B7816E5C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4CFD6AC9-0068-DFEE-D443-0EEF52DEDC11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F85EF8B-F6AC-D084-1CB4-B5291383B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513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14E7A0B-DD24-3CC8-7D69-2A334C3F643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9603EDB7-46AD-957B-6273-33E475248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FC13545-A564-B7F5-76FF-716DA8E5904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552" y="982364"/>
            <a:ext cx="3701890" cy="2321496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B19A730-1B63-C683-3474-2787AEA2E77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1043" y="982364"/>
            <a:ext cx="3701890" cy="2321496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CE8D0E-EB9C-76C9-4301-3771A5D49FB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14658" y="3170851"/>
            <a:ext cx="2321496" cy="370189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9CD11E4-E80D-AE9B-E47A-0443FF1C2A9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694245" y="3170851"/>
            <a:ext cx="2321496" cy="370189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69848"/>
      </p:ext>
    </p:extLst>
  </p:cSld>
  <p:clrMapOvr>
    <a:masterClrMapping/>
  </p:clrMapOvr>
  <p:transition>
    <p:fade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C984-A53C-333B-010F-9930319B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9627F1B-7036-0CFD-31CA-074F771B013F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FCFC9EAB-C27E-3729-40E9-AFEA7E4B8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514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434783BC-1B50-541C-EEB2-8F8CDCFF8FF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0432D03-A70E-3477-2CAF-6AE07622B2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6B7C753-752D-2F0F-D952-AA32D41BDEC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2649" y="1046234"/>
            <a:ext cx="4054667" cy="2458018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6AC28A0-4D28-BDC0-9744-8D79433F519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20" y="1046234"/>
            <a:ext cx="4054667" cy="2458018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72B9177-1F93-1171-734B-1DE77CBB2C6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13344" y="3062724"/>
            <a:ext cx="2458018" cy="4054667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6000ABC-D3D4-971E-6038-612B9F2E0BC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586348" y="3062723"/>
            <a:ext cx="2458019" cy="405466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88098"/>
      </p:ext>
    </p:extLst>
  </p:cSld>
  <p:clrMapOvr>
    <a:masterClrMapping/>
  </p:clrMapOvr>
  <p:transition>
    <p:fade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1AB8-10B2-519E-510F-2F93642E1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BD579B18-4705-4447-B23C-4429219448B0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DF768486-B142-1ABE-6B19-5D702430A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515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6A08E8D9-9781-245B-1A70-A5E6800A56DE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6981E8AC-0836-C7BF-BD9D-FFBFC1D7E5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4B35455-0102-000F-68C6-38003CEF571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982506"/>
            <a:ext cx="3904344" cy="2520280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13FCF3-4B89-1B63-D12A-603C9B33F5D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90321" y="3224067"/>
            <a:ext cx="2520280" cy="3904344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C80EEB-DB0B-469E-BF41-881A648A7CA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00621" y="3224067"/>
            <a:ext cx="2520280" cy="3904344"/>
          </a:xfrm>
          <a:prstGeom prst="roundRect">
            <a:avLst/>
          </a:prstGeom>
        </p:spPr>
      </p:pic>
      <p:pic>
        <p:nvPicPr>
          <p:cNvPr id="4" name="그림 3" descr="사람, 의류, 벽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58B7B8-1BCB-3EC7-ACE2-F5987D6212F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5079" y="982506"/>
            <a:ext cx="3507854" cy="252028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363398655"/>
      </p:ext>
    </p:extLst>
  </p:cSld>
  <p:clrMapOvr>
    <a:masterClrMapping/>
  </p:clrMapOvr>
  <p:transition>
    <p:fade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E6E8E-3182-A952-DA6A-051D9A76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020FB4CB-AC00-CA76-9456-5494105AA114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4D613470-7C8A-AC9A-1217-EC37BFC36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516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280E1CA9-8F80-D98D-32D8-FF5CCE402E4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6E0E28D-3BCF-68DC-5CAA-739EF1203F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30A0A43-A1E1-BA24-3453-8C1D6605A0F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824" y="1001661"/>
            <a:ext cx="3960440" cy="2417760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A874E09-87FF-B03C-D58F-E1B59C01706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0404" y="980728"/>
            <a:ext cx="3960440" cy="2417760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38F828D-879F-73B5-B379-0526986A777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60506" y="3161716"/>
            <a:ext cx="2417760" cy="3960440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65FC6C6-8ECB-48C4-5308-215787CE9E3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91744" y="3161716"/>
            <a:ext cx="2417760" cy="396044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1892"/>
      </p:ext>
    </p:extLst>
  </p:cSld>
  <p:clrMapOvr>
    <a:masterClrMapping/>
  </p:clrMapOvr>
  <p:transition>
    <p:fade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86F1-1B7D-16CE-8D66-CAEEC57A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6220B1DD-D53A-235E-D72E-5625E550346F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E5899C5-39F9-C33A-AD2D-EA93F2E36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517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17F52021-C381-4727-1D9A-D36EAB6DFEA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A1AFB75F-1333-2995-2199-0933DA5987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8577EAD-6638-02FF-2C6B-5DB62F88351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4541" y="859599"/>
            <a:ext cx="3528392" cy="2601387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90F9D36-69E2-8F63-C9B1-CB78730E00B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0" y="834609"/>
            <a:ext cx="3528392" cy="2601387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54D05BA-1884-B3A4-C4D7-5B8880EE94C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63092" y="3325540"/>
            <a:ext cx="2601389" cy="3528392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2493C9D-E537-29D7-CE27-A390FDAF2AE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549097" y="3325539"/>
            <a:ext cx="2601389" cy="352839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02042"/>
      </p:ext>
    </p:extLst>
  </p:cSld>
  <p:clrMapOvr>
    <a:masterClrMapping/>
  </p:clrMapOvr>
  <p:transition>
    <p:fade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5DDE-49F7-1850-87EC-5F846B58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C21AD037-17AF-B7B9-C8A1-D25DC5CEED14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5B64616B-4805-2909-E4EE-A175AA601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518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2E0751AE-5C86-853C-8829-FF2AE0D4E02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1F05141-9C59-ECA3-0991-DF4B8B4E02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211C14E-FBF9-25E6-8B00-10CC4FB0DF9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029" y="1244243"/>
            <a:ext cx="3604359" cy="2376264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917E351-4361-711E-F412-1234CF380C6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0154" y="1244243"/>
            <a:ext cx="3604359" cy="2376264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FB03F78-16E3-AF8F-99DA-F3BF7D45582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41631" y="3391017"/>
            <a:ext cx="2376264" cy="3604359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CC12520-AFAC-83AB-0621-9C1A99012DF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691686" y="3373249"/>
            <a:ext cx="2376264" cy="360435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53932567"/>
      </p:ext>
    </p:extLst>
  </p:cSld>
  <p:clrMapOvr>
    <a:masterClrMapping/>
  </p:clrMapOvr>
  <p:transition>
    <p:fade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87B1B-ADA3-5F5E-7A18-49CEE160C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4B85035C-192A-6137-DAB9-D250FE611704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898C0DE-8F9C-C9F4-1F52-439D80BD9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519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B205DFB-74A3-BB5C-CA34-CC8589F9B719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AF77769-F57A-3C4B-0378-A43259F75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F9C03CE-908F-85B1-C091-44DAFAC2573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1017066"/>
            <a:ext cx="3617370" cy="2370599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236494D-DFD0-6251-BC75-27190BF6EF2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1045312"/>
            <a:ext cx="3617370" cy="2370599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79A5D13-BB1D-7BFD-A631-6B7442DC776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34945" y="3333707"/>
            <a:ext cx="2370599" cy="3617370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C525EA-2856-2D15-3EEE-C72D85EB79A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31531" y="3333707"/>
            <a:ext cx="2370599" cy="361737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95148"/>
      </p:ext>
    </p:extLst>
  </p:cSld>
  <p:clrMapOvr>
    <a:masterClrMapping/>
  </p:clrMapOvr>
  <p:transition>
    <p:fade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46F6C-F85E-246C-56DC-3C5F30BB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20BC7E9E-C38E-4014-12B1-877CA6A27FA6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757C5813-C3C1-3B9D-560F-6179D4230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520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886FACC1-60A8-8BE7-B381-089549A7641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6B15020-C4D2-D6EE-099C-5892A358A1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21712BB-BD62-FE51-9A71-6A2897449B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7822" y="975238"/>
            <a:ext cx="4063380" cy="2438738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447D4E5-6A3E-6175-742B-811231F1C23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620" y="990262"/>
            <a:ext cx="4063380" cy="2438738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D21A30-4F21-4422-232F-154DD1ADC85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350879" y="3192744"/>
            <a:ext cx="2438739" cy="4063380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5141158-0316-080F-E502-99D4E46CC3C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600343" y="3192744"/>
            <a:ext cx="2438740" cy="406338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520080366"/>
      </p:ext>
    </p:extLst>
  </p:cSld>
  <p:clrMapOvr>
    <a:masterClrMapping/>
  </p:clrMapOvr>
  <p:transition>
    <p:fade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73ED-37B9-8881-FE7C-1AE0D9A8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F44C577C-393B-9D86-0928-011DCAF42349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EB0C7BB8-E0C0-B3F2-51E1-18E6BA417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521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BE817063-6A28-8996-C020-F5529A21E37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194F801-D797-38F8-CEBF-3BD6FF1651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0E3E1D3-C412-F96A-A34C-B0509AE6B2F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1024618"/>
            <a:ext cx="3960440" cy="2404382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D82B05F-BA66-7F37-4C37-1804582E8C3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447" y="1011564"/>
            <a:ext cx="3960440" cy="2404382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41BB176-6E8D-8CA5-218A-43F08A26A28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95409" y="3243386"/>
            <a:ext cx="2404384" cy="396044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B123E9D-3DDC-F656-36C9-8DA3A4DF796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94046" y="3213982"/>
            <a:ext cx="2404382" cy="396044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67555"/>
      </p:ext>
    </p:extLst>
  </p:cSld>
  <p:clrMapOvr>
    <a:masterClrMapping/>
  </p:clrMapOvr>
  <p:transition>
    <p:fade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DFDA1-5007-40F1-EC50-8F96EF5B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D4569F76-47B2-33AA-B2B5-9E5A7347E489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7A35B6E9-CE0F-F7A4-51C1-86608843B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522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087D6E2A-409C-8276-2C37-EE014F410866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20CABD84-3986-9536-01ED-07830E688F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0503F07-6866-520F-A1EB-54A40CBD5B2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5606" y="818482"/>
            <a:ext cx="3797327" cy="2623810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CFFB01-3EF5-CCC0-B025-36A8DB7377A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068" y="805190"/>
            <a:ext cx="3797327" cy="2623810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9483E1-111D-2D42-F2C1-AAEF6C369AD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19002" y="3289865"/>
            <a:ext cx="2623811" cy="3797327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BA9AF06-508F-F0FD-3B0D-54AE96C5324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518797" y="3289866"/>
            <a:ext cx="2623812" cy="379732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68581"/>
      </p:ext>
    </p:extLst>
  </p:cSld>
  <p:clrMapOvr>
    <a:masterClrMapping/>
  </p:clrMapOvr>
  <p:transition>
    <p:fade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9F63-93E8-85E6-D8BC-882765E1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D1D89B80-104A-1CC5-AF4E-28E64A1F18D7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EFFD9BAF-ED97-B992-5532-7C47F43E7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523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03AB0452-2BDC-D950-4B05-529752CAE1AC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DFF46C45-BCE3-7A1C-277F-8BA555CA40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C862A76-3B19-F130-A820-E6FA70A92E5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7" y="959765"/>
            <a:ext cx="4032448" cy="2469235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13715F1-F3F8-7073-E0ED-64953577621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990550"/>
            <a:ext cx="4032448" cy="2469235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78ECC4-0BA8-61AB-AF80-7B6B98EDEC1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49149" y="3040432"/>
            <a:ext cx="2469237" cy="4032448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CA88C70-91C2-29DA-D6C1-5BEAC585733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97622" y="3040432"/>
            <a:ext cx="2469236" cy="403244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26590"/>
      </p:ext>
    </p:extLst>
  </p:cSld>
  <p:clrMapOvr>
    <a:masterClrMapping/>
  </p:clrMapOvr>
  <p:transition>
    <p:fade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EC925-10BA-3DEA-3490-D537568A4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5BCA5F74-4BD5-2189-250E-8ADA30FF6E8E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B069E42C-7F7D-F9F5-F325-2D778ECA4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524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9C2867FC-B381-E1AB-4E7B-AAD3DFEFFFA8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9E7C9F1-4B19-E8EE-8699-7340F832B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7D7B720-BD1B-EE15-0762-F2A47172438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4130" y="997114"/>
            <a:ext cx="3939114" cy="2431886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275BAC-0D93-DC1F-BC06-BFAB4F1AB8B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1025998"/>
            <a:ext cx="3939114" cy="2431886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7CD9C55-3F68-5E14-45B8-D02F7512DD1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21158" y="3179442"/>
            <a:ext cx="2431886" cy="3939114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C3C874-B0C0-8F37-C4CF-2AFE579AFD3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757662" y="3179442"/>
            <a:ext cx="2431886" cy="393911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64996"/>
      </p:ext>
    </p:extLst>
  </p:cSld>
  <p:clrMapOvr>
    <a:masterClrMapping/>
  </p:clrMapOvr>
  <p:transition>
    <p:fade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F007A-5FF5-BFAF-30B0-01A492F6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097132DA-5C61-0BD3-A135-9A43C81514CD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D9EEA7F1-DA25-CE44-6EE6-4AD718CCA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525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8F44E0CD-30D9-3F02-E998-0C28034B8407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7E1EFBA2-DE22-D417-C8B4-B2A5F8EE03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2011A50-4E3C-D9D4-2F90-91B2561F55F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2533" y="1052736"/>
            <a:ext cx="3600400" cy="2376264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6B60538-FBCA-2CDE-D77E-1A2C876F856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584" y="1052736"/>
            <a:ext cx="3600400" cy="2376264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F3024A7-2D9B-184E-E274-824D74E7C36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39652" y="3272204"/>
            <a:ext cx="2376264" cy="3600400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EC9934-8456-CDE8-BD84-F6DD13E2F1F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624601" y="3271474"/>
            <a:ext cx="2376264" cy="36004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58511"/>
      </p:ext>
    </p:extLst>
  </p:cSld>
  <p:clrMapOvr>
    <a:masterClrMapping/>
  </p:clrMapOvr>
  <p:transition>
    <p:fade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5D599-771C-3EAE-3632-503CB45A6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D3BA986-FF28-4153-FD2D-58F36403D120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B38C9C51-9F03-0A9D-18AE-14FE3DC11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526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44876277-584B-8B3B-D690-DC2E037269AB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6C2E5C91-6F80-D474-3C49-35DDD3DBF9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9793724-7B53-8E42-F689-6F9FE0F50A2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7" y="732896"/>
            <a:ext cx="4032448" cy="2696104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CADBA03-E109-A462-C598-2FDE6567AC9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732896"/>
            <a:ext cx="4032448" cy="2696104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6FA4D0-F9DF-0840-C4D0-12AF83E79A1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81557" y="3057035"/>
            <a:ext cx="2696104" cy="4032448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550BE80-8281-F481-6240-242C84691A5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84188" y="3057035"/>
            <a:ext cx="2696104" cy="403244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90969"/>
      </p:ext>
    </p:extLst>
  </p:cSld>
  <p:clrMapOvr>
    <a:masterClrMapping/>
  </p:clrMapOvr>
  <p:transition>
    <p:fade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0A95-203A-916B-C3BF-728AE385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39A69804-ED92-97CF-18F2-B0FB8CD90BE2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945F8E88-1393-4459-CD80-0C80D1A3E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527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FF91AE0C-BDA6-462A-62B6-A6802375C77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E1AA8F02-DC9F-7DA2-9176-21ECAA092A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AC00245-3DA1-8590-809E-D9936EE14A4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1742" y="776820"/>
            <a:ext cx="3968391" cy="2656764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C0A447F-AF32-E96E-B963-F8468EEEDAF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520" y="772236"/>
            <a:ext cx="3968391" cy="2656764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BBA630-6DBB-4BCB-153C-72AC1E9C292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07334" y="3161186"/>
            <a:ext cx="2656764" cy="3968391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7097C7-0005-6C81-4578-C65783A5186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347190" y="3161186"/>
            <a:ext cx="2656764" cy="396839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29871"/>
      </p:ext>
    </p:extLst>
  </p:cSld>
  <p:clrMapOvr>
    <a:masterClrMapping/>
  </p:clrMapOvr>
  <p:transition>
    <p:fade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0EB46-87EE-4A3C-016E-7B3E550DB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A0A3F812-EC0B-F3CF-3ADD-9012D59B3929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F5AC3C13-74D4-4713-49D8-4378FFDC8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528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003DE5B0-96D4-6210-AEC0-53E89AD68825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A713980-C652-5560-CE1F-2F7DDF5EB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32E7E85-DB93-266B-C404-5B7055443DF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4501" y="871762"/>
            <a:ext cx="3888432" cy="2448273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D33D0EC-18F9-CC2E-B5BC-3A6C0BF6666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00" y="871762"/>
            <a:ext cx="3888432" cy="2448273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798230-FFA7-3E1A-438C-EDB85F57ABF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13990" y="3070139"/>
            <a:ext cx="2448273" cy="3888432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87C4B7-40EE-5523-77BB-EE839C413E0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44580" y="3070139"/>
            <a:ext cx="2448274" cy="388843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43367"/>
      </p:ext>
    </p:extLst>
  </p:cSld>
  <p:clrMapOvr>
    <a:masterClrMapping/>
  </p:clrMapOvr>
  <p:transition>
    <p:fade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16CB0-5DEE-1187-3431-486360CF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7E9C509B-5B37-6E43-C764-98E37B7A6CC9}"/>
              </a:ext>
            </a:extLst>
          </p:cNvPr>
          <p:cNvSpPr/>
          <p:nvPr/>
        </p:nvSpPr>
        <p:spPr bwMode="auto">
          <a:xfrm>
            <a:off x="107950" y="187231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301B2E58-15ED-BEBD-B31D-EB23BDAE1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기술연구원 기숙사 </a:t>
            </a: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3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동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  <a:ea typeface="+mj-ea"/>
              </a:rPr>
              <a:t>층 </a:t>
            </a:r>
            <a:r>
              <a:rPr lang="en-US" altLang="ko-KR" b="1" dirty="0">
                <a:ln>
                  <a:noFill/>
                  <a:prstDash val="solid"/>
                </a:ln>
                <a:latin typeface="+mj-ea"/>
                <a:ea typeface="+mj-ea"/>
              </a:rPr>
              <a:t>529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32C1E2A9-47CB-184E-4B40-8B64D73D026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FAACDEEE-13F9-7F8A-452B-F8C7B79E2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F903386-6E09-9B07-0E0D-191AF851F62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767" y="889637"/>
            <a:ext cx="3955876" cy="2515162"/>
          </a:xfrm>
          <a:prstGeom prst="round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15991D2-3A7E-C4B8-867F-4602E5D65D8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5428" y="934771"/>
            <a:ext cx="3955876" cy="2515162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4185D59-B838-FA7C-0933-703B2A5516A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98124" y="3008793"/>
            <a:ext cx="2515162" cy="3955876"/>
          </a:xfrm>
          <a:prstGeom prst="round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3BA8D87-2DB4-6258-32BA-6B9E9B66B77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665785" y="3008793"/>
            <a:ext cx="2515162" cy="395587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94701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7497</TotalTime>
  <Words>1503</Words>
  <Application>Microsoft Office PowerPoint</Application>
  <PresentationFormat>화면 슬라이드 쇼(4:3)</PresentationFormat>
  <Paragraphs>436</Paragraphs>
  <Slides>139</Slides>
  <Notes>139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139</vt:i4>
      </vt:variant>
    </vt:vector>
  </HeadingPairs>
  <TitlesOfParts>
    <vt:vector size="144" baseType="lpstr">
      <vt:lpstr>굴림</vt:lpstr>
      <vt:lpstr>맑은 고딕</vt:lpstr>
      <vt:lpstr>HY견고딕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종근 이</cp:lastModifiedBy>
  <cp:revision>450</cp:revision>
  <cp:lastPrinted>2014-04-16T00:57:20Z</cp:lastPrinted>
  <dcterms:created xsi:type="dcterms:W3CDTF">2013-06-09T06:34:48Z</dcterms:created>
  <dcterms:modified xsi:type="dcterms:W3CDTF">2026-06-09T02:03:06Z</dcterms:modified>
</cp:coreProperties>
</file>