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수장작업 이상연</a:t>
            </a:r>
            <a:r>
              <a:rPr lang="en-US" altLang="ko-KR" b="1">
                <a:latin typeface="+mn-ea"/>
              </a:rPr>
              <a:t>(Cell</a:t>
            </a:r>
            <a:r>
              <a:rPr lang="ko-KR" altLang="en-US" b="1">
                <a:latin typeface="+mn-ea"/>
              </a:rPr>
              <a:t>개발</a:t>
            </a:r>
            <a:r>
              <a:rPr lang="en-US" altLang="ko-KR" b="1">
                <a:latin typeface="+mn-ea"/>
              </a:rPr>
              <a:t>)</a:t>
            </a:r>
            <a:r>
              <a:rPr lang="ko-KR" altLang="en-US" b="1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임차사택 수장작업 이상연</a:t>
            </a:r>
            <a:r>
              <a:rPr lang="en-US" altLang="ko-KR" sz="1000" b="1">
                <a:latin typeface="+mn-ea"/>
              </a:rPr>
              <a:t>(Cell</a:t>
            </a:r>
            <a:r>
              <a:rPr lang="ko-KR" altLang="en-US" sz="1000" b="1">
                <a:latin typeface="+mn-ea"/>
              </a:rPr>
              <a:t>개발</a:t>
            </a:r>
            <a:r>
              <a:rPr lang="en-US" altLang="ko-KR" sz="1000" b="1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전민동 세종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세대내 전등 및 전원 스위치 보양 작업
세대내 전등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페기물 반출 및 폐기처리 작업
세대내 전등 재 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2026-08-25T05:28:03Z</dcterms:modified>
</cp:coreProperties>
</file>