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</p:sldIdLst>
  <p:sldSz cx="6858000" cy="9906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47">
          <p15:clr>
            <a:srgbClr val="A4A3A4"/>
          </p15:clr>
        </p15:guide>
        <p15:guide id="2" orient="horz" pos="298">
          <p15:clr>
            <a:srgbClr val="A4A3A4"/>
          </p15:clr>
        </p15:guide>
        <p15:guide id="3" orient="horz" pos="580">
          <p15:clr>
            <a:srgbClr val="A4A3A4"/>
          </p15:clr>
        </p15:guide>
        <p15:guide id="4" orient="horz" pos="716">
          <p15:clr>
            <a:srgbClr val="A4A3A4"/>
          </p15:clr>
        </p15:guide>
        <p15:guide id="5" orient="horz" pos="988">
          <p15:clr>
            <a:srgbClr val="A4A3A4"/>
          </p15:clr>
        </p15:guide>
        <p15:guide id="6" orient="horz" pos="1396">
          <p15:clr>
            <a:srgbClr val="A4A3A4"/>
          </p15:clr>
        </p15:guide>
        <p15:guide id="7" orient="horz" pos="2848">
          <p15:clr>
            <a:srgbClr val="A4A3A4"/>
          </p15:clr>
        </p15:guide>
        <p15:guide id="8" orient="horz" pos="2258">
          <p15:clr>
            <a:srgbClr val="A4A3A4"/>
          </p15:clr>
        </p15:guide>
        <p15:guide id="9" orient="horz" pos="5433">
          <p15:clr>
            <a:srgbClr val="A4A3A4"/>
          </p15:clr>
        </p15:guide>
        <p15:guide id="10" orient="horz" pos="6068">
          <p15:clr>
            <a:srgbClr val="A4A3A4"/>
          </p15:clr>
        </p15:guide>
        <p15:guide id="11" orient="horz" pos="3165">
          <p15:clr>
            <a:srgbClr val="A4A3A4"/>
          </p15:clr>
        </p15:guide>
        <p15:guide id="12" pos="709">
          <p15:clr>
            <a:srgbClr val="A4A3A4"/>
          </p15:clr>
        </p15:guide>
        <p15:guide id="13" pos="300">
          <p15:clr>
            <a:srgbClr val="A4A3A4"/>
          </p15:clr>
        </p15:guide>
        <p15:guide id="14" pos="4020">
          <p15:clr>
            <a:srgbClr val="A4A3A4"/>
          </p15:clr>
        </p15:guide>
        <p15:guide id="15" pos="2160">
          <p15:clr>
            <a:srgbClr val="A4A3A4"/>
          </p15:clr>
        </p15:guide>
        <p15:guide id="16">
          <p15:clr>
            <a:srgbClr val="A4A3A4"/>
          </p15:clr>
        </p15:guide>
        <p15:guide id="17" pos="79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CDB"/>
    <a:srgbClr val="A50034"/>
    <a:srgbClr val="FFFF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67" autoAdjust="0"/>
    <p:restoredTop sz="94660"/>
  </p:normalViewPr>
  <p:slideViewPr>
    <p:cSldViewPr snapToObjects="1">
      <p:cViewPr>
        <p:scale>
          <a:sx n="100" d="100"/>
          <a:sy n="100" d="100"/>
        </p:scale>
        <p:origin x="3150" y="24"/>
      </p:cViewPr>
      <p:guideLst>
        <p:guide orient="horz" pos="3347"/>
        <p:guide orient="horz" pos="298"/>
        <p:guide orient="horz" pos="580"/>
        <p:guide orient="horz" pos="716"/>
        <p:guide orient="horz" pos="988"/>
        <p:guide orient="horz" pos="1396"/>
        <p:guide orient="horz" pos="2848"/>
        <p:guide orient="horz" pos="2258"/>
        <p:guide orient="horz" pos="5433"/>
        <p:guide orient="horz" pos="6068"/>
        <p:guide orient="horz" pos="3165"/>
        <p:guide pos="709"/>
        <p:guide pos="300"/>
        <p:guide pos="4020"/>
        <p:guide pos="2160"/>
        <p:guide/>
        <p:guide pos="79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92239-45B9-4A14-BBB8-8B1D0BCD0C3B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2F796-06DD-481C-B41B-6DD16514B34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77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083FDB-4EC0-4EE2-9AE2-965870AC6D4C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64749-0A1E-4F69-A9CE-DC75F570476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18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C4F7F-A19E-4340-A848-FFBC33D3FB5D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4FBAA-AC91-4544-BA6D-445E7020B28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760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8615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27866E-2663-4DB8-8655-F41945C31841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4C5C0F-1F7F-48AD-B84C-CB532B86908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8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F5B50-B4DE-4768-8B2E-6092219BD3DE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63A79-A8A2-4709-8271-7511B7700D8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682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2492B-46DF-4FE2-A7F2-DCAE8C6839F8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2BC80-7782-48E4-ACD6-FA427B0FC9B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38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6B025-79F8-4A03-8A59-EEC0563F4C1E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73FC71-5331-4DA3-A7D1-CAC9B080B30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874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97E5E-131C-4695-B2EA-C0DDB6F25D17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54D2E-E86C-4C36-8C34-114DAB855DC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75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7DAEB-2DC0-48BC-9F72-27F2AF11A5AA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6D32B-8043-472F-98B7-79C29F743B6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03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565E8-2548-411B-96B4-A6A9EE9D32B0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01038-0C82-4919-B1C6-770F5801A4B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66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530E5-7507-41D9-8217-3E296B66C7DE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9071B-7A96-40BF-B284-4C0897B8D5F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38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342900" y="397272"/>
            <a:ext cx="61722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342900" y="2311400"/>
            <a:ext cx="6172200" cy="6536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969"/>
            <a:ext cx="1600200" cy="5262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B07BC2-423E-457E-99C0-7E6430421B2C}" type="datetimeFigureOut">
              <a:rPr lang="ko-KR" altLang="en-US"/>
              <a:pPr>
                <a:defRPr/>
              </a:pPr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969"/>
            <a:ext cx="2171700" cy="5262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969"/>
            <a:ext cx="1600200" cy="5262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959F780-92DE-40E2-89B3-57CDB8DB6B9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370404" y="1075943"/>
            <a:ext cx="38956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에스앤아이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코퍼레이션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eaLnBrk="1" hangingPunct="1">
              <a:defRPr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07789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서울특별시 강서구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마곡중앙로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150 S&amp;I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에스앤아이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강서사옥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eaLnBrk="1" hangingPunct="1">
              <a:defRPr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T. 02-3773-1114  F. 02-6924-5111  www.sni.co.kr</a:t>
            </a: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5517232" y="1394411"/>
            <a:ext cx="9573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2026. 10. 06</a:t>
            </a: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364505" y="2094557"/>
            <a:ext cx="310213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문서 번호 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(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r>
              <a:rPr lang="ko-KR" alt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에스앤아이코퍼레이션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제 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26 - 00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호</a:t>
            </a:r>
            <a:endParaRPr lang="en-US" altLang="ko-KR" sz="1050" dirty="0">
              <a:solidFill>
                <a:schemeClr val="tx1">
                  <a:lumMod val="75000"/>
                  <a:lumOff val="25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9" name="Text Box 35"/>
          <p:cNvSpPr txBox="1">
            <a:spLocks noChangeArrowheads="1"/>
          </p:cNvSpPr>
          <p:nvPr/>
        </p:nvSpPr>
        <p:spPr bwMode="auto">
          <a:xfrm>
            <a:off x="364505" y="2770113"/>
            <a:ext cx="152798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참       조 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공사구매팀 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</a:p>
        </p:txBody>
      </p:sp>
      <p:sp>
        <p:nvSpPr>
          <p:cNvPr id="40" name="Text Box 35"/>
          <p:cNvSpPr txBox="1">
            <a:spLocks noChangeArrowheads="1"/>
          </p:cNvSpPr>
          <p:nvPr/>
        </p:nvSpPr>
        <p:spPr bwMode="auto">
          <a:xfrm>
            <a:off x="364505" y="2561638"/>
            <a:ext cx="1944763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수       신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: 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㈜</a:t>
            </a:r>
            <a:r>
              <a:rPr lang="ko-KR" alt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엘지에너지솔루션</a:t>
            </a:r>
            <a:endParaRPr lang="en-US" altLang="ko-KR" sz="1050" dirty="0">
              <a:solidFill>
                <a:schemeClr val="tx1">
                  <a:lumMod val="75000"/>
                  <a:lumOff val="25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1" name="Text Box 35"/>
          <p:cNvSpPr txBox="1">
            <a:spLocks noChangeArrowheads="1"/>
          </p:cNvSpPr>
          <p:nvPr/>
        </p:nvSpPr>
        <p:spPr bwMode="auto">
          <a:xfrm>
            <a:off x="364505" y="2978587"/>
            <a:ext cx="293862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제       목 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LG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에너지솔루션 공사관리 개선계획서</a:t>
            </a:r>
            <a:endParaRPr lang="en-US" altLang="ko-KR" sz="1050" dirty="0">
              <a:solidFill>
                <a:schemeClr val="tx1">
                  <a:lumMod val="75000"/>
                  <a:lumOff val="25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2" name="Text Box 35"/>
          <p:cNvSpPr txBox="1">
            <a:spLocks noChangeArrowheads="1"/>
          </p:cNvSpPr>
          <p:nvPr/>
        </p:nvSpPr>
        <p:spPr bwMode="auto">
          <a:xfrm>
            <a:off x="364505" y="2353163"/>
            <a:ext cx="2234907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발       신 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㈜</a:t>
            </a:r>
            <a:r>
              <a:rPr lang="ko-KR" alt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에스앤아이코퍼레이션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endParaRPr lang="en-US" altLang="ko-KR" sz="1050" dirty="0">
              <a:solidFill>
                <a:schemeClr val="tx1">
                  <a:lumMod val="75000"/>
                  <a:lumOff val="25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979414" y="3512840"/>
            <a:ext cx="4384809" cy="293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0" lang="en-US" altLang="ko-KR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1. </a:t>
            </a:r>
            <a:r>
              <a:rPr kumimoji="0" lang="ko-KR" altLang="en-US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귀사의 무궁한 발전을 기원합니다</a:t>
            </a:r>
            <a:r>
              <a:rPr kumimoji="0" lang="en-US" altLang="ko-KR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9504" y="4481957"/>
            <a:ext cx="920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- </a:t>
            </a:r>
            <a:r>
              <a:rPr lang="ko-KR" altLang="en-US" sz="12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아     래</a:t>
            </a:r>
            <a:r>
              <a:rPr lang="en-US" altLang="ko-KR" sz="12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 -</a:t>
            </a:r>
            <a:endParaRPr lang="ko-KR" altLang="en-US" sz="1200" dirty="0"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cxnSp>
        <p:nvCxnSpPr>
          <p:cNvPr id="52" name="직선 연결선 51"/>
          <p:cNvCxnSpPr/>
          <p:nvPr/>
        </p:nvCxnSpPr>
        <p:spPr>
          <a:xfrm>
            <a:off x="467633" y="3368824"/>
            <a:ext cx="5910596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382288" y="7425834"/>
            <a:ext cx="6049094" cy="263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붙임         </a:t>
            </a:r>
            <a:r>
              <a:rPr kumimoji="0"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1. </a:t>
            </a:r>
            <a:r>
              <a:rPr kumimoji="0"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개선계획서 </a:t>
            </a:r>
            <a:r>
              <a:rPr kumimoji="0"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1</a:t>
            </a:r>
            <a:r>
              <a:rPr kumimoji="0"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부</a:t>
            </a:r>
            <a:r>
              <a:rPr kumimoji="0"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.</a:t>
            </a:r>
            <a:r>
              <a:rPr kumimoji="0"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   </a:t>
            </a:r>
            <a:endParaRPr kumimoji="0" lang="en-US" altLang="ko-KR" sz="1000" dirty="0">
              <a:latin typeface="LG스마트체2.0 Regular" panose="020B0600000101010101" pitchFamily="50" charset="-127"/>
              <a:ea typeface="LG스마트체2.0 Regular" panose="020B0600000101010101" pitchFamily="50" charset="-127"/>
              <a:cs typeface="Arial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48735B-70EB-4605-ABFE-FE9D7AFA0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88" y="495947"/>
            <a:ext cx="1714647" cy="56886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F80574A-46D3-46B7-8624-A787717C4CE1}"/>
              </a:ext>
            </a:extLst>
          </p:cNvPr>
          <p:cNvSpPr/>
          <p:nvPr/>
        </p:nvSpPr>
        <p:spPr>
          <a:xfrm>
            <a:off x="980306" y="3814415"/>
            <a:ext cx="6049094" cy="4837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ko-KR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2. 9</a:t>
            </a:r>
            <a:r>
              <a:rPr kumimoji="0" lang="ko-KR" altLang="en-US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월 </a:t>
            </a:r>
            <a:r>
              <a:rPr kumimoji="0" lang="en-US" altLang="ko-KR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LGES </a:t>
            </a:r>
            <a:r>
              <a:rPr kumimoji="0" lang="ko-KR" altLang="en-US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공사 수행 중 평가 미달된 공사에 관하여 아래와 같이 개선계획서를 제출합니다</a:t>
            </a:r>
            <a:r>
              <a:rPr kumimoji="0" lang="en-US" altLang="ko-KR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kumimoji="0" lang="en-US" altLang="ko-KR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    </a:t>
            </a:r>
            <a:r>
              <a:rPr kumimoji="0" lang="ko-KR" altLang="en-US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향후 동일한 문제가 발생되지 않도록 조치하겠습니다</a:t>
            </a:r>
            <a:r>
              <a:rPr kumimoji="0" lang="en-US" altLang="ko-KR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. </a:t>
            </a:r>
            <a:r>
              <a:rPr kumimoji="0" lang="ko-KR" altLang="en-US" sz="11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Arial" pitchFamily="34" charset="0"/>
              </a:rPr>
              <a:t> </a:t>
            </a:r>
            <a:endParaRPr kumimoji="0" lang="en-US" altLang="ko-KR" sz="1100" dirty="0">
              <a:latin typeface="LG스마트체2.0 SemiBold" panose="020B0600000101010101" pitchFamily="50" charset="-127"/>
              <a:ea typeface="LG스마트체2.0 SemiBold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5F4CD57-470F-4447-AE35-06090A1B5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348109"/>
              </p:ext>
            </p:extLst>
          </p:nvPr>
        </p:nvGraphicFramePr>
        <p:xfrm>
          <a:off x="218561" y="5060731"/>
          <a:ext cx="64087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135">
                  <a:extLst>
                    <a:ext uri="{9D8B030D-6E8A-4147-A177-3AD203B41FA5}">
                      <a16:colId xmlns:a16="http://schemas.microsoft.com/office/drawing/2014/main" val="39777847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94714622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288550498"/>
                    </a:ext>
                  </a:extLst>
                </a:gridCol>
                <a:gridCol w="2766249">
                  <a:extLst>
                    <a:ext uri="{9D8B030D-6E8A-4147-A177-3AD203B41FA5}">
                      <a16:colId xmlns:a16="http://schemas.microsoft.com/office/drawing/2014/main" val="4290194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공사명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평가점수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사유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18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임차사택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 수장작업 박교리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건식전극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39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천장 도배지 상태에 대한 입주민의 오해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78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292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709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019141"/>
                  </a:ext>
                </a:extLst>
              </a:tr>
            </a:tbl>
          </a:graphicData>
        </a:graphic>
      </p:graphicFrame>
      <p:sp>
        <p:nvSpPr>
          <p:cNvPr id="20" name="직사각형 7">
            <a:extLst>
              <a:ext uri="{FF2B5EF4-FFF2-40B4-BE49-F238E27FC236}">
                <a16:creationId xmlns:a16="http://schemas.microsoft.com/office/drawing/2014/main" id="{12E63F72-74E6-412A-A167-C5A182D7B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62" y="9564315"/>
            <a:ext cx="640873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indent="-45720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1" algn="ctr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※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본 공문은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에스앤아이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코퍼레이션의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 사전 승인 없이 본 내용의 전부 또는 일부에 대한 복사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전재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배포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,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사용 등을 금합니다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.</a:t>
            </a:r>
            <a:endParaRPr lang="ko-KR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126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 35">
            <a:extLst>
              <a:ext uri="{FF2B5EF4-FFF2-40B4-BE49-F238E27FC236}">
                <a16:creationId xmlns:a16="http://schemas.microsoft.com/office/drawing/2014/main" id="{7A7398A2-0FB5-4632-B32B-618A47FC9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48" y="601162"/>
            <a:ext cx="23952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-.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공사관리 개선계획서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1B581EC-F96E-48BC-B8D7-264E12AFB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046693"/>
              </p:ext>
            </p:extLst>
          </p:nvPr>
        </p:nvGraphicFramePr>
        <p:xfrm>
          <a:off x="116632" y="1215523"/>
          <a:ext cx="6592369" cy="167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761">
                  <a:extLst>
                    <a:ext uri="{9D8B030D-6E8A-4147-A177-3AD203B41FA5}">
                      <a16:colId xmlns:a16="http://schemas.microsoft.com/office/drawing/2014/main" val="39777847"/>
                    </a:ext>
                  </a:extLst>
                </a:gridCol>
                <a:gridCol w="2390591">
                  <a:extLst>
                    <a:ext uri="{9D8B030D-6E8A-4147-A177-3AD203B41FA5}">
                      <a16:colId xmlns:a16="http://schemas.microsoft.com/office/drawing/2014/main" val="32872555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288550498"/>
                    </a:ext>
                  </a:extLst>
                </a:gridCol>
                <a:gridCol w="518821">
                  <a:extLst>
                    <a:ext uri="{9D8B030D-6E8A-4147-A177-3AD203B41FA5}">
                      <a16:colId xmlns:a16="http://schemas.microsoft.com/office/drawing/2014/main" val="4290194977"/>
                    </a:ext>
                  </a:extLst>
                </a:gridCol>
                <a:gridCol w="888856">
                  <a:extLst>
                    <a:ext uri="{9D8B030D-6E8A-4147-A177-3AD203B41FA5}">
                      <a16:colId xmlns:a16="http://schemas.microsoft.com/office/drawing/2014/main" val="3392367561"/>
                    </a:ext>
                  </a:extLst>
                </a:gridCol>
                <a:gridCol w="1296260">
                  <a:extLst>
                    <a:ext uri="{9D8B030D-6E8A-4147-A177-3AD203B41FA5}">
                      <a16:colId xmlns:a16="http://schemas.microsoft.com/office/drawing/2014/main" val="261137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공사명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임차사택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 수장작업 박교리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건식전극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평가점수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39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센터명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운영센터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18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상황내용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-.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기존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천장판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석고보드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의 도배지의 오염 및 표면 불균형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-.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입주민의 요청으로 천장측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차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도배후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차 추가 도배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진행후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 종료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8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-.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기존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천장판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석고보드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노후 및 밑바탕 상태의 오염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581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향후대책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천장판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노후 및 오염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발견시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 즉시 총무팀 에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이관후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 집주인측 에서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천장판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 보수 요청 예정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292474"/>
                  </a:ext>
                </a:extLst>
              </a:tr>
            </a:tbl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A7B94099-FD5D-F9C2-F198-91232E5FB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32" y="3257202"/>
            <a:ext cx="6592369" cy="378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F0DD508-B6CD-C39B-D388-E4BABD007D91}"/>
              </a:ext>
            </a:extLst>
          </p:cNvPr>
          <p:cNvSpPr/>
          <p:nvPr/>
        </p:nvSpPr>
        <p:spPr>
          <a:xfrm>
            <a:off x="7640" y="2974682"/>
            <a:ext cx="6049094" cy="263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1. </a:t>
            </a:r>
            <a:r>
              <a:rPr kumimoji="0"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기존 천장 도배지 </a:t>
            </a:r>
            <a:r>
              <a:rPr kumimoji="0" lang="ko-KR" altLang="en-US" sz="10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철거후</a:t>
            </a:r>
            <a:r>
              <a:rPr kumimoji="0"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0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천장면</a:t>
            </a:r>
            <a:r>
              <a:rPr kumimoji="0"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 상태 </a:t>
            </a:r>
            <a:r>
              <a:rPr kumimoji="0"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( </a:t>
            </a:r>
            <a:r>
              <a:rPr kumimoji="0"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초원 아파트 </a:t>
            </a:r>
            <a:r>
              <a:rPr kumimoji="0"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4260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22996</TotalTime>
  <Words>236</Words>
  <Application>Microsoft Office PowerPoint</Application>
  <PresentationFormat>A4 용지(210x297mm)</PresentationFormat>
  <Paragraphs>41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LG스마트체 SemiBold</vt:lpstr>
      <vt:lpstr>LG스마트체2.0 Light</vt:lpstr>
      <vt:lpstr>LG스마트체2.0 Regular</vt:lpstr>
      <vt:lpstr>LG스마트체2.0 SemiBold</vt:lpstr>
      <vt:lpstr>굴림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SERVEONE</dc:creator>
  <cp:lastModifiedBy>이종근(Jong Guen Lee)[dandi]</cp:lastModifiedBy>
  <cp:revision>400</cp:revision>
  <cp:lastPrinted>2015-04-29T00:39:23Z</cp:lastPrinted>
  <dcterms:created xsi:type="dcterms:W3CDTF">2010-12-27T00:26:00Z</dcterms:created>
  <dcterms:modified xsi:type="dcterms:W3CDTF">2026-10-06T07:57:28Z</dcterms:modified>
</cp:coreProperties>
</file>