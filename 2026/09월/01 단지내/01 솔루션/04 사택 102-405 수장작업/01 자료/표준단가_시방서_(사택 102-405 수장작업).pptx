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102-405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안방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크랙포함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2026-06-23T06:13:42Z</dcterms:modified>
</cp:coreProperties>
</file>