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66" r:id="rId4"/>
    <p:sldId id="267" r:id="rId5"/>
    <p:sldId id="271" r:id="rId6"/>
    <p:sldId id="272" r:id="rId7"/>
    <p:sldId id="273" r:id="rId8"/>
  </p:sldIdLst>
  <p:sldSz cx="9144000" cy="6858000" type="screen4x3"/>
  <p:notesSz cx="6797675" cy="9926638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84" autoAdjust="0"/>
    <p:restoredTop sz="94560" autoAdjust="0"/>
  </p:normalViewPr>
  <p:slideViewPr>
    <p:cSldViewPr>
      <p:cViewPr varScale="1">
        <p:scale>
          <a:sx n="120" d="100"/>
          <a:sy n="120" d="100"/>
        </p:scale>
        <p:origin x="1506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8CC2B527-4786-C366-8F5D-33DEC33327D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22F92D9E-C0E4-D1BE-F449-CE0B03B757D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51275" y="0"/>
            <a:ext cx="2944813" cy="496888"/>
          </a:xfrm>
          <a:prstGeom prst="rect">
            <a:avLst/>
          </a:prstGeom>
        </p:spPr>
        <p:txBody>
          <a:bodyPr vert="horz" lIns="91312" tIns="45656" rIns="91312" bIns="45656" rtlCol="0"/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347AE57-E41B-4155-B326-26D6A5ADEEA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2988CA19-202A-AB9F-2DFF-B82871407EF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9163" y="744538"/>
            <a:ext cx="495935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312" tIns="45656" rIns="91312" bIns="45656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68244837-385C-48C1-B3D0-B5F707542FB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4875"/>
            <a:ext cx="5438775" cy="4467225"/>
          </a:xfrm>
          <a:prstGeom prst="rect">
            <a:avLst/>
          </a:prstGeom>
        </p:spPr>
        <p:txBody>
          <a:bodyPr vert="horz" lIns="91312" tIns="45656" rIns="91312" bIns="45656" rtlCol="0"/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8307FF3-E6F4-5338-4BC4-8ABE9952116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28163"/>
            <a:ext cx="2944813" cy="496887"/>
          </a:xfrm>
          <a:prstGeom prst="rect">
            <a:avLst/>
          </a:prstGeom>
        </p:spPr>
        <p:txBody>
          <a:bodyPr vert="horz" lIns="91312" tIns="45656" rIns="91312" bIns="45656" rtlCol="0" anchor="b"/>
          <a:lstStyle>
            <a:lvl1pPr algn="l" eaLnBrk="1" latinLnBrk="1" hangingPunct="1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EA5D4DC-1F17-7935-DB96-22C92C3A1FD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51275" y="9428163"/>
            <a:ext cx="2944813" cy="496887"/>
          </a:xfrm>
          <a:prstGeom prst="rect">
            <a:avLst/>
          </a:prstGeom>
        </p:spPr>
        <p:txBody>
          <a:bodyPr vert="horz" wrap="square" lIns="91312" tIns="45656" rIns="91312" bIns="45656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fld id="{A00E7FE5-FC00-4BB1-AC5B-2309DCCC2ABE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슬라이드 이미지 개체 틀 1">
            <a:extLst>
              <a:ext uri="{FF2B5EF4-FFF2-40B4-BE49-F238E27FC236}">
                <a16:creationId xmlns:a16="http://schemas.microsoft.com/office/drawing/2014/main" id="{4FF9E9EC-87D9-4EBE-B89A-BF3EA2B5070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099" name="슬라이드 노트 개체 틀 2">
            <a:extLst>
              <a:ext uri="{FF2B5EF4-FFF2-40B4-BE49-F238E27FC236}">
                <a16:creationId xmlns:a16="http://schemas.microsoft.com/office/drawing/2014/main" id="{3D77F842-9E6B-AB69-45EB-2703B7AC96E5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/>
          </a:p>
        </p:txBody>
      </p:sp>
      <p:sp>
        <p:nvSpPr>
          <p:cNvPr id="4100" name="슬라이드 번호 개체 틀 3">
            <a:extLst>
              <a:ext uri="{FF2B5EF4-FFF2-40B4-BE49-F238E27FC236}">
                <a16:creationId xmlns:a16="http://schemas.microsoft.com/office/drawing/2014/main" id="{6E747AB0-0EDF-5D1E-7D21-45F32F2C3A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30000"/>
              </a:spcBef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>
              <a:spcBef>
                <a:spcPct val="0"/>
              </a:spcBef>
            </a:pPr>
            <a:fld id="{07D68B01-4E97-4229-B63D-4698AC59F0FA}" type="slidenum">
              <a:rPr lang="ko-KR" altLang="en-US">
                <a:latin typeface="굴림" panose="020B0600000101010101" pitchFamily="50" charset="-127"/>
                <a:ea typeface="굴림" panose="020B0600000101010101" pitchFamily="50" charset="-127"/>
              </a:rPr>
              <a:pPr>
                <a:spcBef>
                  <a:spcPct val="0"/>
                </a:spcBef>
              </a:pPr>
              <a:t>1</a:t>
            </a:fld>
            <a:endParaRPr lang="ko-KR" altLang="en-US">
              <a:latin typeface="굴림" panose="020B0600000101010101" pitchFamily="50" charset="-127"/>
              <a:ea typeface="굴림" panose="020B0600000101010101" pitchFamily="50" charset="-127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685800" y="2130426"/>
            <a:ext cx="7772400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DE91AC-9861-39B3-A172-4BCA878F6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35DFF89-7906-4193-9CE3-90654F332A1C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722EF52-4546-67EE-4C4C-4B4B296558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6DDDA37-C998-1769-DC51-DA36C5F61C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33A3A9C-8290-4CDE-9FBA-5F543154744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46610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B33366-6C25-6200-4594-33B862DA76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06266E-B0F5-4129-8C1D-D04169E8F247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3D9CCA9-8AE2-F2DA-5AA2-AC9984FBA2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2DBB827-86B9-FFAD-E35D-0A5C945BA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2EFF31C-2F6C-408C-9556-20AFE67A6C1F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447793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4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36A93FC-A9D7-B743-7BF4-79AE9BECA9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02C3A38-85D9-4292-BF0C-9262E855E86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6B2286C-15D1-9118-9B47-944CE4AE02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8F800F-64BC-E14F-DDF7-E0D7349EEF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42A2BA5-29FE-40E8-9BCD-7BA248EE93E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38068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1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D462805B-52CE-6852-1B2C-6EB4136B5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278A1E2-D162-4F9D-B2A4-80A3FB6184C8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8CC7D16F-9B31-7FE0-2BA2-2CAD367500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FC10A8F3-C876-5360-C1F5-3ED42256D7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14A84D4-79EC-4875-A549-0C7C9DB0F02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28027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1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1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>
            <a:extLst>
              <a:ext uri="{FF2B5EF4-FFF2-40B4-BE49-F238E27FC236}">
                <a16:creationId xmlns:a16="http://schemas.microsoft.com/office/drawing/2014/main" id="{599CF667-C514-84EE-77CB-3090F93C39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DCB5D36-355E-4A02-8401-073FA54E727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8" name="바닥글 개체 틀 4">
            <a:extLst>
              <a:ext uri="{FF2B5EF4-FFF2-40B4-BE49-F238E27FC236}">
                <a16:creationId xmlns:a16="http://schemas.microsoft.com/office/drawing/2014/main" id="{126C2DA8-6742-BB2F-7BF5-2533B41CFA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9" name="슬라이드 번호 개체 틀 5">
            <a:extLst>
              <a:ext uri="{FF2B5EF4-FFF2-40B4-BE49-F238E27FC236}">
                <a16:creationId xmlns:a16="http://schemas.microsoft.com/office/drawing/2014/main" id="{43CC47EA-0A36-545E-C192-C65A4B89D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387E279-C0B9-449B-B60E-B57E3E1E3202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7304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>
            <a:extLst>
              <a:ext uri="{FF2B5EF4-FFF2-40B4-BE49-F238E27FC236}">
                <a16:creationId xmlns:a16="http://schemas.microsoft.com/office/drawing/2014/main" id="{AAF92DFA-690A-B590-9984-0E23B407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8CB9B0-E7CD-4E2F-9C85-76059AE7C37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4" name="바닥글 개체 틀 4">
            <a:extLst>
              <a:ext uri="{FF2B5EF4-FFF2-40B4-BE49-F238E27FC236}">
                <a16:creationId xmlns:a16="http://schemas.microsoft.com/office/drawing/2014/main" id="{9E72B95C-5ABC-07F6-DBD0-51D118F696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>
            <a:extLst>
              <a:ext uri="{FF2B5EF4-FFF2-40B4-BE49-F238E27FC236}">
                <a16:creationId xmlns:a16="http://schemas.microsoft.com/office/drawing/2014/main" id="{FA21869C-D6FC-FD98-661A-1C3A1153CB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F53FE6-4F7F-450F-93FD-5B2063460B86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057842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>
            <a:extLst>
              <a:ext uri="{FF2B5EF4-FFF2-40B4-BE49-F238E27FC236}">
                <a16:creationId xmlns:a16="http://schemas.microsoft.com/office/drawing/2014/main" id="{CDB5F141-B23E-F2A3-FD25-209FEC6AF5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81F4991-DE81-40B6-AF5F-FB3CA0911D42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3" name="바닥글 개체 틀 4">
            <a:extLst>
              <a:ext uri="{FF2B5EF4-FFF2-40B4-BE49-F238E27FC236}">
                <a16:creationId xmlns:a16="http://schemas.microsoft.com/office/drawing/2014/main" id="{4C2E954A-F903-54C9-3810-99D35621E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4" name="슬라이드 번호 개체 틀 5">
            <a:extLst>
              <a:ext uri="{FF2B5EF4-FFF2-40B4-BE49-F238E27FC236}">
                <a16:creationId xmlns:a16="http://schemas.microsoft.com/office/drawing/2014/main" id="{90F71A05-5575-918A-B419-8CFB6828F2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9D35EB-234C-426B-A55D-E4EF5285E44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82610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1"/>
            <a:ext cx="5111751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1" y="1435101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0254D078-A38A-BA9F-52A7-16D4835D67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336FAD6-43C2-4F77-847C-2CC4970BBD9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98F0A7A9-9D73-4BA5-1EC3-9B10DE826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221D13E-EB35-B3C8-5532-2C213782CB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503235D-FFA2-42A7-89E3-726FC080DF3A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736388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1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9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>
            <a:extLst>
              <a:ext uri="{FF2B5EF4-FFF2-40B4-BE49-F238E27FC236}">
                <a16:creationId xmlns:a16="http://schemas.microsoft.com/office/drawing/2014/main" id="{8D2E14E0-1A08-161C-347C-E6E46CDB1A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C2AC15C-0110-4810-ACB3-B4E0DC06108B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6" name="바닥글 개체 틀 4">
            <a:extLst>
              <a:ext uri="{FF2B5EF4-FFF2-40B4-BE49-F238E27FC236}">
                <a16:creationId xmlns:a16="http://schemas.microsoft.com/office/drawing/2014/main" id="{66054703-53B5-D7B2-F78D-1EA7EB0F80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5">
            <a:extLst>
              <a:ext uri="{FF2B5EF4-FFF2-40B4-BE49-F238E27FC236}">
                <a16:creationId xmlns:a16="http://schemas.microsoft.com/office/drawing/2014/main" id="{5AD0CAC9-AA66-D6DE-F61C-BBCB1DEC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389ACB6-7075-48FD-9FAC-D2D4A73C3400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7685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4DE6BC6-ACC9-45BE-0487-3BD1E61E4A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E20F38F-F4B0-4637-AB6E-11D70B182329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5461789-963B-AD4F-3DA9-933BE0DE0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720174E-DEAE-B3B8-1A5A-AACC16ABE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2319F38-F17D-4AEC-ACC8-3E0307BF85D4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5353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9"/>
            <a:ext cx="2057400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9"/>
            <a:ext cx="6019800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77412AF-1D19-0FE9-D8DB-EC2DDC5B4C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F4E6409-A83E-4910-9FE6-1144735D0725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5697E13-2914-6695-C4E3-D897EA788D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4424387-3F08-37AC-6D38-D4F6D13881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487CB9E-DC7A-4E70-A53B-7EF5FC89A518}" type="slidenum">
              <a:rPr lang="ko-KR" altLang="en-US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61929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>
            <a:extLst>
              <a:ext uri="{FF2B5EF4-FFF2-40B4-BE49-F238E27FC236}">
                <a16:creationId xmlns:a16="http://schemas.microsoft.com/office/drawing/2014/main" id="{179AF223-4356-1E40-1481-79FDFD5BE2ED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텍스트 개체 틀 2">
            <a:extLst>
              <a:ext uri="{FF2B5EF4-FFF2-40B4-BE49-F238E27FC236}">
                <a16:creationId xmlns:a16="http://schemas.microsoft.com/office/drawing/2014/main" id="{91AB6E93-C971-D903-E371-2E99F57F4E2E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BD1A977-6B98-E2A5-37CB-AE75CD3D51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D9890AA-7F03-413A-9C4D-13A910BF5EEE}" type="datetimeFigureOut">
              <a:rPr lang="ko-KR" altLang="en-US"/>
              <a:pPr>
                <a:defRPr/>
              </a:pPr>
              <a:t>2026-06-23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335ABA-2187-CA06-3A7B-1B9A7DE5EDD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latinLnBrk="1" hangingPunct="1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8A1276-66E0-0032-9995-AE5789654CA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latinLnBrk="1" hangingPunct="1">
              <a:defRPr kumimoji="0" sz="1200">
                <a:solidFill>
                  <a:srgbClr val="898989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48AEFF2-C495-4C12-9CB9-4B7A0D994902}" type="slidenum">
              <a:rPr lang="ko-KR" altLang="en-US"/>
              <a:pPr/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74">
            <a:extLst>
              <a:ext uri="{FF2B5EF4-FFF2-40B4-BE49-F238E27FC236}">
                <a16:creationId xmlns:a16="http://schemas.microsoft.com/office/drawing/2014/main" id="{6F45DF99-DD2F-7B67-0626-49ECC2A6BA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03350" y="1665288"/>
            <a:ext cx="6337300" cy="552450"/>
          </a:xfrm>
          <a:prstGeom prst="rect">
            <a:avLst/>
          </a:prstGeom>
          <a:noFill/>
          <a:ln w="9525" algn="ctr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lIns="90000" rIns="90000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3000" b="1"/>
              <a:t>102</a:t>
            </a:r>
            <a:r>
              <a:rPr kumimoji="0" lang="ko-KR" altLang="en-US" sz="3000" b="1"/>
              <a:t>동 </a:t>
            </a:r>
            <a:r>
              <a:rPr kumimoji="0" lang="en-US" altLang="ko-KR" sz="3000" b="1"/>
              <a:t>405</a:t>
            </a:r>
            <a:r>
              <a:rPr kumimoji="0" lang="ko-KR" altLang="en-US" sz="3000" b="1"/>
              <a:t>호 수장공사 작업의뢰서</a:t>
            </a:r>
          </a:p>
        </p:txBody>
      </p:sp>
      <p:sp>
        <p:nvSpPr>
          <p:cNvPr id="3075" name="Text Box 73">
            <a:extLst>
              <a:ext uri="{FF2B5EF4-FFF2-40B4-BE49-F238E27FC236}">
                <a16:creationId xmlns:a16="http://schemas.microsoft.com/office/drawing/2014/main" id="{23BA8E44-E3F1-661A-8D48-983BF7D364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57625" y="5589588"/>
            <a:ext cx="1416050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ko-KR" altLang="en-US" sz="1600" b="1"/>
              <a:t>유앤미시스템</a:t>
            </a:r>
            <a:endParaRPr kumimoji="0" lang="en-US" altLang="ko-KR" sz="1600" b="1"/>
          </a:p>
        </p:txBody>
      </p:sp>
      <p:sp>
        <p:nvSpPr>
          <p:cNvPr id="3076" name="Text Box 73">
            <a:extLst>
              <a:ext uri="{FF2B5EF4-FFF2-40B4-BE49-F238E27FC236}">
                <a16:creationId xmlns:a16="http://schemas.microsoft.com/office/drawing/2014/main" id="{28B442E3-E8ED-557E-1F60-1C5A252473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78263" y="3933825"/>
            <a:ext cx="138747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91407" tIns="45704" rIns="91407" bIns="45704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1600" b="1"/>
              <a:t>2026. 06. 18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Box 3">
            <a:extLst>
              <a:ext uri="{FF2B5EF4-FFF2-40B4-BE49-F238E27FC236}">
                <a16:creationId xmlns:a16="http://schemas.microsoft.com/office/drawing/2014/main" id="{7C1E8987-6E4B-813F-2083-B1EC993767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87450" y="319088"/>
            <a:ext cx="64087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hangingPunct="1">
              <a:spcBef>
                <a:spcPct val="0"/>
              </a:spcBef>
              <a:buFontTx/>
              <a:buNone/>
            </a:pPr>
            <a:r>
              <a:rPr kumimoji="0" lang="en-US" altLang="ko-KR" sz="2400" b="1" u="sng"/>
              <a:t>102</a:t>
            </a:r>
            <a:r>
              <a:rPr kumimoji="0" lang="ko-KR" altLang="en-US" sz="2400" b="1" u="sng"/>
              <a:t>동 </a:t>
            </a:r>
            <a:r>
              <a:rPr kumimoji="0" lang="en-US" altLang="ko-KR" sz="2400" b="1" u="sng"/>
              <a:t>405</a:t>
            </a:r>
            <a:r>
              <a:rPr kumimoji="0" lang="ko-KR" altLang="en-US" sz="2400" b="1" u="sng"/>
              <a:t>호 수장공사 작업의뢰서</a:t>
            </a:r>
          </a:p>
        </p:txBody>
      </p:sp>
      <p:sp>
        <p:nvSpPr>
          <p:cNvPr id="5123" name="TextBox 5">
            <a:extLst>
              <a:ext uri="{FF2B5EF4-FFF2-40B4-BE49-F238E27FC236}">
                <a16:creationId xmlns:a16="http://schemas.microsoft.com/office/drawing/2014/main" id="{E1BB3851-DF88-E03D-DB84-9F9F1E1517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293813"/>
            <a:ext cx="268605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2.</a:t>
            </a:r>
            <a:r>
              <a:rPr kumimoji="0" lang="ko-KR" altLang="en-US" sz="1200" b="1"/>
              <a:t> 공사요청일 </a:t>
            </a:r>
            <a:r>
              <a:rPr kumimoji="0" lang="en-US" altLang="ko-KR" sz="1200" b="1"/>
              <a:t>: 2026</a:t>
            </a:r>
            <a:r>
              <a:rPr kumimoji="0" lang="ko-KR" altLang="en-US" sz="1200" b="1"/>
              <a:t>년  </a:t>
            </a:r>
            <a:r>
              <a:rPr kumimoji="0" lang="en-US" altLang="ko-KR" sz="1200" b="1"/>
              <a:t>06</a:t>
            </a:r>
            <a:r>
              <a:rPr kumimoji="0" lang="ko-KR" altLang="en-US" sz="1200" b="1"/>
              <a:t>월  </a:t>
            </a:r>
            <a:r>
              <a:rPr kumimoji="0" lang="en-US" altLang="ko-KR" sz="1200" b="1"/>
              <a:t>18</a:t>
            </a:r>
            <a:r>
              <a:rPr kumimoji="0" lang="ko-KR" altLang="en-US" sz="1200" b="1"/>
              <a:t>일</a:t>
            </a:r>
          </a:p>
        </p:txBody>
      </p:sp>
      <p:sp>
        <p:nvSpPr>
          <p:cNvPr id="3077" name="TextBox 6">
            <a:extLst>
              <a:ext uri="{FF2B5EF4-FFF2-40B4-BE49-F238E27FC236}">
                <a16:creationId xmlns:a16="http://schemas.microsoft.com/office/drawing/2014/main" id="{0FA1EC5D-32CD-CEA0-DF95-0CCEC227F0D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1668463"/>
            <a:ext cx="3089275" cy="276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eaLnBrk="1" latinLnBrk="1" hangingPunct="1">
              <a:defRPr/>
            </a:pPr>
            <a:r>
              <a:rPr kumimoji="0" lang="en-US" altLang="ko-KR" sz="1200" b="1" dirty="0">
                <a:latin typeface="+mn-lt"/>
                <a:ea typeface="맑은 고딕" pitchFamily="50" charset="-127"/>
              </a:rPr>
              <a:t>3. 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공사의뢰자 </a:t>
            </a:r>
            <a:r>
              <a:rPr kumimoji="0" lang="en-US" altLang="ko-KR" sz="1200" b="1" dirty="0">
                <a:latin typeface="+mn-lt"/>
                <a:ea typeface="맑은 고딕" pitchFamily="50" charset="-127"/>
              </a:rPr>
              <a:t>: </a:t>
            </a:r>
            <a:r>
              <a:rPr kumimoji="0" lang="ko-KR" altLang="en-US" sz="1200" b="1" dirty="0" err="1">
                <a:latin typeface="+mn-lt"/>
                <a:ea typeface="맑은 고딕" pitchFamily="50" charset="-127"/>
              </a:rPr>
              <a:t>유앤미시스템</a:t>
            </a:r>
            <a:r>
              <a:rPr kumimoji="0" lang="ko-KR" altLang="en-US" sz="1200" b="1" dirty="0">
                <a:latin typeface="+mn-lt"/>
                <a:ea typeface="맑은 고딕" pitchFamily="50" charset="-127"/>
              </a:rPr>
              <a:t> 남해원 소장</a:t>
            </a:r>
          </a:p>
        </p:txBody>
      </p:sp>
      <p:sp>
        <p:nvSpPr>
          <p:cNvPr id="5125" name="TextBox 20">
            <a:extLst>
              <a:ext uri="{FF2B5EF4-FFF2-40B4-BE49-F238E27FC236}">
                <a16:creationId xmlns:a16="http://schemas.microsoft.com/office/drawing/2014/main" id="{247CB74C-DD34-B43C-1602-E64844C0F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923925"/>
            <a:ext cx="3548063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1.</a:t>
            </a:r>
            <a:r>
              <a:rPr kumimoji="0" lang="ko-KR" altLang="en-US" sz="1200" b="1"/>
              <a:t> 공   사   명 </a:t>
            </a:r>
            <a:r>
              <a:rPr kumimoji="0" lang="en-US" altLang="ko-KR" sz="1200" b="1"/>
              <a:t>: 102</a:t>
            </a:r>
            <a:r>
              <a:rPr kumimoji="0" lang="ko-KR" altLang="en-US" sz="1200" b="1"/>
              <a:t>동</a:t>
            </a:r>
            <a:r>
              <a:rPr kumimoji="0" lang="en-US" altLang="ko-KR" sz="1200" b="1"/>
              <a:t> 405</a:t>
            </a:r>
            <a:r>
              <a:rPr kumimoji="0" lang="ko-KR" altLang="en-US" sz="1200" b="1"/>
              <a:t>호 수장공사 작업의뢰</a:t>
            </a:r>
          </a:p>
        </p:txBody>
      </p:sp>
      <p:sp>
        <p:nvSpPr>
          <p:cNvPr id="5126" name="TextBox 23">
            <a:extLst>
              <a:ext uri="{FF2B5EF4-FFF2-40B4-BE49-F238E27FC236}">
                <a16:creationId xmlns:a16="http://schemas.microsoft.com/office/drawing/2014/main" id="{1078937B-12C4-ED14-2190-5038E104D8D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9900" y="2900363"/>
            <a:ext cx="8632825" cy="277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6. </a:t>
            </a:r>
            <a:r>
              <a:rPr kumimoji="0" lang="ko-KR" altLang="en-US" sz="1200" b="1"/>
              <a:t>공 사 내 용 </a:t>
            </a:r>
            <a:r>
              <a:rPr kumimoji="0" lang="en-US" altLang="ko-KR" sz="1200" b="1"/>
              <a:t>: </a:t>
            </a:r>
            <a:r>
              <a:rPr kumimoji="0" lang="ko-KR" altLang="en-US" sz="1200" b="1"/>
              <a:t>도배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벽</a:t>
            </a:r>
            <a:r>
              <a:rPr kumimoji="0" lang="en-US" altLang="ko-KR" sz="1200" b="1"/>
              <a:t>-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안방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장판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거실</a:t>
            </a:r>
            <a:r>
              <a:rPr kumimoji="0" lang="en-US" altLang="ko-KR" sz="1200" b="1"/>
              <a:t>, </a:t>
            </a:r>
            <a:r>
              <a:rPr kumimoji="0" lang="ko-KR" altLang="en-US" sz="1200" b="1"/>
              <a:t>방</a:t>
            </a:r>
            <a:r>
              <a:rPr kumimoji="0" lang="en-US" altLang="ko-KR" sz="1200" b="1"/>
              <a:t>3</a:t>
            </a:r>
            <a:r>
              <a:rPr kumimoji="0" lang="ko-KR" altLang="en-US" sz="1200" b="1"/>
              <a:t>곳</a:t>
            </a:r>
            <a:r>
              <a:rPr kumimoji="0" lang="en-US" altLang="ko-KR" sz="1200" b="1"/>
              <a:t>), </a:t>
            </a:r>
            <a:r>
              <a:rPr kumimoji="0" lang="ko-KR" altLang="en-US" sz="1200" b="1"/>
              <a:t>도장</a:t>
            </a:r>
            <a:r>
              <a:rPr kumimoji="0" lang="en-US" altLang="ko-KR" sz="1200" b="1"/>
              <a:t>(</a:t>
            </a:r>
            <a:r>
              <a:rPr kumimoji="0" lang="ko-KR" altLang="en-US" sz="1200" b="1"/>
              <a:t>앞</a:t>
            </a:r>
            <a:r>
              <a:rPr kumimoji="0" lang="en-US" altLang="ko-KR" sz="1200" b="1"/>
              <a:t>,</a:t>
            </a:r>
            <a:r>
              <a:rPr kumimoji="0" lang="ko-KR" altLang="en-US" sz="1200" b="1"/>
              <a:t>뒤베란다 크랙보수포함</a:t>
            </a:r>
            <a:r>
              <a:rPr kumimoji="0" lang="en-US" altLang="ko-KR" sz="1200" b="1"/>
              <a:t>) </a:t>
            </a:r>
            <a:r>
              <a:rPr kumimoji="0" lang="ko-KR" altLang="en-US" sz="1200" b="1"/>
              <a:t>보수 공사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요함</a:t>
            </a:r>
            <a:r>
              <a:rPr kumimoji="0" lang="en-US" altLang="ko-KR" sz="1200" b="1"/>
              <a:t>.      </a:t>
            </a:r>
            <a:r>
              <a:rPr kumimoji="0" lang="ko-KR" altLang="en-US" sz="1200" b="1"/>
              <a:t>   </a:t>
            </a:r>
            <a:endParaRPr kumimoji="0" lang="en-US" altLang="ko-KR" sz="1200" b="1"/>
          </a:p>
        </p:txBody>
      </p:sp>
      <p:sp>
        <p:nvSpPr>
          <p:cNvPr id="5127" name="TextBox 4">
            <a:extLst>
              <a:ext uri="{FF2B5EF4-FFF2-40B4-BE49-F238E27FC236}">
                <a16:creationId xmlns:a16="http://schemas.microsoft.com/office/drawing/2014/main" id="{CBF919EA-D6C5-83A3-AC61-DD924169A5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2060575"/>
            <a:ext cx="2728912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4. </a:t>
            </a:r>
            <a:r>
              <a:rPr kumimoji="0" lang="ko-KR" altLang="en-US" sz="1200" b="1"/>
              <a:t>완료요청일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  <a:r>
              <a:rPr kumimoji="0" lang="en-US" altLang="ko-KR" sz="1200" b="1"/>
              <a:t> </a:t>
            </a:r>
            <a:endParaRPr kumimoji="0" lang="ko-KR" altLang="en-US" sz="1200" b="1"/>
          </a:p>
        </p:txBody>
      </p:sp>
      <p:sp>
        <p:nvSpPr>
          <p:cNvPr id="5128" name="TextBox 21">
            <a:extLst>
              <a:ext uri="{FF2B5EF4-FFF2-40B4-BE49-F238E27FC236}">
                <a16:creationId xmlns:a16="http://schemas.microsoft.com/office/drawing/2014/main" id="{EA3673F9-9917-BB59-19C2-034BC8A700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250" y="2471738"/>
            <a:ext cx="2681288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latinLnBrk="0" hangingPunct="1">
              <a:spcBef>
                <a:spcPct val="0"/>
              </a:spcBef>
              <a:buFontTx/>
              <a:buNone/>
            </a:pPr>
            <a:r>
              <a:rPr kumimoji="0" lang="en-US" altLang="ko-KR" sz="1200" b="1"/>
              <a:t>5. </a:t>
            </a:r>
            <a:r>
              <a:rPr kumimoji="0" lang="ko-KR" altLang="en-US" sz="1200" b="1"/>
              <a:t>입주예정일 </a:t>
            </a:r>
            <a:r>
              <a:rPr kumimoji="0" lang="en-US" altLang="ko-KR" sz="1200" b="1"/>
              <a:t>:        </a:t>
            </a:r>
            <a:r>
              <a:rPr kumimoji="0" lang="ko-KR" altLang="en-US" sz="1200" b="1"/>
              <a:t>년     월     일</a:t>
            </a:r>
          </a:p>
        </p:txBody>
      </p:sp>
      <p:sp>
        <p:nvSpPr>
          <p:cNvPr id="5129" name="TextBox 45">
            <a:extLst>
              <a:ext uri="{FF2B5EF4-FFF2-40B4-BE49-F238E27FC236}">
                <a16:creationId xmlns:a16="http://schemas.microsoft.com/office/drawing/2014/main" id="{874A1B48-BA6F-3217-7F67-8DB2965F183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3075" y="3514725"/>
            <a:ext cx="845661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latinLnBrk="1"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 latinLnBrk="1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 latinLnBrk="1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 latinLnBrk="1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 latinLnBrk="1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kumimoji="0" lang="ko-KR" altLang="en-US" sz="1200" b="1"/>
              <a:t>상기 공사에 대한 공사요청을 에스앤아이 코퍼레이션에게 요청 드리오니 수장공사를 완료해 주실 것을</a:t>
            </a:r>
            <a:r>
              <a:rPr kumimoji="0" lang="en-US" altLang="ko-KR" sz="1200" b="1"/>
              <a:t> </a:t>
            </a:r>
            <a:r>
              <a:rPr kumimoji="0" lang="ko-KR" altLang="en-US" sz="1200" b="1"/>
              <a:t>요청 드립니다</a:t>
            </a:r>
            <a:r>
              <a:rPr kumimoji="0" lang="en-US" altLang="ko-KR" sz="1200" b="1"/>
              <a:t>.</a:t>
            </a:r>
            <a:r>
              <a:rPr kumimoji="0" lang="ko-KR" altLang="en-US" sz="1200" b="1"/>
              <a:t>  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1250FB06-809B-B0FC-70CD-A272D60CA7CA}"/>
              </a:ext>
            </a:extLst>
          </p:cNvPr>
          <p:cNvSpPr/>
          <p:nvPr/>
        </p:nvSpPr>
        <p:spPr bwMode="auto">
          <a:xfrm>
            <a:off x="3425825" y="4275138"/>
            <a:ext cx="2509838" cy="654050"/>
          </a:xfrm>
          <a:prstGeom prst="rect">
            <a:avLst/>
          </a:prstGeom>
          <a:solidFill>
            <a:schemeClr val="bg1">
              <a:lumMod val="75000"/>
            </a:schemeClr>
          </a:solidFill>
          <a:ln w="63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latinLnBrk="1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1600" b="1" dirty="0">
                <a:solidFill>
                  <a:schemeClr val="tx1"/>
                </a:solidFill>
              </a:rPr>
              <a:t>의   </a:t>
            </a:r>
            <a:r>
              <a:rPr kumimoji="0" lang="ko-KR" altLang="en-US" sz="1600" b="1" dirty="0" err="1">
                <a:solidFill>
                  <a:schemeClr val="tx1"/>
                </a:solidFill>
              </a:rPr>
              <a:t>뢰</a:t>
            </a:r>
            <a:r>
              <a:rPr kumimoji="0" lang="ko-KR" altLang="en-US" sz="1600" b="1" dirty="0">
                <a:solidFill>
                  <a:schemeClr val="tx1"/>
                </a:solidFill>
              </a:rPr>
              <a:t>   사   진</a:t>
            </a:r>
          </a:p>
        </p:txBody>
      </p:sp>
      <p:sp>
        <p:nvSpPr>
          <p:cNvPr id="12" name="아래쪽 화살표 11">
            <a:extLst>
              <a:ext uri="{FF2B5EF4-FFF2-40B4-BE49-F238E27FC236}">
                <a16:creationId xmlns:a16="http://schemas.microsoft.com/office/drawing/2014/main" id="{D7DCA244-0FE6-9431-CEE6-27627C2FBFB5}"/>
              </a:ext>
            </a:extLst>
          </p:cNvPr>
          <p:cNvSpPr/>
          <p:nvPr/>
        </p:nvSpPr>
        <p:spPr>
          <a:xfrm>
            <a:off x="4284663" y="5229225"/>
            <a:ext cx="792162" cy="863600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F5FF20C-3182-A350-E03D-41F8EC3C49AB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E6C1D9C-854E-8D1D-8FCA-40A11AB55D08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6148" name="내용 개체 틀 2">
            <a:extLst>
              <a:ext uri="{FF2B5EF4-FFF2-40B4-BE49-F238E27FC236}">
                <a16:creationId xmlns:a16="http://schemas.microsoft.com/office/drawing/2014/main" id="{7BFEE54D-4BE4-F09E-E0DD-D1974229376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26DAC533-0F80-63A2-25FC-3CF192C55565}"/>
              </a:ext>
            </a:extLst>
          </p:cNvPr>
          <p:cNvSpPr/>
          <p:nvPr/>
        </p:nvSpPr>
        <p:spPr>
          <a:xfrm>
            <a:off x="3132138" y="3068638"/>
            <a:ext cx="3887787" cy="17287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EAE8435-4ABD-00B4-9E6E-C00124830E0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br>
              <a:rPr lang="en-US" altLang="ko-KR" b="1" dirty="0"/>
            </a:br>
            <a:r>
              <a:rPr lang="ko-KR" altLang="en-US" b="1" dirty="0"/>
              <a:t>도배</a:t>
            </a:r>
            <a:r>
              <a:rPr lang="en-US" altLang="ko-KR" b="1" dirty="0"/>
              <a:t>(</a:t>
            </a:r>
            <a:r>
              <a:rPr lang="ko-KR" altLang="en-US" b="1" dirty="0"/>
              <a:t>벽</a:t>
            </a:r>
            <a:r>
              <a:rPr lang="en-US" altLang="ko-KR" b="1" dirty="0"/>
              <a:t>-</a:t>
            </a:r>
            <a:r>
              <a:rPr lang="ko-KR" altLang="en-US" b="1" dirty="0"/>
              <a:t>안방</a:t>
            </a:r>
            <a:r>
              <a:rPr lang="en-US" altLang="ko-KR" b="1" dirty="0"/>
              <a:t>)</a:t>
            </a:r>
            <a:br>
              <a:rPr lang="ko-KR" altLang="en-US" b="1" dirty="0">
                <a:latin typeface="+mj-ea"/>
              </a:rPr>
            </a:b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DFB4CDB-754C-4DB4-91F3-4279A10D5ABC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7172" name="내용 개체 틀 2">
            <a:extLst>
              <a:ext uri="{FF2B5EF4-FFF2-40B4-BE49-F238E27FC236}">
                <a16:creationId xmlns:a16="http://schemas.microsoft.com/office/drawing/2014/main" id="{D387AAE4-8095-FE97-8CC3-A4DCB697C6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57200" y="1600200"/>
            <a:ext cx="8218488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D73B608-0A95-2809-6475-64947F377A08}"/>
              </a:ext>
            </a:extLst>
          </p:cNvPr>
          <p:cNvSpPr/>
          <p:nvPr/>
        </p:nvSpPr>
        <p:spPr>
          <a:xfrm>
            <a:off x="611188" y="2565400"/>
            <a:ext cx="7848600" cy="2663825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EA58F39-4C0E-8E06-FF8A-2F7D1A7344C5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거실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73AEB78-5321-E89F-037A-0F90C0E8E28E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8196" name="내용 개체 틀 5">
            <a:extLst>
              <a:ext uri="{FF2B5EF4-FFF2-40B4-BE49-F238E27FC236}">
                <a16:creationId xmlns:a16="http://schemas.microsoft.com/office/drawing/2014/main" id="{0AA1326E-5776-32AC-6C79-74A01A10527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타원 6">
            <a:extLst>
              <a:ext uri="{FF2B5EF4-FFF2-40B4-BE49-F238E27FC236}">
                <a16:creationId xmlns:a16="http://schemas.microsoft.com/office/drawing/2014/main" id="{B1B1D8BE-795D-C0FE-502E-607F6812C864}"/>
              </a:ext>
            </a:extLst>
          </p:cNvPr>
          <p:cNvSpPr/>
          <p:nvPr/>
        </p:nvSpPr>
        <p:spPr>
          <a:xfrm>
            <a:off x="2195513" y="2205038"/>
            <a:ext cx="5040312" cy="3024187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FD5D1AA-8B68-C0AE-D0FC-88145856C4A7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b="1" dirty="0"/>
              <a:t>장판</a:t>
            </a:r>
            <a:r>
              <a:rPr lang="en-US" altLang="ko-KR" b="1" dirty="0"/>
              <a:t>(</a:t>
            </a:r>
            <a:r>
              <a:rPr lang="ko-KR" altLang="en-US" b="1" dirty="0"/>
              <a:t>방 </a:t>
            </a:r>
            <a:r>
              <a:rPr lang="en-US" altLang="ko-KR" b="1" dirty="0"/>
              <a:t>3</a:t>
            </a:r>
            <a:r>
              <a:rPr lang="ko-KR" altLang="en-US" b="1" dirty="0"/>
              <a:t>곳</a:t>
            </a:r>
            <a:r>
              <a:rPr lang="en-US" altLang="ko-KR" b="1" dirty="0"/>
              <a:t>)</a:t>
            </a:r>
            <a:endParaRPr lang="ko-KR" altLang="en-US" b="1" dirty="0"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23E45011-8C39-379D-6FDA-5FE39AE525CF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9220" name="내용 개체 틀 2">
            <a:extLst>
              <a:ext uri="{FF2B5EF4-FFF2-40B4-BE49-F238E27FC236}">
                <a16:creationId xmlns:a16="http://schemas.microsoft.com/office/drawing/2014/main" id="{F52778DB-9FFE-2D3E-D420-B933048C64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/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EF7D50FE-45E3-141D-F1BF-293FF92DA539}"/>
              </a:ext>
            </a:extLst>
          </p:cNvPr>
          <p:cNvSpPr/>
          <p:nvPr/>
        </p:nvSpPr>
        <p:spPr>
          <a:xfrm>
            <a:off x="3419475" y="3933825"/>
            <a:ext cx="1873250" cy="1366838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D5D9263-C662-E789-C2C1-38BBED6771FC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chemeClr val="tx1">
                <a:alpha val="99000"/>
              </a:schemeClr>
            </a:solidFill>
          </a:ln>
        </p:spPr>
        <p:txBody>
          <a:bodyPr/>
          <a:lstStyle/>
          <a:p>
            <a:pPr>
              <a:defRPr/>
            </a:pPr>
            <a:r>
              <a:rPr lang="ko-KR" altLang="en-US" sz="3200" b="1" dirty="0"/>
              <a:t>도장</a:t>
            </a:r>
            <a:r>
              <a:rPr lang="en-US" altLang="ko-KR" sz="3200" b="1" dirty="0"/>
              <a:t>(</a:t>
            </a:r>
            <a:r>
              <a:rPr lang="ko-KR" altLang="en-US" sz="3200" b="1" dirty="0"/>
              <a:t>앞</a:t>
            </a:r>
            <a:r>
              <a:rPr lang="en-US" altLang="ko-KR" sz="3200" b="1" dirty="0"/>
              <a:t>,</a:t>
            </a:r>
            <a:r>
              <a:rPr lang="ko-KR" altLang="en-US" sz="3200" b="1" dirty="0" err="1"/>
              <a:t>뒤베란다</a:t>
            </a:r>
            <a:r>
              <a:rPr lang="en-US" altLang="ko-KR" sz="3200" b="1" dirty="0"/>
              <a:t>)</a:t>
            </a:r>
            <a:br>
              <a:rPr lang="en-US" altLang="ko-KR" sz="3200" b="1" dirty="0"/>
            </a:br>
            <a:r>
              <a:rPr lang="en-US" altLang="ko-KR" sz="2000" b="1" dirty="0">
                <a:solidFill>
                  <a:srgbClr val="FF0000"/>
                </a:solidFill>
              </a:rPr>
              <a:t>※</a:t>
            </a:r>
            <a:r>
              <a:rPr lang="ko-KR" altLang="en-US" sz="2000" b="1" dirty="0" err="1">
                <a:solidFill>
                  <a:srgbClr val="FF0000"/>
                </a:solidFill>
              </a:rPr>
              <a:t>앞베란다</a:t>
            </a:r>
            <a:r>
              <a:rPr lang="ko-KR" altLang="en-US" sz="2000" b="1" dirty="0">
                <a:solidFill>
                  <a:srgbClr val="FF0000"/>
                </a:solidFill>
              </a:rPr>
              <a:t> 크랙 실리콘 보수 포함</a:t>
            </a:r>
            <a:endParaRPr lang="ko-KR" altLang="en-US" sz="2000" b="1" dirty="0">
              <a:solidFill>
                <a:srgbClr val="FF0000"/>
              </a:solidFill>
              <a:latin typeface="+mj-ea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F14EBB2-65A3-AF49-4F51-2DE70381C902}"/>
              </a:ext>
            </a:extLst>
          </p:cNvPr>
          <p:cNvSpPr/>
          <p:nvPr/>
        </p:nvSpPr>
        <p:spPr>
          <a:xfrm>
            <a:off x="468313" y="1628775"/>
            <a:ext cx="8207375" cy="4464050"/>
          </a:xfrm>
          <a:prstGeom prst="rect">
            <a:avLst/>
          </a:prstGeom>
          <a:noFill/>
          <a:ln>
            <a:solidFill>
              <a:schemeClr val="tx1">
                <a:alpha val="99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1" hangingPunct="1">
              <a:defRPr/>
            </a:pPr>
            <a:endParaRPr lang="ko-KR" altLang="en-US"/>
          </a:p>
        </p:txBody>
      </p:sp>
      <p:pic>
        <p:nvPicPr>
          <p:cNvPr id="10244" name="내용 개체 틀 2">
            <a:extLst>
              <a:ext uri="{FF2B5EF4-FFF2-40B4-BE49-F238E27FC236}">
                <a16:creationId xmlns:a16="http://schemas.microsoft.com/office/drawing/2014/main" id="{3F7EAD09-D522-289E-1B99-0D879CDC109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468313" y="1600200"/>
            <a:ext cx="8207375" cy="4525963"/>
          </a:xfrm>
        </p:spPr>
      </p:pic>
      <p:sp>
        <p:nvSpPr>
          <p:cNvPr id="5" name="타원 4">
            <a:extLst>
              <a:ext uri="{FF2B5EF4-FFF2-40B4-BE49-F238E27FC236}">
                <a16:creationId xmlns:a16="http://schemas.microsoft.com/office/drawing/2014/main" id="{CF0B2788-0F00-BFE4-C9F0-738386E9CBFD}"/>
              </a:ext>
            </a:extLst>
          </p:cNvPr>
          <p:cNvSpPr/>
          <p:nvPr/>
        </p:nvSpPr>
        <p:spPr>
          <a:xfrm>
            <a:off x="1835150" y="1773238"/>
            <a:ext cx="4321175" cy="417671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ko-KR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2473</TotalTime>
  <Words>152</Words>
  <Application>Microsoft Office PowerPoint</Application>
  <PresentationFormat>화면 슬라이드 쇼(4:3)</PresentationFormat>
  <Paragraphs>18</Paragraphs>
  <Slides>7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1" baseType="lpstr">
      <vt:lpstr>굴림</vt:lpstr>
      <vt:lpstr>Arial</vt:lpstr>
      <vt:lpstr>맑은 고딕</vt:lpstr>
      <vt:lpstr>Office 테마</vt:lpstr>
      <vt:lpstr>PowerPoint 프레젠테이션</vt:lpstr>
      <vt:lpstr>PowerPoint 프레젠테이션</vt:lpstr>
      <vt:lpstr>도배(벽-거실)</vt:lpstr>
      <vt:lpstr> 도배(벽-안방) </vt:lpstr>
      <vt:lpstr>장판(거실)</vt:lpstr>
      <vt:lpstr>장판(방 3곳)</vt:lpstr>
      <vt:lpstr>도장(앞,뒤베란다) ※앞베란다 크랙 실리콘 보수 포함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</dc:creator>
  <cp:lastModifiedBy>종근 이</cp:lastModifiedBy>
  <cp:revision>418</cp:revision>
  <cp:lastPrinted>2022-08-17T02:53:58Z</cp:lastPrinted>
  <dcterms:created xsi:type="dcterms:W3CDTF">2012-05-23T04:33:26Z</dcterms:created>
  <dcterms:modified xsi:type="dcterms:W3CDTF">2026-06-23T03:25:52Z</dcterms:modified>
</cp:coreProperties>
</file>