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9-402 </a:t>
            </a:r>
            <a:r>
              <a:rPr lang="ko-KR" altLang="en-US" b="1">
                <a:latin typeface="+mn-ea"/>
              </a:rPr>
              <a:t>수장작업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9-402 </a:t>
            </a:r>
            <a:r>
              <a:rPr lang="ko-KR" altLang="en-US" sz="1000" b="1">
                <a:latin typeface="+mn-ea"/>
              </a:rPr>
              <a:t>수장작업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9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문</a:t>
            </a:r>
            <a:r>
              <a:rPr lang="en-US" altLang="ko-KR" sz="1000"/>
              <a:t>_</a:t>
            </a:r>
            <a:r>
              <a:rPr lang="ko-KR" altLang="en-US" sz="1000"/>
              <a:t>문틀</a:t>
            </a:r>
            <a:r>
              <a:rPr lang="en-US" altLang="ko-KR" sz="1000"/>
              <a:t>-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방화문내부</a:t>
            </a:r>
            <a:r>
              <a:rPr lang="en-US" altLang="ko-KR" sz="1000"/>
              <a:t>_ </a:t>
            </a:r>
            <a:r>
              <a:rPr lang="ko-KR" altLang="en-US" sz="1000"/>
              <a:t>수도계량기함</a:t>
            </a:r>
            <a:r>
              <a:rPr lang="en-US" altLang="ko-KR" sz="1000"/>
              <a:t>_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뒤베란다전체</a:t>
            </a:r>
            <a:r>
              <a:rPr lang="en-US" altLang="ko-KR" sz="1000"/>
              <a:t>) </a:t>
            </a:r>
            <a:r>
              <a:rPr lang="ko-KR" altLang="en-US" sz="1000"/>
              <a:t>작업 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벽면</a:t>
            </a:r>
            <a:r>
              <a:rPr lang="en-US" altLang="ko-KR" sz="1000"/>
              <a:t>_</a:t>
            </a:r>
            <a:r>
              <a:rPr lang="ko-KR" altLang="en-US" sz="1000"/>
              <a:t>천정</a:t>
            </a:r>
            <a:r>
              <a:rPr lang="en-US" altLang="ko-KR" sz="1000"/>
              <a:t>(</a:t>
            </a:r>
            <a:r>
              <a:rPr lang="ko-KR" altLang="en-US" sz="1000"/>
              <a:t>창고포함</a:t>
            </a:r>
            <a:r>
              <a:rPr lang="en-US" altLang="ko-KR" sz="1000"/>
              <a:t>) </a:t>
            </a:r>
            <a:r>
              <a:rPr lang="ko-KR" altLang="en-US" sz="1000"/>
              <a:t>곰팡이제거 포함</a:t>
            </a:r>
            <a:r>
              <a:rPr lang="en-US" altLang="ko-KR" sz="1000"/>
              <a:t>)) </a:t>
            </a:r>
            <a:r>
              <a:rPr lang="ko-KR" altLang="en-US" sz="1000"/>
              <a:t>작업
준공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857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2026-06-23T06:13:25Z</dcterms:modified>
</cp:coreProperties>
</file>