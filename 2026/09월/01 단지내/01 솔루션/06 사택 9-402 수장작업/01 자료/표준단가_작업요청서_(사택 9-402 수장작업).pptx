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271" r:id="rId13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 autoAdjust="0"/>
    <p:restoredTop sz="94560" autoAdjust="0"/>
  </p:normalViewPr>
  <p:slideViewPr>
    <p:cSldViewPr>
      <p:cViewPr varScale="1">
        <p:scale>
          <a:sx n="99" d="100"/>
          <a:sy n="99" d="100"/>
        </p:scale>
        <p:origin x="21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3ED0B50-BBC8-94B2-2F18-D8A6CE9A91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BF7265-2740-2AFE-4EEB-EE76545C969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5842EB9-2DD4-4FB3-BD14-918D8663F869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E9CE5D9A-B15B-2074-0BE2-6B4A0534BA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675E0F11-A354-A2C2-5F6A-282193A5F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B54420-6328-A1E3-AB03-FF29DB9CA2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002703-32D0-123A-8F8B-B83FAD90F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EC426D39-DCD7-4D1A-83B8-763E7C2E960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34A93B38-1FFF-E373-F9D1-A50A37E49F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CEF72C6C-E75A-7CE3-7CF2-4C5FC4EE76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46ADF519-ADC8-AC76-D57D-60251FF6D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DE593E3-3CE1-4C33-8E8F-693D9CF393B5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ECAF73-B883-F677-CECF-8C8B9680E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6D30F-BA27-4032-ADC4-D85390419D83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1ACFA5-4CA2-3A88-ED4F-9C5C5935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E694B7-63A6-8B54-F2D8-1D10256E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6EE77A-E803-4085-AC19-832D639518C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49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05C99F-39CC-A963-CBAD-B24544ED3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48112-9BA4-47EA-AB9B-49ECBAAE1DC9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D4484B-6AFD-7771-A151-8E35A39F1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11889A-3372-A7B0-BF88-8D49E6FE2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C11C92-82DC-4CAD-9E33-ECE3A3D853F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72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7B2F1D-5E81-B555-3BA7-D80DD4D01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6FAA4-1524-4908-9283-42757B3C0FEC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887D50-C446-B2EB-B999-ADAF33EAA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ACB8AD-2B7B-73F9-178E-7E9E9A100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B49318-2106-4BE0-86CB-9383D530319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53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58BFDB69-2052-B962-A471-2AF9C8D57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3C117D-61BB-42C0-B157-BD87AAD99AED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642DD5C-009B-E63F-011C-FCF59383E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07E67BFA-56EA-F259-A72A-E5BFD25E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508B10-2FDD-4D99-A6F9-2F4FA19D9B6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541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C32BDB47-0D00-CFF4-CB15-E13F32F2C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E9533-2C1C-4414-A443-FA41C488EC1B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2B17232E-838C-07C8-95E1-CA0A7E74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8169F677-EEEF-1E4B-3DE2-A6235277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4E4617-2D3B-43F6-8201-20422D74BB8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976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0E030127-72BD-1033-C078-0783D2E51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DE3459-EEF2-4D34-A1E3-E54696CB886B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99C47C24-8BA6-0DAC-F247-9B2D820E8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FEA88527-5A99-D296-F8F4-806ECE40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81793-9BD5-4F02-BBF1-7697D84A094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214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7CEB22C7-DECA-0C0F-DBA4-31D82C7D6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0E82D6-1D79-491A-A221-F618624D9F07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2C45E39D-7C82-95B6-DC79-FC85B54C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DADC5FC5-C5C0-C7E3-FC73-6AD147FE3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B8AD52-8872-43EE-944F-02ACAB8ABAE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61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C9C1AA5-CD0E-B150-925A-58980AEA7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F33F6C-BEAE-4BF0-B882-B48D9A2F33A1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270E720-F3DA-628B-5DA0-35D40982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642C4847-408C-62E7-5F8E-CEE052381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A9DA4F-55EE-4932-80DE-BF705E8A666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29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D669685-8D6A-D85A-C3A1-B67FEE208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4D2B88-30C8-4A4D-A6F9-FBC92BF73EC4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AA1E62F3-B78E-04AE-EE3A-62CF30A80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898CD61-DAD8-959A-BDB0-1097DF20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F233B7-5F49-42FB-978E-37D493159AA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273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BD4995-1692-3D07-6225-50BB17E1A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2F855-8584-4F05-BCFB-EC5B43334BCA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65AFD6-83CC-F46E-6585-0730C364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77349-0B29-C5BC-C409-1BA92D312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70997E-851B-4441-A882-1220BA77BB3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97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CD2B16-9D36-8F79-1928-3CC9904DE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1398EA-553B-4C3F-92EF-717017E50346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41F42A-5A6A-9D2E-5179-C42CEDEC4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D236E0-55F6-E2B5-5337-52A64E689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F0C7A5-FB69-4DC1-AA1D-F95B55629DF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8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FF83100E-794F-8273-3AB8-58CAD3F5CF6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94D1F5F6-9DE6-297E-68A0-3C909CAFDBB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1DFC9E-DB35-6EFA-2AA7-8663E520FE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6C693E3-32E8-4162-B9D2-50B533FB6294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D40734-3E02-3C3C-BDBD-65A09D55F3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D9A9E8-192A-E4A3-56C6-5385CFC81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7121696-EEBD-4B8A-9253-37E1557210C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66516F67-E717-71A2-68CA-FC3E2CDB8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6048375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9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402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58BF4E0D-1D12-3ADE-FA96-00BC38EE7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0FCD3934-02CA-C22D-31B7-658952BC2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527B8A6E-743C-597E-9E90-9629F1E9C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9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DD101517-5D98-E108-E842-1E1C88A72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811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18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A70F7AAE-F1E3-1B70-14FF-F765551DA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28775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57AE3F7A-B5B4-E38C-63A5-ECF5B31EF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9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402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6EDB0E18-27B6-23D5-BD9E-71B3821B8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2689225"/>
            <a:ext cx="97726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수도계량기함</a:t>
            </a:r>
            <a:r>
              <a:rPr kumimoji="0" lang="en-US" altLang="ko-KR" sz="1200" b="1"/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    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뒤베란다전체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벽면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창고포함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곰팡이제거 포함</a:t>
            </a:r>
            <a:r>
              <a:rPr kumimoji="0" lang="en-US" altLang="ko-KR" sz="1200" b="1"/>
              <a:t>)),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A33803B9-A909-168A-CF95-29AA93159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83013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E322FBCB-A710-89AE-1873-A4BCEBE83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89138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95FA9610-D1C0-E7E1-19AF-CF6D93B83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36061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4350C6B-E059-E75C-92E7-6C4C96BA44C8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9" name="아래쪽 화살표 48">
            <a:extLst>
              <a:ext uri="{FF2B5EF4-FFF2-40B4-BE49-F238E27FC236}">
                <a16:creationId xmlns:a16="http://schemas.microsoft.com/office/drawing/2014/main" id="{ED496E4B-62B0-65FB-1B93-32489B6D3D3F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2AFD5-3522-4377-1314-EA5F1E89DF5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D6DB61-8877-D2DE-449C-0F7459AA140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53EC2287-0854-135B-CC53-DCDFAB30F9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BB53B2E-1243-1601-B690-D0CC3F1D0F67}"/>
              </a:ext>
            </a:extLst>
          </p:cNvPr>
          <p:cNvSpPr/>
          <p:nvPr/>
        </p:nvSpPr>
        <p:spPr>
          <a:xfrm>
            <a:off x="3132138" y="3068638"/>
            <a:ext cx="2592387" cy="1871662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9B487-357F-F527-79A4-742301625EE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68F990-F4BB-2018-F0F7-20E3D465548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07E672DB-6BEB-F6F6-9725-652E3E36C1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AE3EEF31-308C-0DB1-6853-CE080C42E908}"/>
              </a:ext>
            </a:extLst>
          </p:cNvPr>
          <p:cNvSpPr/>
          <p:nvPr/>
        </p:nvSpPr>
        <p:spPr>
          <a:xfrm>
            <a:off x="2339975" y="2563813"/>
            <a:ext cx="4824413" cy="2952750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A0ED70-783D-EA1F-1F29-1E408F337BB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60A192-C93D-11AD-A9A1-186C25349F4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B04B3704-7C70-42A4-09E9-E358EAD037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29600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9B3A9FA9-4CFD-7782-1A0A-0EE0677E788E}"/>
              </a:ext>
            </a:extLst>
          </p:cNvPr>
          <p:cNvSpPr/>
          <p:nvPr/>
        </p:nvSpPr>
        <p:spPr>
          <a:xfrm>
            <a:off x="3492500" y="2781300"/>
            <a:ext cx="2592388" cy="1943100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C636E-0253-C304-6C53-A21147B5350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CD0117-3B74-5555-BECD-B219BF0B45B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0">
            <a:extLst>
              <a:ext uri="{FF2B5EF4-FFF2-40B4-BE49-F238E27FC236}">
                <a16:creationId xmlns:a16="http://schemas.microsoft.com/office/drawing/2014/main" id="{B756BA3A-CD49-D7B7-F7DF-4AC886CB6B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1770C073-FC04-A7E9-20D5-C3430779221F}"/>
              </a:ext>
            </a:extLst>
          </p:cNvPr>
          <p:cNvSpPr/>
          <p:nvPr/>
        </p:nvSpPr>
        <p:spPr>
          <a:xfrm>
            <a:off x="3132138" y="2924175"/>
            <a:ext cx="3168650" cy="1800225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4C1C8-5384-D3C2-11DB-DC28998F231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장판</a:t>
            </a:r>
            <a:r>
              <a:rPr lang="en-US" altLang="ko-KR" b="1"/>
              <a:t>(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990325-A6D6-5D4D-7D99-77F6FE5D609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1">
            <a:extLst>
              <a:ext uri="{FF2B5EF4-FFF2-40B4-BE49-F238E27FC236}">
                <a16:creationId xmlns:a16="http://schemas.microsoft.com/office/drawing/2014/main" id="{3BF03E30-1D93-23FD-5A79-7B766B0C2F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29E619AE-D095-381C-8CEE-8664F3562AB6}"/>
              </a:ext>
            </a:extLst>
          </p:cNvPr>
          <p:cNvSpPr/>
          <p:nvPr/>
        </p:nvSpPr>
        <p:spPr>
          <a:xfrm>
            <a:off x="3708400" y="3141663"/>
            <a:ext cx="1871663" cy="1295400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8F224-14E7-FAED-7F22-0A40C43E8BE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장판</a:t>
            </a:r>
            <a:r>
              <a:rPr lang="en-US" altLang="ko-KR" b="1"/>
              <a:t>(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5DEE59-B512-9CA6-3ED7-B05EB8943AC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2">
            <a:extLst>
              <a:ext uri="{FF2B5EF4-FFF2-40B4-BE49-F238E27FC236}">
                <a16:creationId xmlns:a16="http://schemas.microsoft.com/office/drawing/2014/main" id="{42BA53B9-800B-D1D1-011A-02F1E7586C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42784C7D-9BA5-FD85-B377-3DE501B5C277}"/>
              </a:ext>
            </a:extLst>
          </p:cNvPr>
          <p:cNvSpPr/>
          <p:nvPr/>
        </p:nvSpPr>
        <p:spPr>
          <a:xfrm>
            <a:off x="3995738" y="3141663"/>
            <a:ext cx="1368425" cy="1366837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209AB-05C8-9065-A6F8-C67D5C35D36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3600" b="1" dirty="0"/>
              <a:t>도색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문</a:t>
            </a:r>
            <a:r>
              <a:rPr lang="en-US" altLang="ko-KR" sz="3600" b="1" dirty="0"/>
              <a:t>,</a:t>
            </a:r>
            <a:r>
              <a:rPr lang="ko-KR" altLang="en-US" sz="3600" b="1" dirty="0"/>
              <a:t>문틀</a:t>
            </a:r>
            <a:r>
              <a:rPr lang="en-US" altLang="ko-KR" sz="3600" b="1" dirty="0"/>
              <a:t>-</a:t>
            </a:r>
            <a:r>
              <a:rPr lang="ko-KR" altLang="en-US" sz="3600" b="1" dirty="0"/>
              <a:t>방</a:t>
            </a:r>
            <a:r>
              <a:rPr lang="en-US" altLang="ko-KR" sz="3600" b="1" dirty="0"/>
              <a:t>3</a:t>
            </a:r>
            <a:r>
              <a:rPr lang="ko-KR" altLang="en-US" sz="3600" b="1" dirty="0"/>
              <a:t>곳</a:t>
            </a:r>
            <a:r>
              <a:rPr lang="en-US" altLang="ko-KR" sz="3600" b="1" dirty="0"/>
              <a:t>)</a:t>
            </a: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4A5594F-8C9D-EC4E-2E04-B0C2BB95510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BBCA0E10-7BFC-0B5E-28C8-915348968D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F14EB9F-1DEA-1FB8-33EF-39557C8A25EB}"/>
              </a:ext>
            </a:extLst>
          </p:cNvPr>
          <p:cNvSpPr/>
          <p:nvPr/>
        </p:nvSpPr>
        <p:spPr>
          <a:xfrm>
            <a:off x="2411413" y="3213100"/>
            <a:ext cx="4392612" cy="1152525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D7291-CF54-9A44-EDB8-1E131F7DD0A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en-US" altLang="ko-KR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45416B5-5BBF-81C4-DDAE-F63D929F1CA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33">
            <a:extLst>
              <a:ext uri="{FF2B5EF4-FFF2-40B4-BE49-F238E27FC236}">
                <a16:creationId xmlns:a16="http://schemas.microsoft.com/office/drawing/2014/main" id="{7B9C66F4-6AA2-B723-2CE0-901D96BB7E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D4B8A0D-2140-3966-4804-3DD2FC96EE3F}"/>
              </a:ext>
            </a:extLst>
          </p:cNvPr>
          <p:cNvSpPr/>
          <p:nvPr/>
        </p:nvSpPr>
        <p:spPr>
          <a:xfrm>
            <a:off x="4284663" y="3357563"/>
            <a:ext cx="792162" cy="1511300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CAF61F-F1D6-B7A3-1B8C-CB1381F846F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수도계량기함</a:t>
            </a:r>
            <a:r>
              <a:rPr lang="en-US" altLang="ko-KR" b="1" dirty="0">
                <a:latin typeface="+mj-ea"/>
              </a:rPr>
              <a:t>)</a:t>
            </a:r>
            <a:r>
              <a:rPr lang="ko-KR" altLang="en-US" b="1" dirty="0">
                <a:latin typeface="+mj-ea"/>
              </a:rPr>
              <a:t> 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F53EB8-0945-62CC-47C5-692DFC3E76B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4340" name="Picture 27">
            <a:extLst>
              <a:ext uri="{FF2B5EF4-FFF2-40B4-BE49-F238E27FC236}">
                <a16:creationId xmlns:a16="http://schemas.microsoft.com/office/drawing/2014/main" id="{9F72C8E3-95D4-24F7-99C0-77A0326055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001CF989-CB51-52A3-8732-AF7B1F6E7D8D}"/>
              </a:ext>
            </a:extLst>
          </p:cNvPr>
          <p:cNvSpPr/>
          <p:nvPr/>
        </p:nvSpPr>
        <p:spPr>
          <a:xfrm rot="21359116">
            <a:off x="3355975" y="2211388"/>
            <a:ext cx="1641475" cy="2897187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F1A0015F-75EC-5615-4AC2-57CC7F2F29D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1800" b="1" dirty="0">
                <a:latin typeface="+mj-ea"/>
              </a:rPr>
              <a:t>도색</a:t>
            </a:r>
            <a:r>
              <a:rPr lang="en-US" altLang="ko-KR" sz="1800" b="1" dirty="0">
                <a:latin typeface="+mj-ea"/>
              </a:rPr>
              <a:t>(</a:t>
            </a:r>
            <a:r>
              <a:rPr lang="ko-KR" altLang="en-US" sz="1800" b="1" dirty="0"/>
              <a:t>앞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뒤베란다전체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앞</a:t>
            </a:r>
            <a:r>
              <a:rPr lang="en-US" altLang="ko-KR" sz="1800" b="1" dirty="0"/>
              <a:t>, </a:t>
            </a:r>
            <a:r>
              <a:rPr lang="ko-KR" altLang="en-US" sz="1800" b="1" dirty="0" err="1"/>
              <a:t>뒤베란다</a:t>
            </a:r>
            <a:r>
              <a:rPr lang="ko-KR" altLang="en-US" sz="1800" b="1" dirty="0"/>
              <a:t> 벽면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천정</a:t>
            </a:r>
            <a:r>
              <a:rPr lang="en-US" altLang="ko-KR" sz="1800" b="1" dirty="0"/>
              <a:t>(</a:t>
            </a:r>
            <a:r>
              <a:rPr lang="ko-KR" altLang="en-US" sz="1800" b="1" dirty="0" err="1"/>
              <a:t>창고포함</a:t>
            </a:r>
            <a:r>
              <a:rPr lang="en-US" altLang="ko-KR" sz="1800" b="1" dirty="0"/>
              <a:t>)</a:t>
            </a:r>
            <a:r>
              <a:rPr lang="ko-KR" altLang="en-US" sz="1800" b="1" dirty="0"/>
              <a:t> </a:t>
            </a:r>
            <a:r>
              <a:rPr lang="ko-KR" altLang="en-US" sz="1800" b="1" dirty="0" err="1"/>
              <a:t>곰팡이제거</a:t>
            </a:r>
            <a:r>
              <a:rPr lang="ko-KR" altLang="en-US" sz="1800" b="1" dirty="0"/>
              <a:t> 포함</a:t>
            </a:r>
            <a:r>
              <a:rPr lang="en-US" altLang="ko-KR" sz="1800" b="1" dirty="0"/>
              <a:t>)) </a:t>
            </a:r>
            <a:endParaRPr lang="ko-KR" altLang="en-US" sz="18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4F4E7A3-D6C5-4C06-C126-2799674121B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5364" name="Picture 27">
            <a:extLst>
              <a:ext uri="{FF2B5EF4-FFF2-40B4-BE49-F238E27FC236}">
                <a16:creationId xmlns:a16="http://schemas.microsoft.com/office/drawing/2014/main" id="{7493D85A-48F6-48FC-4533-2FE48D7967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FD4585C0-27E9-C039-846A-6134235A404D}"/>
              </a:ext>
            </a:extLst>
          </p:cNvPr>
          <p:cNvSpPr/>
          <p:nvPr/>
        </p:nvSpPr>
        <p:spPr>
          <a:xfrm>
            <a:off x="3132138" y="2492375"/>
            <a:ext cx="2808287" cy="2808288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2555</TotalTime>
  <Words>238</Words>
  <Application>Microsoft Office PowerPoint</Application>
  <PresentationFormat>화면 슬라이드 쇼(4:3)</PresentationFormat>
  <Paragraphs>26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 도배(벽-거실) </vt:lpstr>
      <vt:lpstr> 도배(벽-방3곳) </vt:lpstr>
      <vt:lpstr> 도배(천정-거실) </vt:lpstr>
      <vt:lpstr> 도배(천정-방3곳) </vt:lpstr>
      <vt:lpstr>장판(거실)</vt:lpstr>
      <vt:lpstr>장판(방3곳)</vt:lpstr>
      <vt:lpstr>도색(문,문틀-방3곳)</vt:lpstr>
      <vt:lpstr> 도색(방화문내부) </vt:lpstr>
      <vt:lpstr> 도색(수도계량기함)  </vt:lpstr>
      <vt:lpstr>도색(앞, 뒤베란다전체(앞, 뒤베란다 벽면, 천정(창고포함) 곰팡이제거 포함))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461</cp:revision>
  <cp:lastPrinted>2023-01-13T00:22:17Z</cp:lastPrinted>
  <dcterms:created xsi:type="dcterms:W3CDTF">2012-05-23T04:33:26Z</dcterms:created>
  <dcterms:modified xsi:type="dcterms:W3CDTF">2026-06-23T03:29:15Z</dcterms:modified>
</cp:coreProperties>
</file>