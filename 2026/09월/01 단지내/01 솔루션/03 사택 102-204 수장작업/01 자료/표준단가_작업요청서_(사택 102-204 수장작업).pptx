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7" r:id="rId5"/>
    <p:sldId id="271" r:id="rId6"/>
    <p:sldId id="272" r:id="rId7"/>
    <p:sldId id="273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5129DD-2F15-8560-4A9B-2685C63D54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4CE65C-7DDE-F655-A706-EBAC6F8879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682F4FE1-7D03-46A9-ADA9-0B32750B738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F30849D-6B85-775E-79F9-0D37013141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1AA1006-E94E-DBF6-0ACD-A930427E1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FEDF56-CC6F-808B-992F-6CABEF988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9FDC10-DB93-8749-41EE-B63B4E111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502F59B-CE9E-4BB7-ABA3-3D9F049CDED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F6AB82C-E2A0-F9E7-9B85-E7FB78D469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4A371A8-6544-B02F-9A08-8DA22C588D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B57D302-427E-B7FF-121E-36C236A10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E36D3D4-65D5-457A-B6A6-942B36E28D4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03153F-D51B-7F7F-BA9A-BC44A0B2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21FAD-30E6-4D32-9234-EC26368FC71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B9F3BE-00A0-91BE-A48D-35428F5B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0F6A56-E2CA-E799-92D9-468A7967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8FA552-26E4-4D88-B166-93A36175FEA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28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493314-C42A-6157-5814-3ABCCDBC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6F57F-A39F-4E63-9BF1-0765FFE5EF2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CA96D-9FAE-86BC-0883-9FAD9469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68892-0A2A-4136-DD44-2ED238880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0E4BF-E3EB-4815-8088-FA3245646CD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1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4756E-D1F8-E368-8EB9-63A3E75A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BFB00-AF30-4DD8-ADD7-51950162A59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58889-9949-5B16-7686-05283B72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EFB3F-6CE3-E038-D72A-24815329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931A62-6C7C-4694-BFEA-C02BE0DFD66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75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EF44547-91F5-F095-3DE8-A840F8546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A88AC-5415-455E-8925-C0C23C6FEA3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E0F87D2-F27E-6CDF-142C-3FE7012F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80EF28B-D50A-401A-3411-034CA122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42BC0-2E1B-4285-BDD5-CFD07D3E89C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6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80C37056-3834-FD6C-33F0-6C7AE025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225FB-E859-4C5C-BD8F-9D22C9E3F6D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0C6BA75-D00B-F531-1938-EAB39DAF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B8075954-6AB5-BE6B-713E-9E3E8EB3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04969-3B4E-4704-BB66-4541CA5B0E3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373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038ED2C4-165E-32DB-8D2A-6E173AE4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AEACB-E67C-4E0F-A11C-AA2D24CBB1C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11AB5D8-00DD-0CE9-D956-BDDB4209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F84CF40-7C58-0C63-6BFC-B0FF7C92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55681-E458-4422-A35F-158E39B286A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74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AF8DAD7-9694-AF2A-FBB0-2DCB7E446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5500D-EF25-41A4-AFC8-9AB8718DC71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7AF9274D-3D15-A092-2C63-E70979C5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BE7AD23-03E9-E594-A2EF-1634CFEE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787D53-7827-44A3-9C3A-AEDC15893A2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61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2D1DB56-86BA-4A45-C0BF-C5F7F967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4A056-21C3-4BB6-9B33-7F7CBEF8719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CFCB300-7ADF-0E8B-40A4-C9C52E54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E7323C3-B295-23FB-F87D-142A03F8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4DE6B-A611-4E35-9674-7E08ECB4DA3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01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73B55D1-6D38-76B5-8A8A-B61F6C70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5F48D-430E-465B-B834-854AEA92A37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02F327B-4C48-3DBE-0348-952EBEFF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5A95BB5-C748-2D06-D826-CC255BFD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AD232A-6F93-4051-9F68-40A485707D5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64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B486B-5576-C4FB-CB82-801E9968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00E18-EB07-4A38-BDF7-F63B0D82981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3304A-4624-AE02-15F7-A1CC51DD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71E6D8-5E9C-4EE0-460E-C2364125E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6B537-9518-4D10-B7C7-E203E3E2428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60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27BF32-1625-133B-C40D-2FFAD1FE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F9C9D-54BC-4268-ACCE-6C5238F191F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6E5E4-EAF0-C794-6746-67B1E6FB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FC31C-4335-C1EE-3E11-EBA4FAB6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01DD9-04FB-4992-96E9-178B3D14BA0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9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6CF0693-6C53-8E89-4C74-EC8030B8B2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2D531F17-C20F-7DB0-C99E-5952E0AB4A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C3345D-4B81-A76D-B334-837DE04C7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A85A431-0117-4119-AE55-0672667F374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53E4B3-CEBF-8044-2E65-5856DFEA6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A494F-BB4A-EF73-8A92-7B9D8A8FE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47470B-FC81-4BCB-A49D-3D2A29B4A23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25242E05-E998-74A2-5392-35E16FAE8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893081C-04CF-5AAC-D983-66FA73646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028A262-8582-BA91-42E8-01432E8AF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C53BA1D-CA69-65E1-2B4F-8476533D6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20662D40-58FB-D7B5-032B-AD2C8CDAB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A1DF284-9033-E608-35E1-31759321B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A546634C-B087-A9EC-2F32-7A73B3EEE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3E539B1E-012C-45BA-58E9-3C3E86302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852738"/>
            <a:ext cx="8632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요함</a:t>
            </a:r>
            <a:r>
              <a:rPr kumimoji="0" lang="en-US" altLang="ko-KR" sz="1200" b="1"/>
              <a:t>.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798C836C-D2A0-D52A-4603-4FA04828A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D0579F66-56A2-CF34-D7AA-652758089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3F1D96E6-37F8-62C6-9F33-F588AD3A5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147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F3DD2A-E8DF-6CE5-E111-9B42B645A900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463E3669-4219-CB88-27B3-1F6DE353869C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8E905-8050-82B4-EFC6-59BD3CD9F61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52C2E-3EBC-366A-E795-170FE26DF0F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C93C2955-1D91-60E7-04B8-D921203018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815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BE5D14B-E9E8-C120-7C92-715E10DAD698}"/>
              </a:ext>
            </a:extLst>
          </p:cNvPr>
          <p:cNvSpPr/>
          <p:nvPr/>
        </p:nvSpPr>
        <p:spPr>
          <a:xfrm>
            <a:off x="3348038" y="2708275"/>
            <a:ext cx="2592387" cy="21605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5B048-709D-CDBD-8878-B14549CF97D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5C767A-FA8C-9B25-78C7-80B22FA2A70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CFD88ADD-233A-E7CC-CC5D-05481B0577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8982F4B-D422-6BD2-8761-35C1337434EA}"/>
              </a:ext>
            </a:extLst>
          </p:cNvPr>
          <p:cNvSpPr/>
          <p:nvPr/>
        </p:nvSpPr>
        <p:spPr>
          <a:xfrm>
            <a:off x="2339975" y="2060575"/>
            <a:ext cx="4679950" cy="34559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494CE-20FB-69F2-5D21-A89767970C2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202468-DECE-D80A-3F94-D35DCA36B2E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1">
            <a:extLst>
              <a:ext uri="{FF2B5EF4-FFF2-40B4-BE49-F238E27FC236}">
                <a16:creationId xmlns:a16="http://schemas.microsoft.com/office/drawing/2014/main" id="{0CC638EC-D519-D8DB-E3E2-17868D0468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ACBE107-5E8C-075B-0A38-25B8D48053F7}"/>
              </a:ext>
            </a:extLst>
          </p:cNvPr>
          <p:cNvSpPr/>
          <p:nvPr/>
        </p:nvSpPr>
        <p:spPr>
          <a:xfrm>
            <a:off x="3348038" y="2492375"/>
            <a:ext cx="2592387" cy="2665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A1DEF-98AB-AD02-046B-E0997163102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DA6864-6E1F-2EDB-95B6-4928EE03B3E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850284DB-5A69-A1F8-DDD6-3152E62D15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D5CCB66-2849-9B98-CCCE-42961E967F99}"/>
              </a:ext>
            </a:extLst>
          </p:cNvPr>
          <p:cNvSpPr/>
          <p:nvPr/>
        </p:nvSpPr>
        <p:spPr>
          <a:xfrm>
            <a:off x="4140200" y="3357563"/>
            <a:ext cx="1223963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0A8EE-72BD-F1D1-E036-D4B7AADEECE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 </a:t>
            </a:r>
            <a:r>
              <a:rPr lang="ko-KR" altLang="en-US" b="1" dirty="0" err="1"/>
              <a:t>뒤베란다</a:t>
            </a:r>
            <a:r>
              <a:rPr lang="ko-KR" altLang="en-US" b="1" dirty="0"/>
              <a:t> 전체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5929E1-E676-81F5-8DD8-9EA244CA974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3">
            <a:extLst>
              <a:ext uri="{FF2B5EF4-FFF2-40B4-BE49-F238E27FC236}">
                <a16:creationId xmlns:a16="http://schemas.microsoft.com/office/drawing/2014/main" id="{25D4994D-6300-55D4-82CB-7E29B4265A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C8F13BC-8F1C-26F2-54D6-60E8FED9C36F}"/>
              </a:ext>
            </a:extLst>
          </p:cNvPr>
          <p:cNvSpPr/>
          <p:nvPr/>
        </p:nvSpPr>
        <p:spPr>
          <a:xfrm>
            <a:off x="2698750" y="2636838"/>
            <a:ext cx="3960813" cy="2879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2412</TotalTime>
  <Words>151</Words>
  <Application>Microsoft Office PowerPoint</Application>
  <PresentationFormat>화면 슬라이드 쇼(4:3)</PresentationFormat>
  <Paragraphs>19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도배(벽-방3곳) </vt:lpstr>
      <vt:lpstr>장판(거실)</vt:lpstr>
      <vt:lpstr>장판(방3곳)</vt:lpstr>
      <vt:lpstr>도색(앞, 뒤베란다 전체)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411</cp:revision>
  <cp:lastPrinted>2022-08-17T02:53:58Z</cp:lastPrinted>
  <dcterms:created xsi:type="dcterms:W3CDTF">2012-05-23T04:33:26Z</dcterms:created>
  <dcterms:modified xsi:type="dcterms:W3CDTF">2026-06-23T03:25:37Z</dcterms:modified>
</cp:coreProperties>
</file>