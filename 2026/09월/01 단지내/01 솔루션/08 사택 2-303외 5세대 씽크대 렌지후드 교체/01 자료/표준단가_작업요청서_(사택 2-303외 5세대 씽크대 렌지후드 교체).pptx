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0" r:id="rId2"/>
    <p:sldId id="256" r:id="rId3"/>
    <p:sldId id="257" r:id="rId4"/>
    <p:sldId id="263" r:id="rId5"/>
    <p:sldId id="264" r:id="rId6"/>
    <p:sldId id="265" r:id="rId7"/>
    <p:sldId id="258" r:id="rId8"/>
    <p:sldId id="266" r:id="rId9"/>
    <p:sldId id="267" r:id="rId10"/>
    <p:sldId id="261" r:id="rId11"/>
    <p:sldId id="268" r:id="rId12"/>
    <p:sldId id="269" r:id="rId13"/>
    <p:sldId id="270" r:id="rId14"/>
    <p:sldId id="259" r:id="rId15"/>
    <p:sldId id="271" r:id="rId16"/>
    <p:sldId id="295" r:id="rId17"/>
    <p:sldId id="296" r:id="rId18"/>
    <p:sldId id="297" r:id="rId19"/>
    <p:sldId id="298" r:id="rId20"/>
    <p:sldId id="299" r:id="rId2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E27546D-50D3-BE7A-756E-3A9BA10E82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DD07F4-5C75-4B83-56AD-087F55FA552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87E07A2-869B-4042-8E07-866942A5BFBC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D5C7E6A-69B4-764D-FE97-04AE41EE4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F99B23B-D2D6-23B7-3B14-723EA7CD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879135-0CE3-5542-CE47-75B7BC5520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864431-D97A-6EF1-FA63-ACA60ADF0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20C7A65B-11D4-4A04-96DF-476F6D09DA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50B15CD-635E-72E6-0DBD-7FDA48CBB8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B58F325-4B8C-8B43-F240-DDD11CE6DE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7F3B156-D356-AE7F-1550-B877BCF31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A339628-1B70-4AFA-8336-B95F995F477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CDFCFF1-8D6A-2E55-3A79-6C407437A6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CEF769A-291D-A085-0EAE-8C8E43BAA8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77F8B2D-8531-86EF-896C-9FA276E06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943C060-0CEE-4512-9038-FA0C50C2D095}" type="slidenum">
              <a:rPr lang="ko-KR" altLang="en-US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0076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37C4FFB-FDE6-303C-A534-103BDEE018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B892FBC-AE6F-8ABB-6F14-758E55265C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93A2B8C-6C9B-FCC4-AA3D-6525B862F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C588D2D-65EA-4D1C-97DE-BF7F9E2E192B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841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26065E6-3475-F05C-36CC-E7A481099B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78BE973-C3EB-0412-BF55-B34498083C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2691576-4AD0-52F3-0439-2EC31C5D4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77459E7-212E-425A-AC00-CA825DBC320E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35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A4D261F-0ADD-4E7F-00B6-45BBC525BF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DCC5B25-0CB5-671C-6523-538D308F58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533C0CC-3A40-8AC7-A1DB-016FDB93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74583D8-F8CB-4DCF-BD37-A16638E79FA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836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D7F92FF-625A-11F6-F7B3-426AC4F1C0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CD000EF-EB92-64FB-A3E3-05E2BD464C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74660EF-779B-E682-BA6D-A45AEB164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63B4F7E-B6B6-4EF4-8310-FE9E1471556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67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0D0EF-FBC8-3AD2-9391-BB61F782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67187-E9F2-4B54-9415-03363554D9F8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971D9-4AD3-2A7D-647C-169D440F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EF104-A8E3-6418-ABCE-E156274A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AF553-CB04-4A86-8D92-22B799E778B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17D56-F5B1-A705-E60C-10EFEA84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0B3A6-F07D-4A37-9835-7835390F9285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B3DDA-40CD-CC6C-CD7E-CC07EC53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4787D-A4B8-4C33-52F7-C4A11B59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9A088-192E-4F65-AFB7-52E8C8CA91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12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9EDF0-E1A7-21E0-EF0E-711A6FE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C21A0-CCAA-4606-A869-74B66FDA2B3A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794323-8D60-982D-5BFC-FFD5AF84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269270-CBBF-0DAA-4BA9-B6FD1469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643E5-B2FB-420B-A59D-EE61C79E877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2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807CC1F-8556-33B6-8BC6-508E7849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483B9-72CA-47E3-B274-888CD09C4A08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A3F886-EFC6-058A-07F1-AA4D6A07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09706C7-C387-5CDD-4637-AB2F1540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14094-96F6-43E9-B8BC-69EBC44072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67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527D101-3EB6-FCB8-1042-73C3E956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106D5-B18A-4AF9-91BE-B3AFBFF21D42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A600E83-A71D-DD6B-F061-94D121DA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71B7F22-E96A-E7A1-A2A8-2156502F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ED1FD-4E17-4109-A6B6-417A07862D5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95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00BB9C22-063E-705B-A809-16A8F670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8CA60-D4A9-4B66-8F5A-5072EBFE0C7C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359E62AF-373A-C3D6-A797-83073277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A003204-0462-1269-B975-82CBED65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35369-A62C-42A0-8655-BF18E5212C5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2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F275D1E-606D-6D1B-323F-5BA2D3E2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8B13D-0871-48C8-83AB-6B3F19CD07DF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FA7A75A6-9AD5-9DDE-48CF-8EB076AF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47A27EB-9BDA-D31C-6C98-C500550C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0157C-3731-423B-A78C-EF1ED233F6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3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91BA574-8BB7-D9D8-8551-980D8FC0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18F0F-9FEA-4F24-91A1-B4DD5458B203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2CEBDA4-271F-EC58-21C6-18B00B2C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8F1EBCB-7CBC-93F7-F17C-6FB2B3C5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40EE6-16D8-47EA-9C9E-24170F8DE2F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0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1951662-DDAE-7C22-7360-3912E4C6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045E9-AB6C-4644-9276-DB199110BA08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B0C2EE9-82D4-440A-9720-194D895C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9EF3EE2-A12A-488D-69E0-A7BBF71A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3B7C6-E9AE-47F4-A0DB-05BD7668F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65127B-D16C-C0FE-51F6-D2B18789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3B34E-0040-4C0F-AA4F-B7298B954095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34E4C-00F6-CD14-6466-738C3862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C60C6-D679-CCD4-6BFF-8276814D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A5038-E0A3-4236-817B-EFA16CECB67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8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60AA2-6946-4BD0-4162-0A324AB8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38A16-3C1F-4B15-AD62-7D597117B1E5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06C98-B640-6093-811D-4889E4361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4BAA3-9658-48BB-BB06-94E9B139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645BD-6E5E-417E-A847-BE614429FA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D1B5000-818C-A6F8-CC2F-B00F6D7056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180B269-C97E-46CE-C5F1-A25510B398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30501-5E9A-C3C7-3F5F-AE969A137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B560057-12D0-401D-9AA8-4BAB40C6ACA1}" type="datetimeFigureOut">
              <a:rPr lang="ko-KR" altLang="en-US"/>
              <a:pPr>
                <a:defRPr/>
              </a:pPr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0C49F-EFC4-D2C3-12CD-1236D05A5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AF029-2017-2893-01F5-E11335F0E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DB78AFC-85F0-4A2F-A4E1-D8CE8325384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262C9-F929-9F22-080E-BA89A874879F}"/>
              </a:ext>
            </a:extLst>
          </p:cNvPr>
          <p:cNvSpPr txBox="1"/>
          <p:nvPr/>
        </p:nvSpPr>
        <p:spPr>
          <a:xfrm>
            <a:off x="0" y="635001"/>
            <a:ext cx="9144000" cy="52475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ko-KR" altLang="en-US" sz="3000" b="1" dirty="0"/>
              <a:t>병합된 파일 목록</a:t>
            </a:r>
            <a:r>
              <a:rPr lang="en-US" altLang="ko-KR" sz="3000" b="1" dirty="0"/>
              <a:t>: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2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303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(26.07.01)-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.ppt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7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303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(26.07.06)-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.ppt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8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302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(26.06.18)-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.ppt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8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410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(26.07.27)-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(</a:t>
            </a:r>
            <a:r>
              <a:rPr lang="ko-KR" altLang="en-US" sz="1900" b="1" dirty="0"/>
              <a:t>긴급</a:t>
            </a:r>
            <a:r>
              <a:rPr lang="en-US" altLang="ko-KR" sz="1900" b="1" dirty="0"/>
              <a:t>).ppt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8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508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(26.07.01)-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.ppt</a:t>
            </a:r>
          </a:p>
          <a:p>
            <a:pPr marL="457200" indent="-4572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1900" b="1" dirty="0"/>
              <a:t>9</a:t>
            </a:r>
            <a:r>
              <a:rPr lang="ko-KR" altLang="en-US" sz="1900" b="1" dirty="0"/>
              <a:t>동 </a:t>
            </a:r>
            <a:r>
              <a:rPr lang="en-US" altLang="ko-KR" sz="1900" b="1" dirty="0"/>
              <a:t>103</a:t>
            </a:r>
            <a:r>
              <a:rPr lang="ko-KR" altLang="en-US" sz="1900" b="1" dirty="0"/>
              <a:t>호 기타</a:t>
            </a:r>
            <a:r>
              <a:rPr lang="en-US" altLang="ko-KR" sz="1900" b="1" dirty="0"/>
              <a:t>(</a:t>
            </a:r>
            <a:r>
              <a:rPr lang="ko-KR" altLang="en-US" sz="1900" b="1" dirty="0" err="1"/>
              <a:t>렌지후드</a:t>
            </a:r>
            <a:r>
              <a:rPr lang="ko-KR" altLang="en-US" sz="1900" b="1" dirty="0"/>
              <a:t> 교체</a:t>
            </a:r>
            <a:r>
              <a:rPr lang="en-US" altLang="ko-KR" sz="1900" b="1" dirty="0"/>
              <a:t>) </a:t>
            </a:r>
            <a:r>
              <a:rPr lang="ko-KR" altLang="en-US" sz="1900" b="1" dirty="0"/>
              <a:t>작업요청서</a:t>
            </a:r>
            <a:r>
              <a:rPr lang="en-US" altLang="ko-KR" sz="1900" b="1" dirty="0"/>
              <a:t>(26.07.01)-</a:t>
            </a:r>
            <a:r>
              <a:rPr lang="ko-KR" altLang="en-US" sz="1900" b="1" dirty="0"/>
              <a:t>에너지솔루션</a:t>
            </a:r>
            <a:r>
              <a:rPr lang="en-US" altLang="ko-KR" sz="1900" b="1" dirty="0"/>
              <a:t>.ppt</a:t>
            </a:r>
          </a:p>
          <a:p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9906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0F81428-A6E7-5B0C-8252-5BD3CD1D9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303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2732B51-EB5C-D326-BA84-A1CFF1690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860ADDA-61D7-DB34-D7E8-09F73DD77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6C9CC08-6224-2525-A188-389CECD83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0A5EE065-9772-45A9-129C-C4748FAE9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7309183-0100-B93A-B659-F27351D0B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B4540E7-6ACA-5CCC-A820-89DC47D11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303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9B20889-9BF5-996D-0E32-599EA8C3D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805113"/>
            <a:ext cx="83248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주방 씽크대 상판 실리콘 재코킹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2. </a:t>
            </a:r>
            <a:r>
              <a:rPr kumimoji="0" lang="ko-KR" altLang="en-US" sz="1200" b="1"/>
              <a:t>주방 씽크대 상판 타공부위 보수 또는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3. 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 걸레받이 전체 보수 또는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4.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교체 </a:t>
            </a:r>
            <a:r>
              <a:rPr kumimoji="0" lang="en-US" altLang="ko-KR" sz="1200" b="1"/>
              <a:t>                                  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EAF6A26F-72A7-2E89-4051-83F592C5F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ABA23CFD-BDEF-AAD9-1EA0-98E691C40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CEDD7D-BE72-53E4-A59A-66A1A3EE8091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48BF11E9-5F4B-9310-BC6C-C2A7A8DD7DD4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3D9B3DA6-FEE1-8542-1192-E9ED5350D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21640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B3826-BB9A-12D2-34A2-54BA030FC8A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800" b="1" dirty="0"/>
              <a:t>4. </a:t>
            </a:r>
            <a:r>
              <a:rPr lang="ko-KR" altLang="en-US" sz="2800" b="1" dirty="0"/>
              <a:t>주방 </a:t>
            </a:r>
            <a:r>
              <a:rPr lang="ko-KR" altLang="en-US" sz="2800" b="1" dirty="0" err="1"/>
              <a:t>렌지후드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소음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기름때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교체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1FE5FD-2BEF-0967-A7B0-BFF058B6D17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그림 4">
            <a:extLst>
              <a:ext uri="{FF2B5EF4-FFF2-40B4-BE49-F238E27FC236}">
                <a16:creationId xmlns:a16="http://schemas.microsoft.com/office/drawing/2014/main" id="{29362F02-2593-083D-1593-050A14B85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184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34C29DB-E110-3196-89E6-8E1A08DFFFFA}"/>
              </a:ext>
            </a:extLst>
          </p:cNvPr>
          <p:cNvSpPr/>
          <p:nvPr/>
        </p:nvSpPr>
        <p:spPr>
          <a:xfrm>
            <a:off x="1979613" y="2565400"/>
            <a:ext cx="5329237" cy="2376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AEDBDA3-0FBB-44D2-BB9A-320E3CE5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79575"/>
            <a:ext cx="8110537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7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303</a:t>
            </a:r>
            <a:r>
              <a:rPr kumimoji="0" lang="ko-KR" altLang="en-US" sz="2800" b="1"/>
              <a:t>호 기타공사</a:t>
            </a:r>
            <a:r>
              <a:rPr kumimoji="0" lang="en-US" altLang="ko-KR" sz="2800" b="1"/>
              <a:t>(</a:t>
            </a:r>
            <a:r>
              <a:rPr kumimoji="0" lang="ko-KR" altLang="en-US" sz="2800" b="1"/>
              <a:t>렌지후드 교체</a:t>
            </a:r>
            <a:r>
              <a:rPr kumimoji="0" lang="en-US" altLang="ko-KR" sz="2800" b="1"/>
              <a:t>)</a:t>
            </a:r>
            <a:r>
              <a:rPr kumimoji="0" lang="ko-KR" altLang="en-US" sz="2800" b="1"/>
              <a:t>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6602D11-EFC8-7A42-5A61-3513E500D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7FBDD311-1027-C4C3-CCB7-7B557FEB5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2026. 07. 06</a:t>
            </a:r>
          </a:p>
        </p:txBody>
      </p:sp>
    </p:spTree>
    <p:extLst>
      <p:ext uri="{BB962C8B-B14F-4D97-AF65-F5344CB8AC3E}">
        <p14:creationId xmlns:p14="http://schemas.microsoft.com/office/powerpoint/2010/main" val="306366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AE23407-F73C-9A0E-F0AD-BB406C68C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19088"/>
            <a:ext cx="741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</a:t>
            </a:r>
            <a:r>
              <a:rPr kumimoji="0" lang="ko-KR" altLang="en-US" sz="2400" b="1" u="sng"/>
              <a:t>호 기타공사</a:t>
            </a:r>
            <a:r>
              <a:rPr kumimoji="0" lang="en-US" altLang="ko-KR" sz="2400" b="1" u="sng"/>
              <a:t>(</a:t>
            </a:r>
            <a:r>
              <a:rPr kumimoji="0" lang="ko-KR" altLang="en-US" sz="2400" b="1" u="sng"/>
              <a:t>렌지후드 교체</a:t>
            </a:r>
            <a:r>
              <a:rPr kumimoji="0" lang="en-US" altLang="ko-KR" sz="2400" b="1" u="sng"/>
              <a:t>)</a:t>
            </a:r>
            <a:r>
              <a:rPr kumimoji="0" lang="ko-KR" altLang="en-US" sz="2400" b="1" u="sng"/>
              <a:t> 작업의뢰서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581F3BB9-98A1-F0FC-0770-5361EAECD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0CCD96AB-DA73-48A2-E2FC-E9234B811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8560F19-80EC-87FE-3283-BDE479F26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76942541-A011-59C8-0C2A-8B65B1044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060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303</a:t>
            </a:r>
            <a:r>
              <a:rPr kumimoji="0" lang="ko-KR" altLang="en-US" sz="1200" b="1"/>
              <a:t>호 렌지후드 교체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DACF7464-823D-9D1C-AF00-90114AF72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입주중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05D030FF-91E9-83F5-94BC-384CFA72C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74963"/>
            <a:ext cx="8128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303</a:t>
            </a:r>
            <a:r>
              <a:rPr kumimoji="0" lang="ko-KR" altLang="en-US" sz="1200" b="1"/>
              <a:t>호 렌지후드 교체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※ </a:t>
            </a:r>
            <a:r>
              <a:rPr kumimoji="0" lang="ko-KR" altLang="en-US" sz="1200" b="1"/>
              <a:t>렌지후드를 청소업체에 맡겨 청소를 했음에도 내부 본체에서 계속 기름때가 떨어짐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</a:t>
            </a:r>
            <a:r>
              <a:rPr kumimoji="0" lang="ko-KR" altLang="en-US" sz="1200" b="1"/>
              <a:t>현재 사용 불가</a:t>
            </a:r>
            <a:endParaRPr kumimoji="0"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0A6210EE-B935-95B6-1D07-064C63563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867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긴급보수공사를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677E2A-9E9A-211D-4042-E275C3723A2F}"/>
              </a:ext>
            </a:extLst>
          </p:cNvPr>
          <p:cNvSpPr/>
          <p:nvPr/>
        </p:nvSpPr>
        <p:spPr bwMode="auto">
          <a:xfrm>
            <a:off x="3316288" y="46529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37B6D2A2-EFAF-CF30-B084-B22AD0D0EB60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92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B03B0-C0D3-6EAA-79B0-C3AA2320C5C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 err="1"/>
              <a:t>렌지후드</a:t>
            </a:r>
            <a:r>
              <a:rPr lang="ko-KR" altLang="en-US" sz="3200" b="1" dirty="0"/>
              <a:t> 오염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65304-3A19-8318-1677-E6C1C22A7FC5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148" name="내용 개체 틀 4">
            <a:extLst>
              <a:ext uri="{FF2B5EF4-FFF2-40B4-BE49-F238E27FC236}">
                <a16:creationId xmlns:a16="http://schemas.microsoft.com/office/drawing/2014/main" id="{0F2E7D65-A9FE-CBBD-8313-B787BB07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149" name="그림 6">
            <a:extLst>
              <a:ext uri="{FF2B5EF4-FFF2-40B4-BE49-F238E27FC236}">
                <a16:creationId xmlns:a16="http://schemas.microsoft.com/office/drawing/2014/main" id="{69C56D9E-3C1B-1C66-8670-E95ACAF6C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652588"/>
            <a:ext cx="8191500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53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373F0D6-E239-732D-9C92-2FF8F789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302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E5ABB61-6EAC-8B59-7A97-1BEE8A675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1A436E0-6A59-B08D-8D9C-E3A829AF8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  <p:extLst>
      <p:ext uri="{BB962C8B-B14F-4D97-AF65-F5344CB8AC3E}">
        <p14:creationId xmlns:p14="http://schemas.microsoft.com/office/powerpoint/2010/main" val="120010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79A6BA7-73C0-DAAC-74FD-9F8572296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302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61913F5D-E9BB-7978-DFD3-F9EB89028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B4CF56E-3246-2887-DF12-4C63649F9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67CA813-657C-7B68-6245-F00765A70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302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4F7E17B-7617-5D83-39A5-0D25C55F5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73375"/>
            <a:ext cx="83248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주방 씽크대 하부장 내 난방분배기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2. </a:t>
            </a:r>
            <a:r>
              <a:rPr kumimoji="0" lang="ko-KR" altLang="en-US" sz="1200" b="1"/>
              <a:t>주방 씽크대 상판 실리콘 재코킹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3. </a:t>
            </a:r>
            <a:r>
              <a:rPr kumimoji="0" lang="ko-KR" altLang="en-US" sz="1200" b="1"/>
              <a:t>주방 씽크대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기름때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교체</a:t>
            </a:r>
            <a:r>
              <a:rPr kumimoji="0" lang="en-US" altLang="ko-KR" sz="1200" b="1"/>
              <a:t>                                  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0E8BD7BF-0B53-8976-F17E-4BE395BBC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7701FC60-C722-9BF3-6764-432C30C5C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BF273C-E599-C6F7-8A83-0F421C7AC2CD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898E8AAD-C629-D39D-883A-325EBD6481B1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9F507AB8-FC57-4B68-2C2E-74C36BDA6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21640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6520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15CA9-2EF6-0A14-3889-4FACF5A3153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주방 </a:t>
            </a:r>
            <a:r>
              <a:rPr lang="ko-KR" altLang="en-US" sz="2800" b="1" dirty="0" err="1"/>
              <a:t>씽크대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렌지후드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소음</a:t>
            </a:r>
            <a:r>
              <a:rPr lang="en-US" altLang="ko-KR" sz="2800" b="1" dirty="0"/>
              <a:t>,</a:t>
            </a:r>
            <a:r>
              <a:rPr lang="ko-KR" altLang="en-US" sz="2800" b="1" dirty="0"/>
              <a:t>기름때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교체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B97775-AEFD-D704-56F3-310569B0F72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그림 4">
            <a:extLst>
              <a:ext uri="{FF2B5EF4-FFF2-40B4-BE49-F238E27FC236}">
                <a16:creationId xmlns:a16="http://schemas.microsoft.com/office/drawing/2014/main" id="{1B57CAD7-BF88-D98E-B96E-07979D32D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631FF23-923E-FEEE-1452-773ED95DF05A}"/>
              </a:ext>
            </a:extLst>
          </p:cNvPr>
          <p:cNvSpPr/>
          <p:nvPr/>
        </p:nvSpPr>
        <p:spPr>
          <a:xfrm>
            <a:off x="2771775" y="2060575"/>
            <a:ext cx="4032250" cy="3384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19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91EA073-0A56-6EF9-3261-294A1A1C2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79575"/>
            <a:ext cx="8110537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8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410</a:t>
            </a:r>
            <a:r>
              <a:rPr kumimoji="0" lang="ko-KR" altLang="en-US" sz="28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FBB688F-28C1-17AF-3700-D0D3D862D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BC77BA4-3D9F-9850-8922-FDE97BF82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2026. 07. 27</a:t>
            </a:r>
          </a:p>
        </p:txBody>
      </p:sp>
    </p:spTree>
    <p:extLst>
      <p:ext uri="{BB962C8B-B14F-4D97-AF65-F5344CB8AC3E}">
        <p14:creationId xmlns:p14="http://schemas.microsoft.com/office/powerpoint/2010/main" val="69847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EFC6BC7-A753-43FA-C0EA-FD8400E05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19088"/>
            <a:ext cx="741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410</a:t>
            </a:r>
            <a:r>
              <a:rPr kumimoji="0" lang="ko-KR" altLang="en-US" sz="2400" b="1" u="sng"/>
              <a:t>호 기타공사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A6061DE5-2B91-80FC-2512-4A21A87A2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DF5B5527-BEE5-CF0D-2882-193CBB652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A38A095-AA07-06A7-4FD7-1A0B4B98D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28527991-9615-C8F7-B77E-90A21721E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410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0A938B5F-837E-F58F-D98A-C5F9B848F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입주중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D8197DB2-02C7-BD9D-A883-99C837D83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4175"/>
            <a:ext cx="812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휀흡입력 저하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 고착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고장으로 인한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교체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endParaRPr kumimoji="0"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9B0597D-1592-BDE7-3896-4CF06CD47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867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긴급보수공사를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FD1CAB-BDCB-5C03-E610-335D75E03001}"/>
              </a:ext>
            </a:extLst>
          </p:cNvPr>
          <p:cNvSpPr/>
          <p:nvPr/>
        </p:nvSpPr>
        <p:spPr bwMode="auto">
          <a:xfrm>
            <a:off x="3316288" y="46529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EEE62C73-EF6F-A7E8-060A-0748A14BF871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715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E7140-F668-9815-DC58-6BFB10D89BE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주방 </a:t>
            </a:r>
            <a:r>
              <a:rPr lang="ko-KR" altLang="en-US" sz="3200" b="1" dirty="0" err="1"/>
              <a:t>렌지후드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휀흡입력</a:t>
            </a:r>
            <a:r>
              <a:rPr lang="ko-KR" altLang="en-US" sz="3200" b="1" dirty="0"/>
              <a:t> 저하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기름때 고착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10DBAF-42F4-6F76-D550-971FD846C1C6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B3FA3AA-AEB8-6E23-72F6-557BE3BC3065}"/>
              </a:ext>
            </a:extLst>
          </p:cNvPr>
          <p:cNvSpPr/>
          <p:nvPr/>
        </p:nvSpPr>
        <p:spPr>
          <a:xfrm>
            <a:off x="2484438" y="2565400"/>
            <a:ext cx="4751387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6149" name="내용 개체 틀 5">
            <a:extLst>
              <a:ext uri="{FF2B5EF4-FFF2-40B4-BE49-F238E27FC236}">
                <a16:creationId xmlns:a16="http://schemas.microsoft.com/office/drawing/2014/main" id="{E1618EE3-54B7-00E3-1AD0-3DB3347A69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135937" cy="4525963"/>
          </a:xfrm>
        </p:spPr>
      </p:pic>
    </p:spTree>
    <p:extLst>
      <p:ext uri="{BB962C8B-B14F-4D97-AF65-F5344CB8AC3E}">
        <p14:creationId xmlns:p14="http://schemas.microsoft.com/office/powerpoint/2010/main" val="3420957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C5C3D-9080-C0B5-7F65-74E95DEB442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주방 </a:t>
            </a:r>
            <a:r>
              <a:rPr lang="ko-KR" altLang="en-US" sz="3200" b="1" dirty="0" err="1"/>
              <a:t>렌지후드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휀흡입력</a:t>
            </a:r>
            <a:r>
              <a:rPr lang="ko-KR" altLang="en-US" sz="3200" b="1" dirty="0"/>
              <a:t> 저하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기름때 고착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37AFCB-CDEF-1DAB-BB02-31E5FAED3C28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D9F5E44-04FC-0736-50C4-7BB720BEBE12}"/>
              </a:ext>
            </a:extLst>
          </p:cNvPr>
          <p:cNvSpPr/>
          <p:nvPr/>
        </p:nvSpPr>
        <p:spPr>
          <a:xfrm>
            <a:off x="2484438" y="2565400"/>
            <a:ext cx="4751387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3" name="내용 개체 틀 5">
            <a:extLst>
              <a:ext uri="{FF2B5EF4-FFF2-40B4-BE49-F238E27FC236}">
                <a16:creationId xmlns:a16="http://schemas.microsoft.com/office/drawing/2014/main" id="{1A6E8722-9504-8C72-3BEF-964B0AE52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135937" cy="4525963"/>
          </a:xfrm>
        </p:spPr>
      </p:pic>
    </p:spTree>
    <p:extLst>
      <p:ext uri="{BB962C8B-B14F-4D97-AF65-F5344CB8AC3E}">
        <p14:creationId xmlns:p14="http://schemas.microsoft.com/office/powerpoint/2010/main" val="313530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EABD72A-390B-34C6-A952-2B9CE90F8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508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C67BD7C-7C6B-D176-11DD-F18859981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16C4261-FB94-A471-DA19-7B54C967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  <p:extLst>
      <p:ext uri="{BB962C8B-B14F-4D97-AF65-F5344CB8AC3E}">
        <p14:creationId xmlns:p14="http://schemas.microsoft.com/office/powerpoint/2010/main" val="106800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B7F4E58-85FC-FC47-AD69-E89F3F48D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0300F34F-A904-95A9-9C3B-F1D71AC75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9CC7AA8-2C6F-6A26-0CBA-B59D1B0E9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56069D67-2CF7-1505-4E27-8A590878A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3DE79A1-60CD-54A9-BCFE-B1A62C9AF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114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2.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3.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4.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5.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작업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6.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7.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천정 누수점검 및 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3EAD98AF-0D7D-30DD-3BB5-1CA3FEEBD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356100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A14A4DFF-E7A9-7A92-1754-1A9EF49B8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2F88017E-8A27-565A-1593-3F6D91A4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16FD2FC-2742-A948-2D3F-2139EAC7945E}"/>
              </a:ext>
            </a:extLst>
          </p:cNvPr>
          <p:cNvSpPr/>
          <p:nvPr/>
        </p:nvSpPr>
        <p:spPr bwMode="auto">
          <a:xfrm>
            <a:off x="3425825" y="4995863"/>
            <a:ext cx="2509838" cy="49053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7BA2149C-2485-186F-92C2-0AD020C997A9}"/>
              </a:ext>
            </a:extLst>
          </p:cNvPr>
          <p:cNvSpPr/>
          <p:nvPr/>
        </p:nvSpPr>
        <p:spPr>
          <a:xfrm>
            <a:off x="4284663" y="5949950"/>
            <a:ext cx="792162" cy="64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784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E00C9-6D2D-9582-DC89-B46A6DB82A9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/>
            </a:br>
            <a:r>
              <a:rPr lang="en-US" altLang="ko-KR" sz="3600" b="1" dirty="0"/>
              <a:t>6. </a:t>
            </a:r>
            <a:r>
              <a:rPr lang="ko-KR" altLang="en-US" sz="3600" b="1" dirty="0"/>
              <a:t>주방 </a:t>
            </a:r>
            <a:r>
              <a:rPr lang="ko-KR" altLang="en-US" sz="3600" b="1" dirty="0" err="1"/>
              <a:t>렌지후드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소음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기름때</a:t>
            </a:r>
            <a:r>
              <a:rPr lang="en-US" altLang="ko-KR" sz="3600" b="1" dirty="0"/>
              <a:t>) </a:t>
            </a:r>
            <a:r>
              <a:rPr lang="ko-KR" altLang="en-US" sz="3600" b="1" dirty="0"/>
              <a:t>교체</a:t>
            </a:r>
            <a:br>
              <a:rPr lang="ko-KR" altLang="en-US" sz="3600" b="1" dirty="0">
                <a:latin typeface="+mj-ea"/>
              </a:rPr>
            </a:br>
            <a:endParaRPr lang="ko-KR" altLang="en-US" sz="36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51A9D7-718E-9319-E845-523B8DB15EF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1">
            <a:extLst>
              <a:ext uri="{FF2B5EF4-FFF2-40B4-BE49-F238E27FC236}">
                <a16:creationId xmlns:a16="http://schemas.microsoft.com/office/drawing/2014/main" id="{7828982B-D637-60BA-A3DC-3CD1CE2D59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7D51D3D9-2A9B-C16A-D078-D38B3C6B2399}"/>
              </a:ext>
            </a:extLst>
          </p:cNvPr>
          <p:cNvSpPr/>
          <p:nvPr/>
        </p:nvSpPr>
        <p:spPr>
          <a:xfrm>
            <a:off x="2700338" y="1700213"/>
            <a:ext cx="3311525" cy="35290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391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52115E5-2BD4-65DA-D631-7FF5D998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103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4713623-B4E4-3835-595A-F67089A4D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A13AB0E-02D9-9E79-C519-BE56B819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  <p:extLst>
      <p:ext uri="{BB962C8B-B14F-4D97-AF65-F5344CB8AC3E}">
        <p14:creationId xmlns:p14="http://schemas.microsoft.com/office/powerpoint/2010/main" val="3136634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8769F4B-0A6F-C65B-195A-A8EB7EF42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36F2796-15E9-ACE3-2FE3-A9ABEE103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CD578BD-BE74-FE68-AF63-EB2AE0A14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176F0F1-C82A-00E4-94D8-068401B53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103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95BD6F42-13B5-4495-0C7D-D1905AD6D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779713"/>
            <a:ext cx="83248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안방 붙박이장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우측 상단 첫번째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내부 얼룩제거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2. </a:t>
            </a:r>
            <a:r>
              <a:rPr kumimoji="0" lang="ko-KR" altLang="en-US" sz="1200" b="1"/>
              <a:t>주방 씽크대 상부 문짝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개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3. </a:t>
            </a:r>
            <a:r>
              <a:rPr kumimoji="0" lang="ko-KR" altLang="en-US" sz="1200" b="1"/>
              <a:t>주방 씽크대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고장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작동안됨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4. </a:t>
            </a:r>
            <a:r>
              <a:rPr kumimoji="0" lang="ko-KR" altLang="en-US" sz="1200" b="1"/>
              <a:t>앞베란다 외부 샤시문 이중유리들뜸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흔들림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보수 또는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5. </a:t>
            </a:r>
            <a:r>
              <a:rPr kumimoji="0" lang="ko-KR" altLang="en-US" sz="1200" b="1"/>
              <a:t>화장실 우측방 문끌림 보수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6. </a:t>
            </a:r>
            <a:r>
              <a:rPr kumimoji="0" lang="ko-KR" altLang="en-US" sz="1200" b="1"/>
              <a:t>화장실 우측방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코너부분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누수점검  및 보수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                            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F188230D-B6C6-E963-F369-54169F48A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2167B7DD-52F2-5DCC-321C-C19754B08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D1AC2A-5E7E-F01D-CC05-BF519D492C6F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ED4C568C-415D-B849-2F37-7EF0A27640BC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EBF80EA2-AEE3-29E6-C154-2DC8AEC3D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21640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930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E446F-58A5-6CA9-1DC6-A878637105B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주방 </a:t>
            </a:r>
            <a:r>
              <a:rPr lang="ko-KR" altLang="en-US" sz="2800" b="1" dirty="0" err="1"/>
              <a:t>씽크대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렌지후드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고장</a:t>
            </a:r>
            <a:r>
              <a:rPr lang="en-US" altLang="ko-KR" sz="2800" b="1" dirty="0"/>
              <a:t>, </a:t>
            </a:r>
            <a:r>
              <a:rPr lang="ko-KR" altLang="en-US" sz="2800" b="1" dirty="0" err="1"/>
              <a:t>작동안됨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교체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7AB77F-6B3F-0ED4-A356-1F5F628F167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그림 4">
            <a:extLst>
              <a:ext uri="{FF2B5EF4-FFF2-40B4-BE49-F238E27FC236}">
                <a16:creationId xmlns:a16="http://schemas.microsoft.com/office/drawing/2014/main" id="{4090CDEB-A083-31D7-E674-B94725645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F3DF0AF-6721-A44F-3FDC-B788371C3F5C}"/>
              </a:ext>
            </a:extLst>
          </p:cNvPr>
          <p:cNvSpPr/>
          <p:nvPr/>
        </p:nvSpPr>
        <p:spPr>
          <a:xfrm>
            <a:off x="3059113" y="1773238"/>
            <a:ext cx="1944687" cy="2303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1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</TotalTime>
  <Words>964</Words>
  <Application>Microsoft Office PowerPoint</Application>
  <PresentationFormat>화면 슬라이드 쇼(4:3)</PresentationFormat>
  <Paragraphs>114</Paragraphs>
  <Slides>20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4. 주방 렌지후드(소음, 기름때) 교체</vt:lpstr>
      <vt:lpstr>PowerPoint 프레젠테이션</vt:lpstr>
      <vt:lpstr>PowerPoint 프레젠테이션</vt:lpstr>
      <vt:lpstr>렌지후드 오염</vt:lpstr>
      <vt:lpstr>PowerPoint 프레젠테이션</vt:lpstr>
      <vt:lpstr>PowerPoint 프레젠테이션</vt:lpstr>
      <vt:lpstr>3. 주방 씽크대 렌지후드(소음,기름때) 교체</vt:lpstr>
      <vt:lpstr>PowerPoint 프레젠테이션</vt:lpstr>
      <vt:lpstr>PowerPoint 프레젠테이션</vt:lpstr>
      <vt:lpstr>주방 렌지후드(휀흡입력 저하, 기름때 고착)</vt:lpstr>
      <vt:lpstr>주방 렌지후드(휀흡입력 저하, 기름때 고착)</vt:lpstr>
      <vt:lpstr>PowerPoint 프레젠테이션</vt:lpstr>
      <vt:lpstr>PowerPoint 프레젠테이션</vt:lpstr>
      <vt:lpstr> 6. 주방 렌지후드(소음, 기름때) 교체 </vt:lpstr>
      <vt:lpstr>PowerPoint 프레젠테이션</vt:lpstr>
      <vt:lpstr>PowerPoint 프레젠테이션</vt:lpstr>
      <vt:lpstr>3. 주방 씽크대 렌지후드(고장, 작동안됨) 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395</cp:revision>
  <cp:lastPrinted>2022-08-17T04:02:57Z</cp:lastPrinted>
  <dcterms:created xsi:type="dcterms:W3CDTF">2012-05-23T04:33:26Z</dcterms:created>
  <dcterms:modified xsi:type="dcterms:W3CDTF">2026-07-28T03:23:54Z</dcterms:modified>
</cp:coreProperties>
</file>