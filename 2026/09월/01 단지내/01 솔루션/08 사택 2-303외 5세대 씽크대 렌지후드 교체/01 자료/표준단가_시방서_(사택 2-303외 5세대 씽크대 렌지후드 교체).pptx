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2026-07-28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2-303</a:t>
            </a:r>
            <a:r>
              <a:rPr lang="ko-KR" altLang="en-US" b="1">
                <a:latin typeface="+mn-ea"/>
              </a:rPr>
              <a:t>외 </a:t>
            </a:r>
            <a:r>
              <a:rPr lang="en-US" altLang="ko-KR" b="1">
                <a:latin typeface="+mn-ea"/>
              </a:rPr>
              <a:t>5</a:t>
            </a:r>
            <a:r>
              <a:rPr lang="ko-KR" altLang="en-US" b="1">
                <a:latin typeface="+mn-ea"/>
              </a:rPr>
              <a:t>세대 씽크대 렌지후드 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2-303</a:t>
            </a:r>
            <a:r>
              <a:rPr lang="ko-KR" altLang="en-US" sz="1000" b="1">
                <a:latin typeface="+mn-ea"/>
              </a:rPr>
              <a:t>외 </a:t>
            </a:r>
            <a:r>
              <a:rPr lang="en-US" altLang="ko-KR" sz="1000" b="1">
                <a:latin typeface="+mn-ea"/>
              </a:rPr>
              <a:t>5</a:t>
            </a:r>
            <a:r>
              <a:rPr lang="ko-KR" altLang="en-US" sz="1000" b="1">
                <a:latin typeface="+mn-ea"/>
              </a:rPr>
              <a:t>세대 씽크대 렌지후드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단지내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 </a:t>
            </a:r>
            <a:r>
              <a:rPr lang="en-US" altLang="ko-KR" sz="1000"/>
              <a:t>6</a:t>
            </a:r>
            <a:r>
              <a:rPr lang="ko-KR" altLang="en-US" sz="1000"/>
              <a:t>세대 </a:t>
            </a:r>
            <a:r>
              <a:rPr lang="en-US" altLang="ko-KR" sz="1000"/>
              <a:t>: 2</a:t>
            </a:r>
            <a:r>
              <a:rPr lang="ko-KR" altLang="en-US" sz="1000"/>
              <a:t>동 </a:t>
            </a:r>
            <a:r>
              <a:rPr lang="en-US" altLang="ko-KR" sz="1000"/>
              <a:t>303</a:t>
            </a:r>
            <a:r>
              <a:rPr lang="ko-KR" altLang="en-US" sz="1000"/>
              <a:t>호</a:t>
            </a:r>
            <a:r>
              <a:rPr lang="en-US" altLang="ko-KR" sz="1000"/>
              <a:t>_7</a:t>
            </a:r>
            <a:r>
              <a:rPr lang="ko-KR" altLang="en-US" sz="1000"/>
              <a:t>동 </a:t>
            </a:r>
            <a:r>
              <a:rPr lang="en-US" altLang="ko-KR" sz="1000"/>
              <a:t>303</a:t>
            </a:r>
            <a:r>
              <a:rPr lang="ko-KR" altLang="en-US" sz="1000"/>
              <a:t>호</a:t>
            </a:r>
            <a:r>
              <a:rPr lang="en-US" altLang="ko-KR" sz="1000"/>
              <a:t>_8</a:t>
            </a:r>
            <a:r>
              <a:rPr lang="ko-KR" altLang="en-US" sz="1000"/>
              <a:t>동 </a:t>
            </a:r>
            <a:r>
              <a:rPr lang="en-US" altLang="ko-KR" sz="1000"/>
              <a:t>302</a:t>
            </a:r>
            <a:r>
              <a:rPr lang="ko-KR" altLang="en-US" sz="1000"/>
              <a:t>호</a:t>
            </a:r>
            <a:r>
              <a:rPr lang="en-US" altLang="ko-KR" sz="1000"/>
              <a:t>_8</a:t>
            </a:r>
            <a:r>
              <a:rPr lang="ko-KR" altLang="en-US" sz="1000"/>
              <a:t>동 </a:t>
            </a:r>
            <a:r>
              <a:rPr lang="en-US" altLang="ko-KR" sz="1000"/>
              <a:t>410</a:t>
            </a:r>
            <a:r>
              <a:rPr lang="ko-KR" altLang="en-US" sz="1000"/>
              <a:t>호</a:t>
            </a:r>
            <a:r>
              <a:rPr lang="en-US" altLang="ko-KR" sz="1000"/>
              <a:t>_8</a:t>
            </a:r>
            <a:r>
              <a:rPr lang="ko-KR" altLang="en-US" sz="1000"/>
              <a:t>동 </a:t>
            </a:r>
            <a:r>
              <a:rPr lang="en-US" altLang="ko-KR" sz="1000"/>
              <a:t>508</a:t>
            </a:r>
            <a:r>
              <a:rPr lang="ko-KR" altLang="en-US" sz="1000"/>
              <a:t>호</a:t>
            </a:r>
            <a:r>
              <a:rPr lang="en-US" altLang="ko-KR" sz="1000"/>
              <a:t>_9</a:t>
            </a:r>
            <a:r>
              <a:rPr lang="ko-KR" altLang="en-US" sz="1000"/>
              <a:t>동 </a:t>
            </a:r>
            <a:r>
              <a:rPr lang="en-US" altLang="ko-KR" sz="1000"/>
              <a:t>103</a:t>
            </a:r>
            <a:r>
              <a:rPr lang="ko-KR" altLang="en-US" sz="1000"/>
              <a:t>호
기존 씽크대 렌지 후드 철거 자업
기존 씽크대 렌지 후드 철거 부분 조정 작업
신규 씽크대 렌지 후드 설치 작업
신규 씽크대 매립형 자동 확산 소화기 설치</a:t>
            </a:r>
            <a:r>
              <a:rPr lang="en-US" altLang="ko-KR" sz="1000"/>
              <a:t>(7</a:t>
            </a:r>
            <a:r>
              <a:rPr lang="ko-KR" altLang="en-US" sz="1000"/>
              <a:t>동 </a:t>
            </a:r>
            <a:r>
              <a:rPr lang="en-US" altLang="ko-KR" sz="1000"/>
              <a:t>303</a:t>
            </a:r>
            <a:r>
              <a:rPr lang="ko-KR" altLang="en-US" sz="1000"/>
              <a:t>호</a:t>
            </a:r>
            <a:r>
              <a:rPr lang="en-US" altLang="ko-KR" sz="1000"/>
              <a:t>)
</a:t>
            </a:r>
            <a:r>
              <a:rPr lang="ko-KR" altLang="en-US" sz="1000"/>
              <a:t>신규 씽크대 렌지 후드 시운전 및 정리 작업
폐기물 반출 및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874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2026-07-28T03:44:06Z</dcterms:modified>
</cp:coreProperties>
</file>