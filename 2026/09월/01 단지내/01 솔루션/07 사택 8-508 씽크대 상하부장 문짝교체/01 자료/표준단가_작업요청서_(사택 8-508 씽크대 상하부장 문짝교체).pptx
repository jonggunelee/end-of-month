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60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83" d="100"/>
          <a:sy n="83" d="100"/>
        </p:scale>
        <p:origin x="102" y="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275B3B6-CDB6-BB49-3A36-287D6D0EEB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ABECEA-6A6C-CE11-9908-37AFFA1CFD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86B111E-F300-4652-A1DE-661C3E79D45B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7832157-7890-E44F-B607-F48F0F7FC7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39D69183-3847-F45C-A9E3-0FAD075F4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29FBA4-0095-9E79-3B9A-0919665BC8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3BFE52-B1B0-CC6D-417E-43F2A470C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E8A8F1E1-81CA-486D-9CB2-26C9AEA73D1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7C2EE4F-4AE5-F50B-87E3-F1143CAA0A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252F5FB-95EF-D6A9-863F-E141D88A4E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9D2AFEB9-EACD-FC14-2502-629A7DC78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C277B21-EE95-487A-B303-6B7ED8EE238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79197F-8475-A0B3-DB92-89F046B0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6DA2E-E974-4DD4-AF05-20646555B853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9C0B32-B05B-963D-E5B5-01972FBE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BE645-C280-9743-5328-E391B576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1F012B-72F4-446B-8BE5-E6A31FC7F45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75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80F70C-FAA6-9BC4-4EB5-185B5FD99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53C0C-5282-4F24-8CDC-75A6D7C46A04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F11605-E48A-18A0-BD54-EF1F1E67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414D64-17D8-A78B-2C6E-E62BF5C1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0DBF2-FB60-4742-A940-0354AC1E67D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96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40079C-5E73-18FC-0E47-9FEB0DC98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20AA55-D62F-4893-8FAB-27F6E92FCFB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5096A0-3E18-968B-D167-E6F457B27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3C64A-AC77-5BE5-AC43-9DC510D53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B6AE2-CA0E-40E8-A7CA-60A690CEC91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90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E9F45D9-7449-701B-9A5C-666E549B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5E6E5-236F-44D7-BC3D-B466C419F5FF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1C1B0E4-C321-B935-869B-304BA012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76803DC-40D7-6497-B523-F8239113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830033-C656-4E4D-AEC4-25BC35D616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1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098AA481-A57F-C9F6-E530-051D4F0D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C0B74-C795-487D-A655-A92284E1FE72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254E2E0F-D0B8-F4EB-364F-B7036D43D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FC7F452-4C77-B7F2-7A1D-53C042CE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B3AB1-B65F-49F8-9A58-B20CA713A80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007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CF15486E-34A1-0898-C197-F64B47C2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86B45-E908-42B7-AE9E-AF5B6C7B302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21460744-95E5-492E-564C-38122383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F9B11DDD-FFB0-8CCF-98D4-68888BF4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7A4D0-A904-4BE8-A0C6-10AACEC6021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24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040F1494-BF32-FA06-4151-1AA7A55E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B833D-9383-49AB-AEAF-F947C71622B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658B56F5-4D7D-3542-561B-2B468AF1E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0F533D7-3209-04AE-5B78-734D9253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A4D07-1C52-42BC-99BC-FB406D4E7E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517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60FF0B5-FB66-BA86-C82A-40AEE86A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2B594-4072-4B06-B532-57B58326413F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2A92AF5-1931-AD01-7FC2-84A964D5A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F026D8F-A3D9-94CF-0195-23E66F0BF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881C8-70D6-4839-868B-580E0AD348E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5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8D7C086-5F77-8EA2-D5A2-9375882C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E3BDD-7BE5-46FD-A886-9C339A79066E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9871CFF-2B55-C098-2795-6BB8C6B2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2293C21-DB7B-5AFF-E9D1-5D0D7F56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837FEC-855B-4910-91A9-FF9E14FE8B1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17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906B02-708A-DBE3-3F77-D5A4AFDCB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E950F-0104-48BC-9A4B-4059F36668E1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B6AF33-527E-D95B-22DC-0EE08AB0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D1DA2F-5FDF-3083-8F31-5443F59F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F2C0D-3F5D-4C85-A8D6-A5330947965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11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AA5CFB-4706-F230-AD31-99B8A825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2CD1E-A3A8-4EB3-AE59-4540653F4B16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108AC9-82A5-AB4C-08A5-31088BF7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CAF77B-9700-7E25-4A60-56F64922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17F4C-789F-4FF6-9CF7-7BB63D298E8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01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B0BBD134-47E4-6B55-7FC8-07E21B1835A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8C42004A-F6CF-FBD6-9338-8ACF188BA6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0D543D-2CEE-D7A9-7707-9E852FBA4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422F9E0-7C7A-4487-B2FD-2BB03F5C9218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A36C0F-6CF5-93B9-6EA6-C212E0AC7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DDB44-EF8B-668F-DDEB-AF7369204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58ABD9C-ED04-4EA7-8961-21EBD2000F2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D0A77614-0708-CE43-4C70-42AF468A6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508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7D97369-921D-3DFD-328A-86DA4034C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380C0E8B-A871-A794-9035-BEA04DFF1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6036A913-FA1C-9F52-B790-375A7F539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508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C6591E57-D40D-B259-53AD-0C6D912FB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212ED14-497B-0597-C746-2466A8666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BC89B459-A45D-2AD0-69FC-03848AAA9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508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4A9C900-07E9-0B98-BD7C-61D26F983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11438"/>
            <a:ext cx="84423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1.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-5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 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2.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3. </a:t>
            </a:r>
            <a:r>
              <a:rPr kumimoji="0" lang="ko-KR" altLang="en-US" sz="1200" b="1"/>
              <a:t>주방 난방분배기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4. </a:t>
            </a:r>
            <a:r>
              <a:rPr kumimoji="0" lang="ko-KR" altLang="en-US" sz="1200" b="1"/>
              <a:t>주방 씽크대 상판 전체 실리콘 재코킹작업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5. </a:t>
            </a:r>
            <a:r>
              <a:rPr kumimoji="0" lang="ko-KR" altLang="en-US" sz="1200" b="1"/>
              <a:t>화장실 벽면 모서리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실리콘 작업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6. </a:t>
            </a:r>
            <a:r>
              <a:rPr kumimoji="0" lang="ko-KR" altLang="en-US" sz="1200" b="1"/>
              <a:t>주방 렌지후드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소음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기름때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7.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천정 누수점검 및 보수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FC66C482-144F-7B8B-7093-56633A595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356100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35ACADCD-D2E3-B444-D623-BEFC12C3D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2375176F-D088-3618-1DD7-CEAAE92C1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A17BB39-A6B1-3571-7ABC-14B8A1255F70}"/>
              </a:ext>
            </a:extLst>
          </p:cNvPr>
          <p:cNvSpPr/>
          <p:nvPr/>
        </p:nvSpPr>
        <p:spPr bwMode="auto">
          <a:xfrm>
            <a:off x="3425825" y="4995863"/>
            <a:ext cx="2509838" cy="490537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896A6CA3-347C-02D3-D8A4-A3DE34639B87}"/>
              </a:ext>
            </a:extLst>
          </p:cNvPr>
          <p:cNvSpPr/>
          <p:nvPr/>
        </p:nvSpPr>
        <p:spPr>
          <a:xfrm>
            <a:off x="4284663" y="5949950"/>
            <a:ext cx="792162" cy="6477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4C132-436C-9BF8-8FC0-14AAC47B5FB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en-US" altLang="ko-KR" sz="2000" b="1" dirty="0"/>
              <a:t>2. </a:t>
            </a:r>
            <a:r>
              <a:rPr lang="ko-KR" altLang="en-US" sz="2000" b="1" dirty="0"/>
              <a:t>주방 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872998-F3C1-90F6-0D3E-96AE6E03EA9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8">
            <a:extLst>
              <a:ext uri="{FF2B5EF4-FFF2-40B4-BE49-F238E27FC236}">
                <a16:creationId xmlns:a16="http://schemas.microsoft.com/office/drawing/2014/main" id="{2E9B0482-864B-630D-743B-8D08099BB2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5FEA96A-CBAA-D8B3-1215-8FF775267531}"/>
              </a:ext>
            </a:extLst>
          </p:cNvPr>
          <p:cNvSpPr/>
          <p:nvPr/>
        </p:nvSpPr>
        <p:spPr>
          <a:xfrm>
            <a:off x="2987675" y="2276475"/>
            <a:ext cx="3744913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A55D633-DDB7-D2C5-569C-AE1ABBAC3717}"/>
              </a:ext>
            </a:extLst>
          </p:cNvPr>
          <p:cNvSpPr/>
          <p:nvPr/>
        </p:nvSpPr>
        <p:spPr>
          <a:xfrm>
            <a:off x="3276600" y="4149725"/>
            <a:ext cx="3311525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2807</TotalTime>
  <Words>198</Words>
  <Application>Microsoft Office PowerPoint</Application>
  <PresentationFormat>화면 슬라이드 쇼(4:3)</PresentationFormat>
  <Paragraphs>22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2. 주방 씽크대(상부장, 하부장) 문짝(서럽장, 몰딩포함) 전체교체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511</cp:revision>
  <dcterms:created xsi:type="dcterms:W3CDTF">2012-05-23T04:33:26Z</dcterms:created>
  <dcterms:modified xsi:type="dcterms:W3CDTF">2026-07-10T05:55:49Z</dcterms:modified>
</cp:coreProperties>
</file>