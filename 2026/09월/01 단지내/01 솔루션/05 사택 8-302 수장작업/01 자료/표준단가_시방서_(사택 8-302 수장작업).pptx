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8-302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부분도장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현관 방화문 내부 및 거실 걸레받이</a:t>
            </a:r>
            <a:r>
              <a:rPr lang="en-US" altLang="ko-KR" sz="1000"/>
              <a:t>)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2026-06-23T06:13:19Z</dcterms:modified>
</cp:coreProperties>
</file>