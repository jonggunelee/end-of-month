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6" r:id="rId11"/>
    <p:sldId id="267" r:id="rId12"/>
    <p:sldId id="268" r:id="rId13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1AB06F8-0B1B-DB6A-819B-B6E2AFB2CD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B1A0E6-5AD5-A5CF-DC30-4186B7D2DB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55A2D7F-A064-4A67-AB16-7E9048E5A91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8F671192-9D80-E839-8C9F-7E2E80015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10CCF4C-9B19-4A45-0F92-77257AE68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4E8B44-05F0-76AC-9CF6-F02CCC5C60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EA1137-7C8C-E98E-6539-AD27951E6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76983B8-B5FA-4718-ACFB-5086C1D32CD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77FF0FD2-8B6B-33AB-D59A-1B357B7392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9789BE88-D403-043C-9CD4-05A9E1B169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409E576-08B0-4740-A21D-58E99EAE2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EA6EAA5-D43E-4054-8A7D-E4189B3B1860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E944A-92F2-EF0B-DFA7-16FFFBF5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C76ED-AAE6-49EC-B095-339C7D10467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8E7FD-D8F8-4EA1-3F42-DFFF9E22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F5C9B6-9B7C-20DA-F96C-6BA6C16B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116C9-9074-4556-A74B-7AFA64857CE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75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E06A54-4A07-1AA3-411A-102B17A6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5405C1-3FC2-4927-B2FE-78A6F0F2F8B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89B3F-AF3B-9A91-7570-5F11C386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57265-25FD-A1A9-41D3-51554E24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3A5E67-D290-42C7-AAB8-186090D6E7D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15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BC5782-97E9-5D37-6808-EBF83631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F2BD0-37CF-407E-BD1B-E34C8F302A7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A6B933-96E5-748A-9C66-7A0758D3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94828-937D-3D0C-F725-241C9B3C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2C119-3173-449A-950B-3BA18023DEA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02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AC0E2FB-51C2-FF11-7162-DD115338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7DFCF-1A1C-42B1-B739-8C8E942AE5B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E272ECDD-738D-3D77-3FCF-91AA8FFB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CD0847D-7EE0-B45D-05CC-C29F3BF7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CB9B8-CC7B-4498-8462-C6F49CFF52C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98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DC27070-0607-91D6-C1FE-4CA124949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D9E16-9B71-4D85-9214-A097EC5C1F7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44A379D0-158B-5284-AC09-817F8E79B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6B2E62B-1C58-3157-538F-F3602F3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10B677-837A-4A6F-A0CC-4EDF9EDE65F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16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4DD56F1-341C-01D5-C281-5071D730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184DFE-13C9-4252-AC41-965C1D568B7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AA78AC6-48C0-B7D7-54E0-18EFE00D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497F4CB-6432-00A1-92C3-80814E3E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1AE69-FD3E-4F8B-BE5E-0F281CED600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45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9DCE70A-62CC-88E8-ADDA-3878C9F20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FDD23-021B-4FBB-8527-D0FCB9F13A4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C4220447-B341-F21C-FEED-F8F48259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DB49988-9A12-9C91-09D9-7A0724F3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633B8-1823-40AD-9875-9B9BFD76B25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17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DBF3857-2DA3-CF98-0BA3-0A51E565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26336-E7AB-49B4-A073-EFF3D5BA92A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6022B68-7F31-34A3-D3A0-0A7EEE9B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5FF29A3-2683-C365-FA46-70B07EE1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F95715-2DF2-4D2F-8BDD-50FF887B869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27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5B824AD-2555-4BF4-98FB-2AA9448C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90E25-74BB-4312-A49F-89E337F6F52E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B0A780C-AC42-751E-B324-0107E3FA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0F3E7A8-5C8C-AD89-C335-9CABBDB1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5C2053-B379-46AE-AAC9-876355C6B8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62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FDDFD4-0CD1-C5E9-884F-B6B87C75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25036-5FDB-43ED-9E31-C1226A5CFED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F617CD-3F47-7D42-6ADB-3B517583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C637DC-7234-7E56-E344-FCCC0872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AE9F15-38C0-46C5-B30E-6D0DA69CE5A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03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2254B-963F-F2D7-4359-F0BF8B971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AAA0C7-F4B0-477F-9FED-C1DA8DC258C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3358FE-456E-49D2-49C6-FD8F53DB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676B5-2C34-4ADD-844B-550FB067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266DE1-6AC7-44C2-A02C-CD7702985D3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92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653C7916-3135-B874-25F8-5C9E3FF5480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B7514F4F-CB0E-2CC0-F175-54809F6462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13BAD5-8301-9E7C-05D2-545C8926E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2BA2548-3BB3-43FC-921D-BCADC69D1DF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E85C59-516D-7834-436E-71A4CB3B8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2AF2DD-E595-9853-65FC-E142C6A82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A4D9496-BCD4-49ED-B3B0-1D5B03904F6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EEA502F-7710-AFE2-0BA3-408AF72FB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69B32C3-486D-A2E3-283D-F1B6219B3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E87BBDE3-EC89-B4A3-2E58-527718652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50388D1-3A04-E15C-8481-03300DEA0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58A94317-4214-6B54-CC69-0E503B99B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D15F3913-47AA-3478-4F52-BB7899C3A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34766091-B0FE-E1DF-9182-4200CDD6C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E8EF5D94-DE00-69EF-9025-84FD1E2FE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부분도색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현관 방화문 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8289E3C4-3C20-88D4-ACDA-53D37A16E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6F98B44D-DD67-FE76-7664-1B61DB313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8EDF03-BFA2-615E-7D07-CDAEEEA28B18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9E201900-7D1D-4DB3-C210-B6489064B844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86A1AF12-9EF7-6F87-192E-E3E5EB6C0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0199F-5A3A-9AE8-A73A-D30CB9E04BC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2311AF-5FAB-7B42-C7D5-4FD1811C068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7E967B1D-D34D-6EA7-0B7D-FF7BA4E4F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EF66A73-D47D-2A99-9512-83FDDC9EB63B}"/>
              </a:ext>
            </a:extLst>
          </p:cNvPr>
          <p:cNvSpPr/>
          <p:nvPr/>
        </p:nvSpPr>
        <p:spPr>
          <a:xfrm>
            <a:off x="2916238" y="2781300"/>
            <a:ext cx="3889375" cy="3240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E5CD9-24CA-3F65-17AF-313E149CC8C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197867-9FF6-A030-07F9-A7DC20A0DA4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962DB0DB-CEA4-7025-B147-853E645C081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47CA840-CD3A-9321-DC4A-CC8076F8DC9F}"/>
              </a:ext>
            </a:extLst>
          </p:cNvPr>
          <p:cNvSpPr/>
          <p:nvPr/>
        </p:nvSpPr>
        <p:spPr>
          <a:xfrm>
            <a:off x="827088" y="2636838"/>
            <a:ext cx="7777162" cy="2879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C9969-119B-207E-F833-2714550F7DB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FEFC60A-5D7A-F406-9806-27FA84D94B1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그림 2">
            <a:extLst>
              <a:ext uri="{FF2B5EF4-FFF2-40B4-BE49-F238E27FC236}">
                <a16:creationId xmlns:a16="http://schemas.microsoft.com/office/drawing/2014/main" id="{FF0218B6-4D15-2C2D-C14D-F1AF120CB36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2960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9032F2E-A164-6F72-5B69-C63AF2B10056}"/>
              </a:ext>
            </a:extLst>
          </p:cNvPr>
          <p:cNvSpPr/>
          <p:nvPr/>
        </p:nvSpPr>
        <p:spPr>
          <a:xfrm>
            <a:off x="1758950" y="2276475"/>
            <a:ext cx="5472113" cy="28908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CA635-AA2B-7AB5-CA8B-DEBEBF5E671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920057-8B5E-575F-243F-0D41C32B02C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그림 2">
            <a:extLst>
              <a:ext uri="{FF2B5EF4-FFF2-40B4-BE49-F238E27FC236}">
                <a16:creationId xmlns:a16="http://schemas.microsoft.com/office/drawing/2014/main" id="{9BA73A8C-319E-E478-C99C-7F8E30D44A7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18487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46015AD-096E-6F9C-F87E-91CD7066DC27}"/>
              </a:ext>
            </a:extLst>
          </p:cNvPr>
          <p:cNvSpPr/>
          <p:nvPr/>
        </p:nvSpPr>
        <p:spPr>
          <a:xfrm>
            <a:off x="2268538" y="2133600"/>
            <a:ext cx="4679950" cy="3743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ABFE5-1B3A-8DBD-42EF-05DD99E305B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37C04D-96FB-7076-286A-C44261C8427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내용 개체 틀 2">
            <a:extLst>
              <a:ext uri="{FF2B5EF4-FFF2-40B4-BE49-F238E27FC236}">
                <a16:creationId xmlns:a16="http://schemas.microsoft.com/office/drawing/2014/main" id="{4BBF174D-445B-90A3-C29D-44C25F81D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C6CC545-7233-8B08-6997-3CD971CEAD30}"/>
              </a:ext>
            </a:extLst>
          </p:cNvPr>
          <p:cNvSpPr/>
          <p:nvPr/>
        </p:nvSpPr>
        <p:spPr>
          <a:xfrm>
            <a:off x="2771775" y="2133600"/>
            <a:ext cx="5761038" cy="3167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BB07E-3559-5DEB-DAF9-C2A4510B8A7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FDF1EA-F164-254E-F247-2C67F7F4959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내용 개체 틀 2">
            <a:extLst>
              <a:ext uri="{FF2B5EF4-FFF2-40B4-BE49-F238E27FC236}">
                <a16:creationId xmlns:a16="http://schemas.microsoft.com/office/drawing/2014/main" id="{EB6B9D61-26C9-3E11-E550-AE0077D41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7431A95-21CD-6BB3-4E45-BC5826183ED2}"/>
              </a:ext>
            </a:extLst>
          </p:cNvPr>
          <p:cNvSpPr/>
          <p:nvPr/>
        </p:nvSpPr>
        <p:spPr>
          <a:xfrm>
            <a:off x="3348038" y="2779713"/>
            <a:ext cx="3673475" cy="21605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513BC-A5C8-836D-3E1F-05FB3D52663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앞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 err="1">
                <a:latin typeface="+mj-ea"/>
              </a:rPr>
              <a:t>뒤베란다</a:t>
            </a:r>
            <a:r>
              <a:rPr lang="ko-KR" altLang="en-US" b="1" dirty="0">
                <a:latin typeface="+mj-ea"/>
              </a:rPr>
              <a:t> 부분 도색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574AE8-F858-3AF0-2DD4-D490FD012FD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내용 개체 틀 2">
            <a:extLst>
              <a:ext uri="{FF2B5EF4-FFF2-40B4-BE49-F238E27FC236}">
                <a16:creationId xmlns:a16="http://schemas.microsoft.com/office/drawing/2014/main" id="{C6332122-31C6-6096-9D78-72438878D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BB1F0ED-3D4E-2B10-7CE7-784ADFD2B638}"/>
              </a:ext>
            </a:extLst>
          </p:cNvPr>
          <p:cNvSpPr/>
          <p:nvPr/>
        </p:nvSpPr>
        <p:spPr>
          <a:xfrm>
            <a:off x="1258888" y="1989138"/>
            <a:ext cx="5329237" cy="3816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38619A-1B45-B78C-90EB-1623688ACF3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 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)</a:t>
            </a:r>
            <a:r>
              <a:rPr lang="ko-KR" altLang="en-US" b="1" dirty="0">
                <a:latin typeface="+mj-ea"/>
              </a:rPr>
              <a:t> 도색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1EB6DA-33CA-4814-5489-7EAB43D95F4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내용 개체 틀 2">
            <a:extLst>
              <a:ext uri="{FF2B5EF4-FFF2-40B4-BE49-F238E27FC236}">
                <a16:creationId xmlns:a16="http://schemas.microsoft.com/office/drawing/2014/main" id="{A56599EF-B73F-0DA2-DBD5-F8F2F29A6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F7713BA-D082-EB6F-79B4-9961C00ACA84}"/>
              </a:ext>
            </a:extLst>
          </p:cNvPr>
          <p:cNvSpPr/>
          <p:nvPr/>
        </p:nvSpPr>
        <p:spPr>
          <a:xfrm>
            <a:off x="1258888" y="1989138"/>
            <a:ext cx="5329237" cy="3816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34AC7-8F02-D62F-8194-C8BC1DC60BD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현관 </a:t>
            </a:r>
            <a:r>
              <a:rPr lang="ko-KR" altLang="en-US" b="1" dirty="0" err="1">
                <a:latin typeface="+mj-ea"/>
              </a:rPr>
              <a:t>방화문</a:t>
            </a:r>
            <a:r>
              <a:rPr lang="ko-KR" altLang="en-US" b="1" dirty="0">
                <a:latin typeface="+mj-ea"/>
              </a:rPr>
              <a:t> 내부 도색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E43E1E-7C6C-5B78-1EB4-2B8000C97DE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내용 개체 틀 2">
            <a:extLst>
              <a:ext uri="{FF2B5EF4-FFF2-40B4-BE49-F238E27FC236}">
                <a16:creationId xmlns:a16="http://schemas.microsoft.com/office/drawing/2014/main" id="{70A7C3B2-1AC6-AA7F-0DA8-A0F660480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9D19394-35B3-48C9-7F5A-B9EC437FAD65}"/>
              </a:ext>
            </a:extLst>
          </p:cNvPr>
          <p:cNvSpPr/>
          <p:nvPr/>
        </p:nvSpPr>
        <p:spPr>
          <a:xfrm>
            <a:off x="1763713" y="2060575"/>
            <a:ext cx="5329237" cy="3816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62A56-DF48-5C8C-759B-1A125C424EE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거실  걸레받이 도색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A9385C-2963-1E4F-24D1-001E97C8E8B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내용 개체 틀 2">
            <a:extLst>
              <a:ext uri="{FF2B5EF4-FFF2-40B4-BE49-F238E27FC236}">
                <a16:creationId xmlns:a16="http://schemas.microsoft.com/office/drawing/2014/main" id="{C4565C09-F61B-81FE-B9F9-B51FB7686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A80429F-A8E6-F0C6-716C-1059973FA59F}"/>
              </a:ext>
            </a:extLst>
          </p:cNvPr>
          <p:cNvSpPr/>
          <p:nvPr/>
        </p:nvSpPr>
        <p:spPr>
          <a:xfrm>
            <a:off x="1187450" y="2997200"/>
            <a:ext cx="6624638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2056</TotalTime>
  <Words>207</Words>
  <Application>Microsoft Office PowerPoint</Application>
  <PresentationFormat>화면 슬라이드 쇼(4:3)</PresentationFormat>
  <Paragraphs>24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 도배(벽-방3곳) </vt:lpstr>
      <vt:lpstr> 도배(천정-거실) </vt:lpstr>
      <vt:lpstr> 도배(천정-방3곳) </vt:lpstr>
      <vt:lpstr>장판(거실)</vt:lpstr>
      <vt:lpstr>장판(방3곳)</vt:lpstr>
      <vt:lpstr>앞,뒤베란다 부분 도색</vt:lpstr>
      <vt:lpstr>방3곳(문, 문틀) 도색</vt:lpstr>
      <vt:lpstr>현관 방화문 내부 도색</vt:lpstr>
      <vt:lpstr>거실  걸레받이 도색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377</cp:revision>
  <cp:lastPrinted>2022-08-17T04:02:57Z</cp:lastPrinted>
  <dcterms:created xsi:type="dcterms:W3CDTF">2012-05-23T04:33:26Z</dcterms:created>
  <dcterms:modified xsi:type="dcterms:W3CDTF">2026-06-23T03:29:58Z</dcterms:modified>
</cp:coreProperties>
</file>