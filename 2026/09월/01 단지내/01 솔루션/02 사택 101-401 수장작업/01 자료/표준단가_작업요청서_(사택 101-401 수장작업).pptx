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6" r:id="rId4"/>
    <p:sldId id="267" r:id="rId5"/>
    <p:sldId id="271" r:id="rId6"/>
    <p:sldId id="272" r:id="rId7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8" d="100"/>
          <a:sy n="108" d="100"/>
        </p:scale>
        <p:origin x="186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D0B7E0D-5510-4D58-F5E4-D338932AED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6548927-3CBF-0339-C673-729B07AD86D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E7F052B8-C067-4E61-8230-6AE76166662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ABB0A77F-E6B4-11B7-1811-AE15F034B4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E010081E-57DD-FF2F-8386-6AE3ED1A3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B51C41-F17F-42D3-D8B2-05AD03340C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E4B8C5-7F8A-414C-B55C-2479627D7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40C96B34-3B3E-4521-B577-F68D42E2555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937E31B9-4480-9DAD-8A99-173F79710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A59D006F-1EA1-83BA-C899-EFFFAB1EBD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84E2E626-9D90-9075-1022-284FB140B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2F74415-BCD5-4AA4-9325-B3A63DB6968A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361724-2520-0E05-B361-BEF14E28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D90A6-FA55-4796-9BF6-0EDD6E3C449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AADA9C-F592-DD09-AC4B-291A8410E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DD7673-CA6A-3CCC-4597-E407CCCD2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17E851-A232-4D19-A092-943BC2F7ED5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36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344770-0D81-3662-3172-004991AB7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A22239-831C-4200-AC2C-152B79CEB99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72A4D5-99C8-D8B0-50B6-747B3BEE5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954121-DD3C-1540-7926-D8A23DB6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40A840-CF87-4AD8-9FB6-91151D4CB07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81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D46FB5-1E67-959F-A92B-9A9D6531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8AA58-5806-49EA-8E78-FC57E97AAA2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9BA0F4-CE03-92B3-E655-F7A9E973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E87E16-BA97-89C6-45A3-BAF8D55D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F06200-34EA-4C41-A0FA-26FF39486E6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72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78B7549-6AF2-B18F-7D12-BB615173B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EAE8E8-ADE7-45C9-8E6B-5C00E25E6B5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FEA7FC3-14A6-378F-C172-D631FC7D7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504930C-CEEC-952D-E2D1-94B87A93D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4738C-7C80-43B1-927B-C0066B4834B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97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535CC0C1-FB23-E74A-DBD3-B6DA126D9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C0ABB-1CC7-4D66-B98D-99F9CE1116B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ACF26AF8-1905-872C-1BDC-4E22E5A9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149C101-5177-0738-78B1-DE7A47E91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3FCD78-1D8B-4A55-BC8A-A7BF7C5B011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824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BA8593FC-15B0-F80F-E1B3-696DE1EE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6DFEE-618C-44B5-8FC2-F894656A9AA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72826296-8A61-5680-EE5A-FD439EA8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D48304-51C9-CB5D-FE2F-177186731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FAB841-4D2C-459F-BF5A-30E5061763D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6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0021BEB-613A-908D-3DA0-A6D5481CC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959B6-F644-4001-BEAB-7B9E77B053E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0EACC5EF-24F4-2D50-893B-B303DE5D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0EEA172-DBAF-E7A8-9FCE-9BF261408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B78D41-84A8-46FF-ADA9-8FF6B23A049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35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9B54BB6-AFC1-B655-8347-2F3A55B94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849FCE-7A06-4810-A583-324103420A64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498C907-8376-B4FE-A89E-32963186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31A8347-1DB2-3A3B-CE0F-99D0D01C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9BD929-6C94-4F74-8325-4150717277D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6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80317CE-866C-F71B-174A-FF806794F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977F2-C4EB-4979-8B9A-C9CF8309C43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BFD52EE-6F51-27B1-99DB-F9D86695A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B6F45D6-0E8D-E7EB-D2D8-56D34667B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213EB-8184-44FB-90F7-0FA7CC7BF59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381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E55093-1180-4806-3ECD-2C20BC818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F7A65-2DC6-49C0-8DD4-D836B8248B2F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2481D7-DB10-B567-B1F5-3EC67CFA4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A89A49-6D13-8FD8-A42C-2FF753E4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7B35E-0916-411E-9DC2-760EB616968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510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222BCB-2343-DCAB-893B-74CF29A2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CB0FA-F9C7-4743-B084-EEA6EC892BA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5378B-6221-B91D-9FA0-3DDAFD6C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4B00AB-FBA6-1C59-19CD-596505E4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6DF44B-BEC1-4E54-9907-9EE6C1362F0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548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754359ED-ED84-E849-928E-063DBF490F9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D2BD9DBC-D51D-E132-E30F-35D7858781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533B3B-0E5C-BF38-34AD-06C8FF023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34A2D86-1496-4BDA-AC29-1B85FBF50108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C30109-D049-1B4B-2F4D-7C4997518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18E1BE-8E6E-A12C-D232-6DB0D69DD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13ABDAF-FFD0-4B81-9176-878792AB164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95C14399-1DFB-4A68-9F9C-404AC8360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665288"/>
            <a:ext cx="6337300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101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401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C2918F13-0D95-9E7D-43CA-5CF48D419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589588"/>
            <a:ext cx="14160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F59220E6-3DA8-B683-651D-32388890A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3933825"/>
            <a:ext cx="13874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B89AF397-B07A-4732-6420-E455F73FB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101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401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E8D90D48-2067-5492-DCE9-E6C7C606F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A6D70F7-4C67-CBF0-776E-6C74BB792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4626D805-5043-2638-4D45-42C348411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80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101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401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2ABA6C20-68DE-6AA0-F5AD-6B4EB33B2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2900363"/>
            <a:ext cx="86328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안방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거실좌우측 방</a:t>
            </a:r>
            <a:r>
              <a:rPr kumimoji="0" lang="en-US" altLang="ko-KR" sz="1200" b="1"/>
              <a:t>)) </a:t>
            </a:r>
            <a:r>
              <a:rPr kumimoji="0" lang="ko-KR" altLang="en-US" sz="1200" b="1"/>
              <a:t>보수 공사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요함</a:t>
            </a:r>
            <a:r>
              <a:rPr kumimoji="0" lang="en-US" altLang="ko-KR" sz="1200" b="1"/>
              <a:t>.      </a:t>
            </a:r>
            <a:r>
              <a:rPr kumimoji="0" lang="ko-KR" altLang="en-US" sz="1200" b="1"/>
              <a:t>   </a:t>
            </a:r>
            <a:endParaRPr kumimoji="0" lang="en-US" altLang="ko-KR" sz="1200" b="1"/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86296A22-2AD5-C994-894A-6F8E09BB3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7289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DCE3BEAE-1B52-68DD-6824-1721352C9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71738"/>
            <a:ext cx="26812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4080C5C5-A721-D2A5-E383-5CADD9B88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1472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3DFD5D-4E70-8D4A-2798-62C23A41ED33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F4CF05F3-B78B-1448-5AE9-ED9089960D64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DEC67-471D-797D-556C-EE3337F63FA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3BF808-D9A3-0A7C-2974-33764AAB020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2">
            <a:extLst>
              <a:ext uri="{FF2B5EF4-FFF2-40B4-BE49-F238E27FC236}">
                <a16:creationId xmlns:a16="http://schemas.microsoft.com/office/drawing/2014/main" id="{A73F06B0-EE33-7A3D-A025-B1445FB11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0BDB7013-09A0-F46B-EA61-47327802CEEE}"/>
              </a:ext>
            </a:extLst>
          </p:cNvPr>
          <p:cNvSpPr/>
          <p:nvPr/>
        </p:nvSpPr>
        <p:spPr>
          <a:xfrm>
            <a:off x="1979613" y="3644900"/>
            <a:ext cx="5040312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E9F34-A52D-4917-CB8A-BBCF5ECD6DA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안방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703249-7E42-C3E5-CB94-ABD822BAABB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내용 개체 틀 2">
            <a:extLst>
              <a:ext uri="{FF2B5EF4-FFF2-40B4-BE49-F238E27FC236}">
                <a16:creationId xmlns:a16="http://schemas.microsoft.com/office/drawing/2014/main" id="{814393F1-937E-ED4C-5CE2-B07117082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8B77B0C-B8EA-DF8F-8E4F-3606C9B8E691}"/>
              </a:ext>
            </a:extLst>
          </p:cNvPr>
          <p:cNvSpPr/>
          <p:nvPr/>
        </p:nvSpPr>
        <p:spPr>
          <a:xfrm>
            <a:off x="1042988" y="4005263"/>
            <a:ext cx="6769100" cy="7921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2D769-A49C-8343-3CA6-5CE4DD66FAE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3470C3-F6B0-E2B6-4B03-ACA73DF0D13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내용 개체 틀 5">
            <a:extLst>
              <a:ext uri="{FF2B5EF4-FFF2-40B4-BE49-F238E27FC236}">
                <a16:creationId xmlns:a16="http://schemas.microsoft.com/office/drawing/2014/main" id="{9682B1F7-0433-1134-0D2F-223FB9B50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26FFB51B-3370-7D01-BACE-04A04E89F63B}"/>
              </a:ext>
            </a:extLst>
          </p:cNvPr>
          <p:cNvSpPr/>
          <p:nvPr/>
        </p:nvSpPr>
        <p:spPr>
          <a:xfrm>
            <a:off x="3924300" y="3716338"/>
            <a:ext cx="1943100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E0E11-6361-7D94-A31C-3F3131944D7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-</a:t>
            </a:r>
            <a:r>
              <a:rPr lang="ko-KR" altLang="en-US" b="1" dirty="0" err="1"/>
              <a:t>거실좌우측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F043B3-A046-B4F1-2BAF-5972C39B906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내용 개체 틀 2">
            <a:extLst>
              <a:ext uri="{FF2B5EF4-FFF2-40B4-BE49-F238E27FC236}">
                <a16:creationId xmlns:a16="http://schemas.microsoft.com/office/drawing/2014/main" id="{14AED1DF-372C-D79F-520A-84263CCCD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8218488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342EA9F-7E84-AE45-1FE2-4B62F693791D}"/>
              </a:ext>
            </a:extLst>
          </p:cNvPr>
          <p:cNvSpPr/>
          <p:nvPr/>
        </p:nvSpPr>
        <p:spPr>
          <a:xfrm>
            <a:off x="4067175" y="3860800"/>
            <a:ext cx="1873250" cy="863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2462</TotalTime>
  <Words>137</Words>
  <Application>Microsoft Office PowerPoint</Application>
  <PresentationFormat>화면 슬라이드 쇼(4:3)</PresentationFormat>
  <Paragraphs>17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도배(벽-안방) </vt:lpstr>
      <vt:lpstr>장판(거실)</vt:lpstr>
      <vt:lpstr>장판(방2곳-거실좌우측)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415</cp:revision>
  <cp:lastPrinted>2022-08-17T02:53:58Z</cp:lastPrinted>
  <dcterms:created xsi:type="dcterms:W3CDTF">2012-05-23T04:33:26Z</dcterms:created>
  <dcterms:modified xsi:type="dcterms:W3CDTF">2026-06-23T03:25:17Z</dcterms:modified>
</cp:coreProperties>
</file>