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101-401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101-401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274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안방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(</a:t>
            </a:r>
            <a:r>
              <a:rPr lang="ko-KR" altLang="en-US" sz="1000"/>
              <a:t>거실좌우측 방</a:t>
            </a:r>
            <a:r>
              <a:rPr lang="en-US" altLang="ko-KR" sz="1000"/>
              <a:t>)) </a:t>
            </a:r>
            <a:r>
              <a:rPr lang="ko-KR" altLang="en-US" sz="1000"/>
              <a:t>작업
폐기물 반출 및 처리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812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2026-06-23T06:13:30Z</dcterms:modified>
</cp:coreProperties>
</file>