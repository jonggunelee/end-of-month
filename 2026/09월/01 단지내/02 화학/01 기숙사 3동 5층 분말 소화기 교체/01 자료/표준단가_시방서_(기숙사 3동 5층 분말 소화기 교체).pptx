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5</a:t>
            </a:r>
            <a:r>
              <a:rPr lang="ko-KR" altLang="en-US" b="1">
                <a:latin typeface="+mn-ea"/>
              </a:rPr>
              <a:t>층 분말 소화기 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</a:t>
            </a:r>
            <a:r>
              <a:rPr lang="en-US" altLang="ko-KR" sz="1000" b="1">
                <a:latin typeface="+mn-ea"/>
              </a:rPr>
              <a:t>3</a:t>
            </a:r>
            <a:r>
              <a:rPr lang="ko-KR" altLang="en-US" sz="1000" b="1">
                <a:latin typeface="+mn-ea"/>
              </a:rPr>
              <a:t>동 </a:t>
            </a:r>
            <a:r>
              <a:rPr lang="en-US" altLang="ko-KR" sz="1000" b="1">
                <a:latin typeface="+mn-ea"/>
              </a:rPr>
              <a:t>5</a:t>
            </a:r>
            <a:r>
              <a:rPr lang="ko-KR" altLang="en-US" sz="1000" b="1">
                <a:latin typeface="+mn-ea"/>
              </a:rPr>
              <a:t>층 분말 소화기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대상</a:t>
            </a:r>
            <a:r>
              <a:rPr lang="en-US" altLang="ko-KR" sz="1000" dirty="0"/>
              <a:t>: </a:t>
            </a:r>
            <a:r>
              <a:rPr lang="ko-KR" altLang="en-US" sz="1000" dirty="0"/>
              <a:t>분말소화기</a:t>
            </a:r>
            <a:r>
              <a:rPr lang="en-US" altLang="ko-KR" sz="1000" dirty="0"/>
              <a:t>(6</a:t>
            </a:r>
            <a:r>
              <a:rPr lang="ko-KR" altLang="en-US" sz="1000" dirty="0"/>
              <a:t>개</a:t>
            </a:r>
            <a:r>
              <a:rPr lang="en-US" altLang="ko-KR" sz="1000" dirty="0"/>
              <a:t>)_</a:t>
            </a:r>
            <a:r>
              <a:rPr lang="ko-KR" altLang="en-US" sz="1000" dirty="0"/>
              <a:t>내용연수</a:t>
            </a:r>
            <a:r>
              <a:rPr lang="en-US" altLang="ko-KR" sz="1000" dirty="0"/>
              <a:t>(10</a:t>
            </a:r>
            <a:r>
              <a:rPr lang="ko-KR" altLang="en-US" sz="1000" dirty="0"/>
              <a:t>년</a:t>
            </a:r>
            <a:r>
              <a:rPr lang="en-US" altLang="ko-KR" sz="1000" dirty="0"/>
              <a:t>) </a:t>
            </a:r>
            <a:r>
              <a:rPr lang="ko-KR" altLang="en-US" sz="1000" dirty="0"/>
              <a:t>기한이 도래
</a:t>
            </a:r>
            <a:r>
              <a:rPr lang="en-US" altLang="ko-KR" sz="1000" dirty="0"/>
              <a:t>(3</a:t>
            </a:r>
            <a:r>
              <a:rPr lang="ko-KR" altLang="en-US" sz="1000" dirty="0"/>
              <a:t>동 </a:t>
            </a:r>
            <a:r>
              <a:rPr lang="en-US" altLang="ko-KR" sz="1000" dirty="0"/>
              <a:t>5</a:t>
            </a:r>
            <a:r>
              <a:rPr lang="ko-KR" altLang="en-US" sz="1000" dirty="0"/>
              <a:t>층</a:t>
            </a:r>
            <a:r>
              <a:rPr lang="en-US" altLang="ko-KR" sz="1000" dirty="0"/>
              <a:t>)
</a:t>
            </a:r>
            <a:r>
              <a:rPr lang="ko-KR" altLang="en-US" sz="1000" dirty="0"/>
              <a:t>받침대 포함 분말 소화기</a:t>
            </a:r>
            <a:r>
              <a:rPr lang="en-US" altLang="ko-KR" sz="1000" dirty="0"/>
              <a:t>(</a:t>
            </a:r>
            <a:r>
              <a:rPr lang="en-US" altLang="ko-KR" sz="1000" dirty="0" err="1"/>
              <a:t>3.3KG</a:t>
            </a:r>
            <a:r>
              <a:rPr lang="en-US" altLang="ko-KR" sz="1000" dirty="0"/>
              <a:t>) </a:t>
            </a:r>
            <a:r>
              <a:rPr lang="ko-KR" altLang="en-US" sz="1000" dirty="0"/>
              <a:t>하여 교체
기존 위치의 분말 소화기 </a:t>
            </a:r>
            <a:r>
              <a:rPr lang="ko-KR" altLang="en-US" sz="1000" dirty="0" err="1"/>
              <a:t>회수후</a:t>
            </a:r>
            <a:r>
              <a:rPr lang="ko-KR" altLang="en-US" sz="1000" dirty="0"/>
              <a:t> 폐기 처리 지정 업체에서 처리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2026-06-01T06:44:38Z</dcterms:modified>
</cp:coreProperties>
</file>