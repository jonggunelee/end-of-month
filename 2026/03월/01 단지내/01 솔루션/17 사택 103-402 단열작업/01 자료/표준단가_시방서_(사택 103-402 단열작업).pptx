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9" d="100"/>
          <a:sy n="79" d="100"/>
        </p:scale>
        <p:origin x="906" y="11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2026-01-18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103-402 </a:t>
            </a:r>
            <a:r>
              <a:rPr lang="ko-KR" altLang="en-US" b="1">
                <a:latin typeface="+mn-ea"/>
              </a:rPr>
              <a:t>단열작업 </a:t>
            </a:r>
            <a:r>
              <a:rPr lang="ko-KR" altLang="en-US" b="1" dirty="0">
                <a:latin typeface="+mn-ea"/>
              </a:rPr>
              <a:t>件</a:t>
            </a:r>
            <a:endParaRPr lang="en-US" altLang="ko-KR" b="1" dirty="0"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en-US" altLang="ko-KR" b="1" dirty="0">
                <a:latin typeface="+mn-ea"/>
              </a:rPr>
              <a:t>- </a:t>
            </a:r>
            <a:r>
              <a:rPr lang="ko-KR" altLang="en-US" b="1" dirty="0">
                <a:latin typeface="+mn-ea"/>
              </a:rPr>
              <a:t>시 방 서 </a:t>
            </a:r>
            <a:r>
              <a:rPr lang="en-US" altLang="ko-KR" b="1" dirty="0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 b="1">
                <a:latin typeface="+mn-ea"/>
              </a:rPr>
              <a:t>사택 </a:t>
            </a:r>
            <a:r>
              <a:rPr lang="en-US" altLang="ko-KR" sz="1000" b="1">
                <a:latin typeface="+mn-ea"/>
              </a:rPr>
              <a:t>103-402 </a:t>
            </a:r>
            <a:r>
              <a:rPr lang="ko-KR" altLang="en-US" sz="1000" b="1">
                <a:latin typeface="+mn-ea"/>
              </a:rPr>
              <a:t>단열작업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위치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대전 유성구 </a:t>
            </a:r>
            <a:r>
              <a:rPr lang="ko-KR" altLang="en-US" sz="1000" dirty="0" err="1">
                <a:latin typeface="+mn-ea"/>
              </a:rPr>
              <a:t>도룡동</a:t>
            </a: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103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대상</a:t>
            </a:r>
            <a:r>
              <a:rPr lang="en-US" altLang="ko-KR" sz="1000"/>
              <a:t>: </a:t>
            </a:r>
            <a:r>
              <a:rPr lang="ko-KR" altLang="en-US" sz="1000"/>
              <a:t>거실좌측방</a:t>
            </a:r>
            <a:r>
              <a:rPr lang="en-US" altLang="ko-KR" sz="1000"/>
              <a:t>_</a:t>
            </a:r>
            <a:r>
              <a:rPr lang="ko-KR" altLang="en-US" sz="1000"/>
              <a:t>주방우측방</a:t>
            </a:r>
            <a:r>
              <a:rPr lang="en-US" altLang="ko-KR" sz="1000"/>
              <a:t>(2</a:t>
            </a:r>
            <a:r>
              <a:rPr lang="ko-KR" altLang="en-US" sz="1000"/>
              <a:t>개소</a:t>
            </a:r>
            <a:r>
              <a:rPr lang="en-US" altLang="ko-KR" sz="1000"/>
              <a:t>) </a:t>
            </a:r>
            <a:r>
              <a:rPr lang="ko-KR" altLang="en-US" sz="1000"/>
              <a:t>벽체 단열재
기존 단열재 철거후 신규 설치 및 걸레받이 탈락보수
천장 몰딩 및 바닥 걸레받이 철거 작업
기존 단열재 설치 부분 열반사 시트 설치 작업
기존 단열재 철거후 신규 설치 작업
천장 몰딩 및 바닥 걸레받이 설치 작업
작업 완료후 폐기물 처리 및 청소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840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2026-01-18T02:42:39Z</dcterms:modified>
</cp:coreProperties>
</file>