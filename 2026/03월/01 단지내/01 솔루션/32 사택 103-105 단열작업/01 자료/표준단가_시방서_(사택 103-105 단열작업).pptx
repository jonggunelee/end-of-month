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103-105 </a:t>
            </a:r>
            <a:r>
              <a:rPr lang="ko-KR" altLang="en-US" b="1">
                <a:latin typeface="+mn-ea"/>
              </a:rPr>
              <a:t>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103-105 </a:t>
            </a:r>
            <a:r>
              <a:rPr lang="ko-KR" altLang="en-US" sz="1000" b="1">
                <a:latin typeface="+mn-ea"/>
              </a:rPr>
              <a:t>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창문측 벽면 단열재 시공</a:t>
            </a:r>
            <a:r>
              <a:rPr lang="en-US" altLang="ko-KR" sz="1000"/>
              <a:t>-3</a:t>
            </a:r>
            <a:r>
              <a:rPr lang="ko-KR" altLang="en-US" sz="1000"/>
              <a:t>군데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주방우측방</a:t>
            </a:r>
            <a:r>
              <a:rPr lang="en-US" altLang="ko-KR" sz="1000"/>
              <a:t>_</a:t>
            </a:r>
            <a:r>
              <a:rPr lang="ko-KR" altLang="en-US" sz="1000"/>
              <a:t>주방좌측방</a:t>
            </a:r>
            <a:r>
              <a:rPr lang="en-US" altLang="ko-KR" sz="1000"/>
              <a:t>)
</a:t>
            </a:r>
            <a:r>
              <a:rPr lang="ko-KR" altLang="en-US" sz="1000"/>
              <a:t>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폐기물 처리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2026-01-18T02:41:51Z</dcterms:modified>
</cp:coreProperties>
</file>