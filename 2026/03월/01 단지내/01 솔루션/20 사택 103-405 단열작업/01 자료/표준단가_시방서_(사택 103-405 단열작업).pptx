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103-405 </a:t>
            </a:r>
            <a:r>
              <a:rPr lang="ko-KR" altLang="en-US" b="1">
                <a:latin typeface="+mn-ea"/>
              </a:rPr>
              <a:t>단열작업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103-405 </a:t>
            </a:r>
            <a:r>
              <a:rPr lang="ko-KR" altLang="en-US" sz="1000" b="1">
                <a:latin typeface="+mn-ea"/>
              </a:rPr>
              <a:t>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거실 주방</a:t>
            </a:r>
            <a:r>
              <a:rPr lang="en-US" altLang="ko-KR" sz="1000"/>
              <a:t>(</a:t>
            </a:r>
            <a:r>
              <a:rPr lang="ko-KR" altLang="en-US" sz="1000"/>
              <a:t>좌측방</a:t>
            </a:r>
            <a:r>
              <a:rPr lang="en-US" altLang="ko-KR" sz="1000"/>
              <a:t>_ </a:t>
            </a:r>
            <a:r>
              <a:rPr lang="ko-KR" altLang="en-US" sz="1000"/>
              <a:t>우측방</a:t>
            </a:r>
            <a:r>
              <a:rPr lang="en-US" altLang="ko-KR" sz="1000"/>
              <a:t>) </a:t>
            </a:r>
            <a:r>
              <a:rPr lang="ko-KR" altLang="en-US" sz="1000"/>
              <a:t>단열재
기존 단열재 철거후 신규 설치 및 걸레받이 탈락보수
천장 몰딩 및 바닥 걸레받이 철거 작업
기존 단열재 설치 부분 열반사 시트 설치 작업
기존 단열재 철거후 신규 설치 작업
천장 몰딩 및 바닥 걸레받이 설치 작업
작업 완료후 폐기물 처리 및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2026-01-18T02:43:16Z</dcterms:modified>
</cp:coreProperties>
</file>