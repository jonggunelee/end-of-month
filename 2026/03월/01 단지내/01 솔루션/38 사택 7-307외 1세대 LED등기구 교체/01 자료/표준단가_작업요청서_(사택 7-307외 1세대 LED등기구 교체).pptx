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24F1895-11D3-1831-0143-7CA6D27690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7D7D6E-6061-CC69-C6B5-FCAC83FD9D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9808483-C25F-4A90-BBFE-E4AC2BE7CFC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DBDC01-10D2-B728-01A7-52B4F1651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ED16F7A-ADD3-BBAE-3566-238C41824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1EBEB0-CAD9-EF1D-E2E1-29C8369F6C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243216-EBD8-4319-CFE9-114E506BA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3B211D7-962F-4085-8FA3-0940D49D12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C8AA317-4F22-96A8-7BED-6F7EDDEBF8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175F296-6BF7-905A-E40F-1558E9286A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AA66891-A013-D315-DB0F-771AF5C00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B4AD2E2-5323-4830-9490-0CE1A31266CA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2A3E601-AD25-147C-ADC5-D3C94D7BD5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18C86244-B910-398F-02EF-32DDBAC3A6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B4E78022-DBC8-D33D-E3F5-3300B0A15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3D313DE-7FF9-405F-8EBA-E6C325820055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A2CF2-66E5-6699-6A31-BD77E87F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EAEA4-DEBB-4543-96F1-BA2F1C39B57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84C64-59B4-9DBC-0E9E-3544BBC9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17FF8-EE8A-500C-B0A9-627578A3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F421D-F54A-45FA-A933-BECCA20034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51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6D7C02-72D8-4A4E-3868-938540D7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B752C-96F3-4D6D-A3F5-63ABEAA82F5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BDF21-3386-2024-EDA7-93B5D866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A9FA8-2E9C-D76A-1FD9-6CD8BC7B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4D973-A4D1-4BC4-A76B-B78A865C22B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82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8C3CD-0F33-7062-C9F8-CC2930D9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EA025-C705-4E02-9A5C-DE1A93DF424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95D1C-BAA6-CFFA-F3B3-4530E41F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224AE-7C63-ECCD-AF1A-9101580E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7F1DA-EAA5-4197-B366-10F06A0818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4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A18F39E-7449-57D5-AA9B-A139C3A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310BF-DF36-49C7-B1A3-63A49659321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985F1DB-2C91-89EB-118F-72B72F61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38C0C61-4C65-216B-8FD6-863367D4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CF520-1D66-4224-A1C4-D4E2BE527B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33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0CC66FF-C01A-8602-7CED-E51B2B27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BF53D-F812-4977-9A3D-E3D5304AB3B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D44458B-3E90-21C2-4850-A8757A60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2F397E8-447A-F010-2344-5A4EE54E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17605-1B8C-44D4-8B0B-362D115A219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0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B2157D8-B3EF-21EC-F227-26FE3E7A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C8590-AE35-4EE1-857F-476DB3307DD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33F24BA-93EF-287B-71E4-A50626E6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3ACCF89-7F2E-738C-9A34-AA3EF1A5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03129-CA8E-4477-892B-C1611E94BA8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42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BF9A3A4-F373-7B07-1723-ED62FAB7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B0277-3F7F-4E7B-81A8-A80475FB648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A90919C-C121-35D7-1806-B63DE566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6FFE36E-743B-60CE-4EC1-D3F85420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C5E-8E34-42DD-A795-DE8848D99D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0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D7FD984-76C7-3F1C-91C0-9CF3550B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BF8A0-BCD9-437A-8E23-864CFA06FAF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463F15E-4CAD-D5A9-3105-3527C0A9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66F9F5C-8E49-4635-8508-DF577EE6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0D20D-9F36-4107-907F-83330E646E5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001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9B128C8-F236-F938-DAC6-20FEEBAE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E84D2-FFD3-437A-BA77-BC460A67E91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5CBBE48-88E1-EC15-7DD1-DB0B1500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C4F00CF-6A92-8F0B-A660-9A5EA212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D064E-5D8C-4A37-AD40-50C6F4DEF50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60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A9AE9D-8E9B-3B3A-56AD-326A169B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E40FE-C8CC-4C19-A773-0D4EB200460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11939C-A580-B83F-1674-23A27BBF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621B4-9F5B-74A3-ED6C-5135F944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7618B-62C2-4A97-8769-139A3C1B38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710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80FD77-38FA-049C-D304-C7E80C0C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37438-F910-460B-8A83-7FF65DC3149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11AF9-593A-25B1-F377-9BA437A9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601BE-46B1-66B3-B4E7-E34B7393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50DD5-A706-47F8-93D4-A04EC85CD93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59F6E63D-89D0-0F19-5EDA-214EC5ED6F8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218BB2D7-0072-677C-2CD1-BF9BE207F2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29A36-C0C1-830B-246D-2A018C82A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003C7EA-86C1-49A5-9AB5-2B6146C2C6D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DA9170-6075-0699-E698-1F37AEC84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D2B32-086B-0242-A616-0F514F48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678A28C-954B-473A-946B-AC0F8D83DE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68ACC64-166D-A32F-BDD6-0055DC61D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307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9C9B241-F3EB-3161-34AE-85B7B1540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701623F-3047-41F9-7447-113DD67BE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8CD683E-5BF2-D83C-80BE-F9F9711A5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307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BCFF206-A48E-4F41-04B3-0FAB6932C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D2ABF30-282B-D731-1D89-ECE28A969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92BC705B-8BFB-6E31-2F6E-E06D35F8D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307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3430418D-A2CB-B647-4388-8C9006D86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벽면 크랙 전체보수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기존</a:t>
            </a:r>
            <a:r>
              <a:rPr kumimoji="0" lang="en-US" altLang="ko-KR" sz="1200" b="1"/>
              <a:t>LED</a:t>
            </a:r>
            <a:r>
              <a:rPr kumimoji="0" lang="ko-KR" altLang="en-US" sz="1200" b="1"/>
              <a:t>조명교체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80B19DBC-C41A-7E41-25D0-722D92A37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B5180ACC-687D-4A48-1217-4A25FFC75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162DCD-97F7-444E-2540-36BBD7FF6088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0841BF13-60AB-3EFF-87E1-FC6F2CBB33BE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F3A6024C-32DC-43FE-03AD-EE505D9FE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81635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E0E03-CE38-1B2E-5FFE-5775E565305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기존</a:t>
            </a:r>
            <a:r>
              <a:rPr lang="en-US" altLang="ko-KR" b="1" dirty="0"/>
              <a:t>LED</a:t>
            </a:r>
            <a:r>
              <a:rPr lang="ko-KR" altLang="en-US" b="1" dirty="0" err="1"/>
              <a:t>조명교체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1EBE1F-199D-D4B4-5F01-338106D9CFA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7">
            <a:extLst>
              <a:ext uri="{FF2B5EF4-FFF2-40B4-BE49-F238E27FC236}">
                <a16:creationId xmlns:a16="http://schemas.microsoft.com/office/drawing/2014/main" id="{F04ACC7D-634D-A568-0B56-CA9413627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62F9F0A-1DA5-2D09-B0A3-1E2516AB4D08}"/>
              </a:ext>
            </a:extLst>
          </p:cNvPr>
          <p:cNvSpPr/>
          <p:nvPr/>
        </p:nvSpPr>
        <p:spPr>
          <a:xfrm>
            <a:off x="3059113" y="2708275"/>
            <a:ext cx="3025775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4">
            <a:extLst>
              <a:ext uri="{FF2B5EF4-FFF2-40B4-BE49-F238E27FC236}">
                <a16:creationId xmlns:a16="http://schemas.microsoft.com/office/drawing/2014/main" id="{60E4E256-191C-7DDB-436B-B176D6559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402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7171" name="Text Box 73">
            <a:extLst>
              <a:ext uri="{FF2B5EF4-FFF2-40B4-BE49-F238E27FC236}">
                <a16:creationId xmlns:a16="http://schemas.microsoft.com/office/drawing/2014/main" id="{5707353D-5DD6-59F6-5A13-FDB10C5D5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7172" name="Text Box 73">
            <a:extLst>
              <a:ext uri="{FF2B5EF4-FFF2-40B4-BE49-F238E27FC236}">
                <a16:creationId xmlns:a16="http://schemas.microsoft.com/office/drawing/2014/main" id="{E27687F6-239B-9789-CE9E-03F1B9647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3">
            <a:extLst>
              <a:ext uri="{FF2B5EF4-FFF2-40B4-BE49-F238E27FC236}">
                <a16:creationId xmlns:a16="http://schemas.microsoft.com/office/drawing/2014/main" id="{514CDFB8-233A-44C3-C527-65B63C7BA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402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9219" name="TextBox 5">
            <a:extLst>
              <a:ext uri="{FF2B5EF4-FFF2-40B4-BE49-F238E27FC236}">
                <a16:creationId xmlns:a16="http://schemas.microsoft.com/office/drawing/2014/main" id="{CB48B852-F92F-EC03-28F1-F1C193924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927DB67-9541-C4C8-9CD5-2E0B298D0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9221" name="TextBox 20">
            <a:extLst>
              <a:ext uri="{FF2B5EF4-FFF2-40B4-BE49-F238E27FC236}">
                <a16:creationId xmlns:a16="http://schemas.microsoft.com/office/drawing/2014/main" id="{ADFD9FB6-D7B4-F7BB-5C18-16C460EE2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402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9222" name="TextBox 23">
            <a:extLst>
              <a:ext uri="{FF2B5EF4-FFF2-40B4-BE49-F238E27FC236}">
                <a16:creationId xmlns:a16="http://schemas.microsoft.com/office/drawing/2014/main" id="{A15BA93F-B5F4-07F2-BCE0-339C4BF34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기존</a:t>
            </a:r>
            <a:r>
              <a:rPr kumimoji="0" lang="en-US" altLang="ko-KR" sz="1200" b="1"/>
              <a:t>LED</a:t>
            </a:r>
            <a:r>
              <a:rPr kumimoji="0" lang="ko-KR" altLang="en-US" sz="1200" b="1"/>
              <a:t>조명교체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</a:p>
        </p:txBody>
      </p:sp>
      <p:sp>
        <p:nvSpPr>
          <p:cNvPr id="9223" name="TextBox 4">
            <a:extLst>
              <a:ext uri="{FF2B5EF4-FFF2-40B4-BE49-F238E27FC236}">
                <a16:creationId xmlns:a16="http://schemas.microsoft.com/office/drawing/2014/main" id="{AE240B89-CBD7-5412-0A92-4425A0E02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9224" name="TextBox 21">
            <a:extLst>
              <a:ext uri="{FF2B5EF4-FFF2-40B4-BE49-F238E27FC236}">
                <a16:creationId xmlns:a16="http://schemas.microsoft.com/office/drawing/2014/main" id="{8F7164C9-88FD-5CCF-1FDD-4E427E953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BB2958-31AC-296A-982B-9ED2680A72C3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427F6F55-FE55-13D6-3450-F9E3EB082183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9227" name="TextBox 45">
            <a:extLst>
              <a:ext uri="{FF2B5EF4-FFF2-40B4-BE49-F238E27FC236}">
                <a16:creationId xmlns:a16="http://schemas.microsoft.com/office/drawing/2014/main" id="{51FEF631-A10B-10CE-709C-76D86F45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0DF1B-7891-FE55-184A-4898EE8DAC3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기존</a:t>
            </a:r>
            <a:r>
              <a:rPr lang="en-US" altLang="ko-KR" b="1" dirty="0"/>
              <a:t>LED</a:t>
            </a:r>
            <a:r>
              <a:rPr lang="ko-KR" altLang="en-US" b="1" dirty="0" err="1"/>
              <a:t>조명교체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DA66A-FE7A-FF78-E6C0-E54A85FFF0D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6">
            <a:extLst>
              <a:ext uri="{FF2B5EF4-FFF2-40B4-BE49-F238E27FC236}">
                <a16:creationId xmlns:a16="http://schemas.microsoft.com/office/drawing/2014/main" id="{E65F46A1-18F5-6F9C-8D6C-1D9FCBA334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F55A2FB-762D-11B2-0458-3A6B2C32D406}"/>
              </a:ext>
            </a:extLst>
          </p:cNvPr>
          <p:cNvSpPr/>
          <p:nvPr/>
        </p:nvSpPr>
        <p:spPr>
          <a:xfrm>
            <a:off x="3276600" y="2924175"/>
            <a:ext cx="2590800" cy="1873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화면 슬라이드 쇼(4:3)</PresentationFormat>
  <Paragraphs>31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기존LED조명교체 </vt:lpstr>
      <vt:lpstr>PowerPoint 프레젠테이션</vt:lpstr>
      <vt:lpstr>PowerPoint 프레젠테이션</vt:lpstr>
      <vt:lpstr>기존LED조명교체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2026-01-31T06:48:57Z</dcterms:created>
  <dcterms:modified xsi:type="dcterms:W3CDTF">2026-01-31T06:48:57Z</dcterms:modified>
</cp:coreProperties>
</file>