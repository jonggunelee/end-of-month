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103-405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103-405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전등 및 스위치 임시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전부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2026-01-18T02:43:23Z</dcterms:modified>
</cp:coreProperties>
</file>