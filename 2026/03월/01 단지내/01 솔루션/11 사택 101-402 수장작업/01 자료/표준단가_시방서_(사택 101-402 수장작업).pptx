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101-402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101-402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101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기존 전등 및 스위치 임시 철거 작업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 </a:t>
            </a:r>
            <a:r>
              <a:rPr lang="ko-KR" altLang="en-US" sz="1000"/>
              <a:t>뒤베란다 전체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방화문 문틀</a:t>
            </a:r>
            <a:r>
              <a:rPr lang="en-US" altLang="ko-KR" sz="1000"/>
              <a:t>(</a:t>
            </a:r>
            <a:r>
              <a:rPr lang="ko-KR" altLang="en-US" sz="1000"/>
              <a:t>도어클로저 포함</a:t>
            </a:r>
            <a:r>
              <a:rPr lang="en-US" altLang="ko-KR" sz="1000"/>
              <a:t>)) </a:t>
            </a:r>
            <a:r>
              <a:rPr lang="ko-KR" altLang="en-US" sz="1000"/>
              <a:t>작업
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843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2026-01-18T02:40:28Z</dcterms:modified>
</cp:coreProperties>
</file>