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8-506 </a:t>
            </a:r>
            <a:r>
              <a:rPr lang="ko-KR" altLang="en-US" b="1">
                <a:latin typeface="+mn-ea"/>
              </a:rPr>
              <a:t>뒤베란다 다용도실 단열작업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8-506 </a:t>
            </a:r>
            <a:r>
              <a:rPr lang="ko-KR" altLang="en-US" sz="1000" b="1">
                <a:latin typeface="+mn-ea"/>
              </a:rPr>
              <a:t>뒤베란다 다용도실 단열작업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8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대상</a:t>
            </a:r>
            <a:r>
              <a:rPr lang="en-US" altLang="ko-KR" sz="1000"/>
              <a:t>: </a:t>
            </a:r>
            <a:r>
              <a:rPr lang="ko-KR" altLang="en-US" sz="1000"/>
              <a:t>뒷베란다 좌측창고 </a:t>
            </a:r>
            <a:r>
              <a:rPr lang="en-US" altLang="ko-KR" sz="1000"/>
              <a:t>1</a:t>
            </a:r>
            <a:r>
              <a:rPr lang="ko-KR" altLang="en-US" sz="1000"/>
              <a:t>개소
곰팡이 제거 및 바탕 처리 작업
열반사 시트</a:t>
            </a:r>
            <a:r>
              <a:rPr lang="en-US" altLang="ko-KR" sz="1000"/>
              <a:t>(0.6T </a:t>
            </a:r>
            <a:r>
              <a:rPr lang="ko-KR" altLang="en-US" sz="1000"/>
              <a:t>단면 접착</a:t>
            </a:r>
            <a:r>
              <a:rPr lang="en-US" altLang="ko-KR" sz="1000"/>
              <a:t>) </a:t>
            </a:r>
            <a:r>
              <a:rPr lang="ko-KR" altLang="en-US" sz="1000"/>
              <a:t>설치 작업
이보드</a:t>
            </a:r>
            <a:r>
              <a:rPr lang="en-US" altLang="ko-KR" sz="1000"/>
              <a:t>(1000*1000*13T) </a:t>
            </a:r>
            <a:r>
              <a:rPr lang="ko-KR" altLang="en-US" sz="1000"/>
              <a:t>설치 작업
다용도실 문용 환기구설치
다용도실 선반 보수 작업
폐기물 반출 및 주변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830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2026-01-18T02:40:08Z</dcterms:modified>
</cp:coreProperties>
</file>