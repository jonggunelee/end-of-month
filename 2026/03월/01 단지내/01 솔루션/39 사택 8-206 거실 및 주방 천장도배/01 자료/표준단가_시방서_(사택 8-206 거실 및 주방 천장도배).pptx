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5" d="100"/>
          <a:sy n="75" d="100"/>
        </p:scale>
        <p:origin x="3792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2026-02-24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2026-02-24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8-206 </a:t>
            </a:r>
            <a:r>
              <a:rPr lang="ko-KR" altLang="en-US" b="1">
                <a:latin typeface="+mn-ea"/>
              </a:rPr>
              <a:t>거실 및 주방 천장도배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8-206 </a:t>
            </a:r>
            <a:r>
              <a:rPr lang="ko-KR" altLang="en-US" sz="1000" b="1">
                <a:latin typeface="+mn-ea"/>
              </a:rPr>
              <a:t>거실 및 주방 천장도배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-</a:t>
            </a:r>
            <a:r>
              <a:rPr lang="ko-KR" altLang="en-US" sz="1000"/>
              <a:t>거실 및 주방 천장 도배 떨어짐
</a:t>
            </a:r>
            <a:r>
              <a:rPr lang="en-US" altLang="ko-KR" sz="1000"/>
              <a:t>-</a:t>
            </a:r>
            <a:r>
              <a:rPr lang="ko-KR" altLang="en-US" sz="1000"/>
              <a:t>세대내 작업 부분 가구 이동 및 비닐 임시 보양 설치 작업
</a:t>
            </a:r>
            <a:r>
              <a:rPr lang="en-US" altLang="ko-KR" sz="1000"/>
              <a:t>-</a:t>
            </a:r>
            <a:r>
              <a:rPr lang="ko-KR" altLang="en-US" sz="1000"/>
              <a:t>기존 얼룩진 천장 도배지 제거 작업
</a:t>
            </a:r>
            <a:r>
              <a:rPr lang="en-US" altLang="ko-KR" sz="1000"/>
              <a:t>-</a:t>
            </a:r>
            <a:r>
              <a:rPr lang="ko-KR" altLang="en-US" sz="1000"/>
              <a:t>천장 도배지 제거후 천장 초배지 작업
</a:t>
            </a:r>
            <a:r>
              <a:rPr lang="en-US" altLang="ko-KR" sz="1000"/>
              <a:t>-</a:t>
            </a:r>
            <a:r>
              <a:rPr lang="ko-KR" altLang="en-US" sz="1000"/>
              <a:t>천장 도배지 신규 설치 작업
</a:t>
            </a:r>
            <a:r>
              <a:rPr lang="en-US" altLang="ko-KR" sz="1000"/>
              <a:t>-</a:t>
            </a:r>
            <a:r>
              <a:rPr lang="ko-KR" altLang="en-US" sz="1000"/>
              <a:t>세대내 작업 부분 가구 복원 및 비닐 임시 보양 철거 작업
</a:t>
            </a:r>
            <a:r>
              <a:rPr lang="en-US" altLang="ko-KR" sz="1000"/>
              <a:t>-</a:t>
            </a:r>
            <a:r>
              <a:rPr lang="ko-KR" altLang="en-US" sz="1000"/>
              <a:t>세대내 폐기물 반출 및 주변 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851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2026-02-24T00:36:28Z</dcterms:modified>
</cp:coreProperties>
</file>