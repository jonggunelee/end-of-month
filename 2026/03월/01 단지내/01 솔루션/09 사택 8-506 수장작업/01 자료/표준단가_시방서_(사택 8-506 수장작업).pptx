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8-506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8-506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8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기존 전등 및 스위치 임시 철거 작업
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) </a:t>
            </a:r>
            <a:r>
              <a:rPr lang="ko-KR" altLang="en-US" sz="1000"/>
              <a:t>및 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-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방화문내부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뒤베란다전체</a:t>
            </a:r>
            <a:r>
              <a:rPr lang="en-US" altLang="ko-KR" sz="1000"/>
              <a:t>_</a:t>
            </a:r>
            <a:r>
              <a:rPr lang="ko-KR" altLang="en-US" sz="1000"/>
              <a:t>거실 걸레받이</a:t>
            </a:r>
            <a:r>
              <a:rPr lang="en-US" altLang="ko-KR" sz="1000"/>
              <a:t>) </a:t>
            </a:r>
            <a:r>
              <a:rPr lang="ko-KR" altLang="en-US" sz="1000"/>
              <a:t>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849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2026-01-18T02:40:15Z</dcterms:modified>
</cp:coreProperties>
</file>