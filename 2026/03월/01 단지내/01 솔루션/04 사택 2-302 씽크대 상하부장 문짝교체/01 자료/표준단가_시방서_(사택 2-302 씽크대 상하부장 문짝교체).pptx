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2-302 </a:t>
            </a:r>
            <a:r>
              <a:rPr lang="ko-KR" altLang="en-US" b="1">
                <a:latin typeface="+mn-ea"/>
              </a:rPr>
              <a:t>씽크대 상하부장 문짝교체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2-302 </a:t>
            </a:r>
            <a:r>
              <a:rPr lang="ko-KR" altLang="en-US" sz="1000" b="1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2026-01-18T02:39:46Z</dcterms:modified>
</cp:coreProperties>
</file>