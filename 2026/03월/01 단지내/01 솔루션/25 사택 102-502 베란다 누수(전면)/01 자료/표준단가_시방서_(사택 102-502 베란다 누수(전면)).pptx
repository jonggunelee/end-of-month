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102-502 </a:t>
            </a:r>
            <a:r>
              <a:rPr lang="ko-KR" altLang="en-US" b="1">
                <a:latin typeface="+mn-ea"/>
              </a:rPr>
              <a:t>베란다 누수보수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전면</a:t>
            </a:r>
            <a:r>
              <a:rPr lang="en-US" altLang="ko-KR" b="1">
                <a:latin typeface="+mn-ea"/>
              </a:rPr>
              <a:t>)</a:t>
            </a:r>
            <a:r>
              <a:rPr lang="ko-KR" altLang="en-US" b="1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102-502 </a:t>
            </a:r>
            <a:r>
              <a:rPr lang="ko-KR" altLang="en-US" sz="1000" b="1">
                <a:latin typeface="+mn-ea"/>
              </a:rPr>
              <a:t>베란다 누수보수</a:t>
            </a:r>
            <a:r>
              <a:rPr lang="en-US" altLang="ko-KR" sz="1000" b="1">
                <a:latin typeface="+mn-ea"/>
              </a:rPr>
              <a:t>(</a:t>
            </a:r>
            <a:r>
              <a:rPr lang="ko-KR" altLang="en-US" sz="1000" b="1">
                <a:latin typeface="+mn-ea"/>
              </a:rPr>
              <a:t>전면</a:t>
            </a:r>
            <a:r>
              <a:rPr lang="en-US" altLang="ko-KR" sz="1000" b="1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앞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제단 작업
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가공 작업
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설치 작업
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실리콘 작업        
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도장 작업
작업 완료후 폐기물 처리 작업
작업 완료후 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2026-01-18T02:41:04Z</dcterms:modified>
</cp:coreProperties>
</file>