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102-501 </a:t>
            </a:r>
            <a:r>
              <a:rPr lang="ko-KR" altLang="en-US" b="1">
                <a:latin typeface="+mn-ea"/>
              </a:rPr>
              <a:t>단열작업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102-501 </a:t>
            </a:r>
            <a:r>
              <a:rPr lang="ko-KR" altLang="en-US" sz="1000" b="1">
                <a:latin typeface="+mn-ea"/>
              </a:rPr>
              <a:t>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거실 및 방</a:t>
            </a:r>
            <a:r>
              <a:rPr lang="en-US" altLang="ko-KR" sz="1000"/>
              <a:t>3</a:t>
            </a:r>
            <a:r>
              <a:rPr lang="ko-KR" altLang="en-US" sz="1000"/>
              <a:t>개</a:t>
            </a:r>
            <a:r>
              <a:rPr lang="en-US" altLang="ko-KR" sz="1000"/>
              <a:t>_</a:t>
            </a:r>
            <a:r>
              <a:rPr lang="ko-KR" altLang="en-US" sz="1000"/>
              <a:t>주방 우측방</a:t>
            </a:r>
            <a:r>
              <a:rPr lang="en-US" altLang="ko-KR" sz="1000"/>
              <a:t>(</a:t>
            </a:r>
            <a:r>
              <a:rPr lang="ko-KR" altLang="en-US" sz="1000"/>
              <a:t>천정 누수확인 및 보수</a:t>
            </a:r>
            <a:r>
              <a:rPr lang="en-US" altLang="ko-KR" sz="1000"/>
              <a:t>)
</a:t>
            </a:r>
            <a:r>
              <a:rPr lang="ko-KR" altLang="en-US" sz="1000"/>
              <a:t>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폐기물 처리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2026-01-18T02:40:42Z</dcterms:modified>
</cp:coreProperties>
</file>