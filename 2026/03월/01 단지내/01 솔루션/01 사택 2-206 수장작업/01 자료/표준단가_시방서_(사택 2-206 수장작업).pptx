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2-206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2-206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 전체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 문틀</a:t>
            </a:r>
            <a:r>
              <a:rPr lang="en-US" altLang="ko-KR" sz="1000"/>
              <a:t>) </a:t>
            </a:r>
            <a:r>
              <a:rPr lang="ko-KR" altLang="en-US" sz="1000"/>
              <a:t>작업
도장 </a:t>
            </a:r>
            <a:r>
              <a:rPr lang="en-US" altLang="ko-KR" sz="1000"/>
              <a:t>(</a:t>
            </a:r>
            <a:r>
              <a:rPr lang="ko-KR" altLang="en-US" sz="1000"/>
              <a:t>도어클로저 포함</a:t>
            </a:r>
            <a:r>
              <a:rPr lang="en-US" altLang="ko-KR" sz="1000"/>
              <a:t>)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2026-01-18T02:39:26Z</dcterms:modified>
</cp:coreProperties>
</file>