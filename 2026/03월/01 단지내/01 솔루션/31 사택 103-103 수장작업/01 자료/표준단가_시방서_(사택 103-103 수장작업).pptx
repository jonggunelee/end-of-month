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103-103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103-103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890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전등 및 스위치 임시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전부</a:t>
            </a:r>
            <a:r>
              <a:rPr lang="en-US" altLang="ko-KR" sz="1000"/>
              <a:t>) </a:t>
            </a:r>
            <a:r>
              <a:rPr lang="ko-KR" altLang="en-US" sz="1000"/>
              <a:t>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2026-01-18T02:41:43Z</dcterms:modified>
</cp:coreProperties>
</file>