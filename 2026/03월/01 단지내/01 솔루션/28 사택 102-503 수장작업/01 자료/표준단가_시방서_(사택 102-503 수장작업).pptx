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102-503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102-503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전부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2026-01-18T02:41:26Z</dcterms:modified>
</cp:coreProperties>
</file>