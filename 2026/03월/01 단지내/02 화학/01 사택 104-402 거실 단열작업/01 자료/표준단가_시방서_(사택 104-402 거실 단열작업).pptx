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104-402 </a:t>
            </a:r>
            <a:r>
              <a:rPr lang="ko-KR" altLang="en-US" b="1">
                <a:latin typeface="+mn-ea"/>
              </a:rPr>
              <a:t>거실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104-402 </a:t>
            </a:r>
            <a:r>
              <a:rPr lang="ko-KR" altLang="en-US" sz="1000">
                <a:latin typeface="+mn-ea"/>
              </a:rPr>
              <a:t>거실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 dirty="0"/>
              <a:t>- </a:t>
            </a:r>
            <a:r>
              <a:rPr lang="ko-KR" altLang="en-US" sz="1000" dirty="0"/>
              <a:t>거실 벽면 결로 추정 곰팡이 발생으로  단열재
</a:t>
            </a:r>
            <a:r>
              <a:rPr lang="en-US" altLang="ko-KR" sz="1000" dirty="0"/>
              <a:t>- </a:t>
            </a:r>
            <a:r>
              <a:rPr lang="ko-KR" altLang="en-US" sz="1000" dirty="0"/>
              <a:t>곰팡이 제거 및 부분도배 </a:t>
            </a:r>
            <a:r>
              <a:rPr lang="en-US" altLang="ko-KR" sz="1000" dirty="0"/>
              <a:t>/</a:t>
            </a:r>
            <a:r>
              <a:rPr lang="ko-KR" altLang="en-US" sz="1000" dirty="0"/>
              <a:t> 걸레받이 철거 작업
</a:t>
            </a:r>
            <a:r>
              <a:rPr lang="en-US" altLang="ko-KR" sz="1000" dirty="0"/>
              <a:t>- </a:t>
            </a:r>
            <a:r>
              <a:rPr lang="ko-KR" altLang="en-US" sz="1000" dirty="0"/>
              <a:t>단열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열반사</a:t>
            </a:r>
            <a:r>
              <a:rPr lang="ko-KR" altLang="en-US" sz="1000" dirty="0"/>
              <a:t> 시트 및 </a:t>
            </a:r>
            <a:r>
              <a:rPr lang="ko-KR" altLang="en-US" sz="1000" dirty="0" err="1"/>
              <a:t>이보드</a:t>
            </a:r>
            <a:r>
              <a:rPr lang="en-US" altLang="ko-KR" sz="1000" dirty="0"/>
              <a:t>) </a:t>
            </a:r>
            <a:r>
              <a:rPr lang="ko-KR" altLang="en-US" sz="1000" dirty="0"/>
              <a:t>제단 작업
</a:t>
            </a:r>
            <a:r>
              <a:rPr lang="en-US" altLang="ko-KR" sz="1000" dirty="0"/>
              <a:t>- </a:t>
            </a:r>
            <a:r>
              <a:rPr lang="ko-KR" altLang="en-US" sz="1000" dirty="0"/>
              <a:t>단열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열반사</a:t>
            </a:r>
            <a:r>
              <a:rPr lang="ko-KR" altLang="en-US" sz="1000" dirty="0"/>
              <a:t> 시트 및 </a:t>
            </a:r>
            <a:r>
              <a:rPr lang="ko-KR" altLang="en-US" sz="1000" dirty="0" err="1"/>
              <a:t>이보드</a:t>
            </a:r>
            <a:r>
              <a:rPr lang="en-US" altLang="ko-KR" sz="1000" dirty="0"/>
              <a:t>) </a:t>
            </a:r>
            <a:r>
              <a:rPr lang="ko-KR" altLang="en-US" sz="1000" dirty="0"/>
              <a:t>설치 작업
</a:t>
            </a:r>
            <a:r>
              <a:rPr lang="en-US" altLang="ko-KR" sz="1000" dirty="0"/>
              <a:t>- </a:t>
            </a:r>
            <a:r>
              <a:rPr lang="ko-KR" altLang="en-US" sz="1000" dirty="0"/>
              <a:t>도배 부분 부분 설치 작업 
</a:t>
            </a:r>
            <a:r>
              <a:rPr lang="en-US" altLang="ko-KR" sz="1000" dirty="0"/>
              <a:t>- </a:t>
            </a:r>
            <a:r>
              <a:rPr lang="ko-KR" altLang="en-US" sz="1000" dirty="0"/>
              <a:t>걸레받이 및 천장 </a:t>
            </a:r>
            <a:r>
              <a:rPr lang="ko-KR" altLang="en-US" sz="1000" dirty="0" err="1"/>
              <a:t>몰딩</a:t>
            </a:r>
            <a:r>
              <a:rPr lang="ko-KR" altLang="en-US" sz="1000" dirty="0"/>
              <a:t> 부분 설치 작업
</a:t>
            </a:r>
            <a:r>
              <a:rPr lang="en-US" altLang="ko-KR" sz="1000" dirty="0"/>
              <a:t>-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폐기물 반출 및 주변 정리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2026-01-30T00:17:59Z</dcterms:modified>
</cp:coreProperties>
</file>