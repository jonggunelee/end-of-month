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95" r:id="rId3"/>
    <p:sldId id="259" r:id="rId4"/>
    <p:sldId id="260" r:id="rId5"/>
    <p:sldId id="296" r:id="rId6"/>
    <p:sldId id="263" r:id="rId7"/>
    <p:sldId id="264" r:id="rId8"/>
    <p:sldId id="281" r:id="rId9"/>
    <p:sldId id="282" r:id="rId10"/>
    <p:sldId id="285" r:id="rId11"/>
    <p:sldId id="297" r:id="rId12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C10E5CE-245D-8193-4986-88974EB476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44A43C-B088-5044-F256-D234BEE2853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5541130-39E2-4DC7-9052-014B4BD04A0F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ABBADCC7-093A-FBE3-F170-4DE9CFAD62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BF45452-665C-7018-4BA4-3DE620AEC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4D93E5-3639-B171-6907-FCBFBD8DCE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7463D0-2678-2E1F-3F32-9515CCA4E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824461F-354A-423F-A190-CB3341276457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58A2F990-5576-DFB0-965A-26FDC8E7B2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80E58D7-BD51-445D-5D27-23A85DC14B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9DF1944A-E2C2-F429-0E60-4FA1EE292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1A21623-DB65-4964-8F2B-84797C794884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9DA7F0-0F37-47CF-F9B4-9C0DE67C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0F5EE-E9E1-4D04-A95D-9EF6BED1C5E0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F7D299-906C-A80A-2A10-4706C267B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3905F-73A4-B0D4-8AD6-78E1139E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CF96A3-2219-4287-99E8-6B2F366BE0D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40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0C188-0267-282C-627C-8CEE9B7E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A39B4-3DBB-4259-81F9-4599E5BAA96D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356463-8E25-1D0A-DB98-4A6E2F37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DE4E8-532D-E445-B228-D7CDA46D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7D7378-B7C1-41E3-A099-4FB479F55E6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36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D5D5ED-49E5-826F-ED37-EAA820C6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54E13-E1DD-4C7E-9C76-FBEDCF8FCB8A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C6BE52-E56B-3B73-E467-FD5C9EB06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2DB1DC-5577-1971-77AF-70AC30D7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9E171D-3BEA-4B1A-AB02-DE4A8366A2A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256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F915523-A271-4EDF-190F-48B31F94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A6CE2-B0AA-4EE1-8E10-93E902FBF80D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F3D758A-3C94-B82F-6CAC-B441D61B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F7B63FF-8C99-61D7-A225-373715A6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4EA1A0-36EC-4953-9CEE-4C91AB44FFA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330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9871E4F7-A3D9-2DFA-FE54-8EF91A84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80928-6EA2-4BE7-BD63-4736F86E77E9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9F33FAC3-5662-B974-D79C-F779BB8A3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BE8ABBC2-8C35-3906-E86C-513A8DE0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EE0C43-4726-4B65-B360-2464A3C30E3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60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4EAC0283-FBF5-6689-F445-27F1BC86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5ECC0-B691-4AB5-804D-4881433C98B3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0F0BF46E-FA3D-86B7-9691-520F5357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3DEA2E31-C17E-3266-AC83-1F61634B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D68C2A-F77B-4A48-967D-2CF65E82687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161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85AF1F8-7176-B1B2-0FFC-120248F4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F0B206-CEF0-45FD-935D-43C0C30F51FB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68CDC3DA-92DA-9953-094C-4E479FFE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5C15CA6-8FA6-EF85-201B-32DD29FF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0ACDF3-867E-4F6C-B76C-1C1D3CB62FE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3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9639408-8A6C-2755-6A49-CEDD8E94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18734-04E2-4FC6-BC07-F476DA3F53ED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2B18AA4-FF51-D228-47E8-C44A5A9A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8912849-DEF2-653E-ABE5-02CB51F6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AFC2ED-978C-4006-AD07-0E126DEE966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773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0F81183-41FC-37EE-82C6-CEAD7BD7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F8BD7-3D8C-4859-830B-538D6A7E65C7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4F2D3DC-F2E7-D473-24FB-2E0096EC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86C6A07-5125-D5DC-7590-51DBD8A4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2FB2C5-99BA-403E-B4C0-3B88C387212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16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FF9BF-AD97-D01A-74B9-84BA7A39E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AD9BEB-6429-43C8-BAAF-7A12C4D77662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78E6D-F7FF-98E5-3BE5-E671CA91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39723E-A1FD-3EFE-D1C4-F93ED619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6B4094-55F7-4D56-AD0A-4A1FFEE25B4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11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7446C-6F10-CB45-FEF3-4464B078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8B5BA2-2C97-402B-9679-F8D095311807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A00812-14AC-A331-43F8-ECCB7A36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698FEB-1033-7029-FD6C-2D8605226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AC8887-EDB7-4C9D-9248-3FD1C9B6366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90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6AC4106E-1E48-16D9-CD8C-45A8D278A1B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000EB86A-8C78-9584-A452-04370CFB0C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E6332E-15EA-ED8A-E1D9-F83FF0B13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D053A3A-AEF3-42D0-AAF8-5B8400F7ED47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B213F5-25D2-A4C4-752C-9729C7CD7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243CBE-AB3D-DB9A-3EAB-B73B289AB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36DE0-A8E2-4022-9CAE-BAADFDB67937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16B9EDF-2D80-73C7-7FDB-39E29D889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502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07FD743-044E-2D95-A722-D0E645FD7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CDCDF35-6E7A-08D7-2EA1-37433A999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60223B7-FD33-1BB0-1627-D3D178F68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A9A6ABA2-7FD1-A3AD-3D5B-E5B3AB6DC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7783297-D856-BBC8-7DED-BD613FFA2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2CA54FE7-45C1-11D2-B8BA-4CB7E8013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4AB292E-C6A5-145A-740E-4AEFD26E7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593975"/>
            <a:ext cx="8442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현관입구방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E2D34571-0837-456E-5E52-3786A02AE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3623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43ECF10D-8FB9-5E17-5585-8A343CB1B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0451976D-F629-A323-03F1-68EEAF1B3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2A8372C-5092-A0F8-392D-128C153C6B3D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88FBBCB9-91D2-5152-F6EC-B55AE24DDCE4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14572-86A1-0487-1DF4-9267B24F5CD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B6303F-6489-4F0E-646D-F7FDDF382BC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31683EFE-5EF0-60CE-F9E7-2FF9223FAE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33428722-2939-9696-B571-2B181CD0445A}"/>
              </a:ext>
            </a:extLst>
          </p:cNvPr>
          <p:cNvSpPr/>
          <p:nvPr/>
        </p:nvSpPr>
        <p:spPr>
          <a:xfrm>
            <a:off x="2916238" y="2708275"/>
            <a:ext cx="3529012" cy="2592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E1D4B-176C-9EEB-DBA5-AD28BB0A702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416E37-590B-A36E-E2C0-6F91E4FB4E9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772DE99E-ADDA-C253-4466-30C7669960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86E5C6A-F7E3-8D7C-C098-EF38F950E75D}"/>
              </a:ext>
            </a:extLst>
          </p:cNvPr>
          <p:cNvSpPr/>
          <p:nvPr/>
        </p:nvSpPr>
        <p:spPr>
          <a:xfrm>
            <a:off x="2627313" y="2565400"/>
            <a:ext cx="4392612" cy="2447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33B98-EF16-1344-2814-ABF28C49E36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000" b="1" dirty="0">
                <a:latin typeface="+mj-ea"/>
              </a:rPr>
              <a:t>도배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ko-KR" altLang="en-US" sz="4000" b="1" dirty="0">
                <a:latin typeface="+mj-ea"/>
              </a:rPr>
              <a:t>천정</a:t>
            </a:r>
            <a:r>
              <a:rPr lang="en-US" altLang="ko-KR" sz="4000" b="1" dirty="0">
                <a:latin typeface="+mj-ea"/>
              </a:rPr>
              <a:t>-</a:t>
            </a:r>
            <a:r>
              <a:rPr lang="ko-KR" altLang="en-US" sz="4000" b="1" dirty="0"/>
              <a:t> 방</a:t>
            </a:r>
            <a:r>
              <a:rPr lang="en-US" altLang="ko-KR" sz="4000" b="1" dirty="0"/>
              <a:t>1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(</a:t>
            </a:r>
            <a:r>
              <a:rPr lang="ko-KR" altLang="en-US" sz="4000" b="1" dirty="0" err="1"/>
              <a:t>현관입구방</a:t>
            </a:r>
            <a:r>
              <a:rPr lang="en-US" altLang="ko-KR" sz="4000" b="1" dirty="0"/>
              <a:t>))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2CB95B-5B0B-DBE2-26CB-58581A23BB9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691CCD4C-A391-7302-F6C8-E2A9222D95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29600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8D469DA4-59C1-213D-D7A3-DD135F6D7C9C}"/>
              </a:ext>
            </a:extLst>
          </p:cNvPr>
          <p:cNvSpPr/>
          <p:nvPr/>
        </p:nvSpPr>
        <p:spPr>
          <a:xfrm>
            <a:off x="3708400" y="3141663"/>
            <a:ext cx="1584325" cy="1079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38154-58D4-DACD-1B2F-3D911E9AE72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824C49-94FF-A86B-CE17-C0485F24778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09291E21-FCBC-D861-3463-3552D4EF7B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823681DA-97BD-5027-E8EE-EC8B04C78EC0}"/>
              </a:ext>
            </a:extLst>
          </p:cNvPr>
          <p:cNvSpPr/>
          <p:nvPr/>
        </p:nvSpPr>
        <p:spPr>
          <a:xfrm>
            <a:off x="3635375" y="2708275"/>
            <a:ext cx="1441450" cy="1441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31103-A6F3-CB98-0F3A-4C9DF95164A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8594FC-94F3-A08F-D974-45683DCDEC6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5D86CD95-AB5F-8582-60E8-AC1A8648BA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74F8261-B2EF-F74E-C9D3-1C1A5742136E}"/>
              </a:ext>
            </a:extLst>
          </p:cNvPr>
          <p:cNvSpPr/>
          <p:nvPr/>
        </p:nvSpPr>
        <p:spPr>
          <a:xfrm>
            <a:off x="4283075" y="3284538"/>
            <a:ext cx="1081088" cy="10810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CCF65-9F00-A8F9-AFC1-E7DF4FC0451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B82FBE-69DB-D585-26F8-6B62FB11A84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B200CBC5-2A8D-5FFA-3EF2-D53DAF1512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C97BB108-5FFD-201C-EB50-6379C278E853}"/>
              </a:ext>
            </a:extLst>
          </p:cNvPr>
          <p:cNvSpPr/>
          <p:nvPr/>
        </p:nvSpPr>
        <p:spPr>
          <a:xfrm>
            <a:off x="2771775" y="3284538"/>
            <a:ext cx="4248150" cy="1303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ACEAB-A8EC-B43B-DF4A-96275F4DB8F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540DBF-1CA8-773D-0FB5-7CF11B44B29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412D4D20-F15F-A32B-455E-EFA8C1E8C3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9BE36F52-D079-9163-7F53-D2D9C1B82438}"/>
              </a:ext>
            </a:extLst>
          </p:cNvPr>
          <p:cNvSpPr/>
          <p:nvPr/>
        </p:nvSpPr>
        <p:spPr>
          <a:xfrm>
            <a:off x="4140200" y="3068638"/>
            <a:ext cx="792163" cy="1943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07A17-712E-C486-B0EB-3B48BEEE493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</a:t>
            </a:r>
            <a:r>
              <a:rPr lang="ko-KR" altLang="en-US" b="1" dirty="0"/>
              <a:t>뒤베란다전체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904B85-DFEC-0D4A-4447-34DEA546B7D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8">
            <a:extLst>
              <a:ext uri="{FF2B5EF4-FFF2-40B4-BE49-F238E27FC236}">
                <a16:creationId xmlns:a16="http://schemas.microsoft.com/office/drawing/2014/main" id="{E4757F02-D2DD-27D7-0519-BAFAA88F26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3464622-D8AD-B029-5EEC-8BA2A6585BE1}"/>
              </a:ext>
            </a:extLst>
          </p:cNvPr>
          <p:cNvSpPr/>
          <p:nvPr/>
        </p:nvSpPr>
        <p:spPr>
          <a:xfrm>
            <a:off x="2484438" y="2852738"/>
            <a:ext cx="4608512" cy="2376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0A3D0-4C11-A02D-B047-D402F14C18E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거실 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06A65F-BC1D-C123-8D40-7D0F9271AEB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8">
            <a:extLst>
              <a:ext uri="{FF2B5EF4-FFF2-40B4-BE49-F238E27FC236}">
                <a16:creationId xmlns:a16="http://schemas.microsoft.com/office/drawing/2014/main" id="{F5FF6D93-8B91-FDF0-EB3A-39C9E310B8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3AE92289-C4CE-D77B-2090-4C3EC77D761D}"/>
              </a:ext>
            </a:extLst>
          </p:cNvPr>
          <p:cNvSpPr/>
          <p:nvPr/>
        </p:nvSpPr>
        <p:spPr>
          <a:xfrm rot="411491">
            <a:off x="2249488" y="3389313"/>
            <a:ext cx="4295775" cy="9350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2762</TotalTime>
  <Words>208</Words>
  <Application>Microsoft Office PowerPoint</Application>
  <PresentationFormat>화면 슬라이드 쇼(4:3)</PresentationFormat>
  <Paragraphs>24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 방1곳(현관입구방))</vt:lpstr>
      <vt:lpstr>장판(거실)</vt:lpstr>
      <vt:lpstr> 장판(방3곳) </vt:lpstr>
      <vt:lpstr> 도색(문,문틀-방3곳) </vt:lpstr>
      <vt:lpstr> 도색(방화문내부) </vt:lpstr>
      <vt:lpstr> 도색(앞,뒤베란다전체) </vt:lpstr>
      <vt:lpstr> 도색(거실 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501</cp:revision>
  <dcterms:created xsi:type="dcterms:W3CDTF">2012-05-23T04:33:26Z</dcterms:created>
  <dcterms:modified xsi:type="dcterms:W3CDTF">2026-06-01T02:04:47Z</dcterms:modified>
</cp:coreProperties>
</file>