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5-502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 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현관입구방</a:t>
            </a:r>
            <a:r>
              <a:rPr lang="en-US" altLang="ko-KR" sz="1000"/>
              <a:t>))
</a:t>
            </a: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2026-06-01T05:00:13Z</dcterms:modified>
</cp:coreProperties>
</file>