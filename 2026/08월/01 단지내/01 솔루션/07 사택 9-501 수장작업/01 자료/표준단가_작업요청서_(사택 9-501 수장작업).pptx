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0" r:id="rId4"/>
    <p:sldId id="261" r:id="rId5"/>
    <p:sldId id="264" r:id="rId6"/>
    <p:sldId id="266" r:id="rId7"/>
    <p:sldId id="267" r:id="rId8"/>
    <p:sldId id="268" r:id="rId9"/>
    <p:sldId id="269" r:id="rId10"/>
    <p:sldId id="271" r:id="rId11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39" autoAdjust="0"/>
    <p:restoredTop sz="94560" autoAdjust="0"/>
  </p:normalViewPr>
  <p:slideViewPr>
    <p:cSldViewPr>
      <p:cViewPr varScale="1">
        <p:scale>
          <a:sx n="108" d="100"/>
          <a:sy n="108" d="100"/>
        </p:scale>
        <p:origin x="188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7FFE86C-229C-320D-F310-1FDAFD47E8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8DDDA04-B377-6DC6-4756-32BD6F454B6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5FDC2B0B-6AA3-4046-AFFC-5F3EEE030C27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ECE2D044-6A47-9BD7-3764-435C61C9DC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066B9C10-7AA9-3085-47D7-0B44D53AC7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8EB29A-6780-9343-EDCA-9892A255184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5C6A7F-7B68-2ED3-A67D-76BF080225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A94B4D3E-D5B5-4AD7-A404-1C522F72FE0F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4ABB18EC-DF62-BFB2-DE98-F2D41F802A6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57E85FDB-42E3-9777-CFB0-65CA7F1F16B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93753D13-0A95-8440-7C23-58DD603360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DC580EC-ACE6-418A-B523-CF1E265D77C2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E2E26F-E3CE-9B9A-C490-F33146908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280C83-4E0F-47DC-85AC-7253BA650C6C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644AAD-A058-7529-7BD7-20F46B11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B48C25-34E8-235E-F1DE-A8B2E31E6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483E67-9AC8-4652-859D-054FBE8C157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289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06BFD5-66DF-69F1-48D4-D584FE1C1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534C2D-62D5-4EF2-81C9-51390D1962CB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38C356-7870-5031-71AD-160B0E32E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44DC9F-A711-036C-08D8-89A1069C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15B1E0-B314-4130-B388-DE78F5B53DB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7891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4B5526-B964-9576-353D-D960D4672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47F645-0AC9-46F1-AE49-8DBA28985DFD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6971EF-A815-7D5D-1CCA-FE1D95476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851E0F-8CB4-9694-64A6-053E03C24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671150-F29D-4957-B78D-C7AF9A1FE2D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464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97233258-D836-6326-D2E1-2BB9085E6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E6679D-28E3-4A4D-91CC-6FFBBCAD9D8D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B86BEC9E-205F-457C-A285-C22111687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B91E144-308B-52B0-5F55-0A0DEA973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2D914F-B23D-4257-8244-1310CAA69DF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136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20E869CA-8E56-DF28-4DF6-3D4C779D2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1640C7-B7C7-4749-B050-173A813F751E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9460E47B-479B-208E-AE2C-02B604C2A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5DC91F46-3C8F-0FE0-2D4C-3B293B1A4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0A6C93-7B2A-4100-ADDE-DFAD2656D4A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535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1FE872D0-1D5C-8A3F-67F3-2DC7735F6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0DE0AB-4341-4EB7-A4D2-CD03AF6ADD07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1DC59236-CB64-B1E7-035C-237FBE615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307302FF-6BD4-A835-828C-12F9F9DDE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41979C-B27B-40DE-AEAD-7A51C6F53CA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2437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1CA00AAA-A43C-ABCD-F008-39779B5DC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4E707E-7C68-459B-BD47-7F0D4F39979A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41D58EB1-016A-58D9-3A30-44F8E79EC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974FCACF-116B-29A9-B6B3-4D4C52B00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CD661D-5C77-4B85-A6C4-9839E4C3400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128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ADB6899C-4BA7-6598-D9FC-17B93B1A1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8EC27D-ED1F-4AC6-8E35-E7362CE39732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81F2C82E-09BF-65D4-5DE8-15F65C8D5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BCD0B384-0D4B-64B6-BAB4-6762EF3DD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28C034-85EA-4253-B17F-2900165E0E9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8512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4AB8C359-2863-5290-FB24-570167A26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D17F82-FE41-45BE-9904-79C02CDD5051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92D28845-5243-7CFF-C515-CBB38B73C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B0C66E2D-5990-812C-38D4-E7698578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8C325B-963A-4739-8A5A-57F810C0869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3785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32CA51-3A53-E06F-9361-6A700F422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891D3D-6D26-4F90-978F-21E9DADDCC3F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54FD2D-315D-15F3-F5B8-B201DD8E6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6026B5-FD84-EB9C-63A2-08A6974CD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C833C5-8152-4FE2-B6B0-0E285B31DC4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2650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CE0FB8-22B0-646A-E627-624F2C96F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9B0D9E-34F7-421D-81A0-944348C33896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E5F427-DE33-FBF1-3C6B-DDE056C9B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E3B550-C3CF-4CC3-3494-6589D897F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95BF05-09F5-4D72-ACD3-6250F800081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6395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C1B95234-54F1-A8D5-2504-1F5BAAF5424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28DCB516-3A4C-053D-E7E2-1F593F6295A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5ACB7D-08F1-A40D-8EF3-6AE16226F9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F762A-09AD-44A5-BDFD-F09DF035C573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902165-0428-3294-76A3-4A3BC08D6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19CA20-614B-CCCF-D40C-3DEA8A1F8A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E8D25C3-5DF7-4492-94AF-889538F0FEFC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65D80183-F80D-9DB0-D892-7E2BB8930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66900"/>
            <a:ext cx="6048375" cy="5540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9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501</a:t>
            </a:r>
            <a:r>
              <a:rPr kumimoji="0" lang="ko-KR" altLang="en-US" sz="3000" b="1"/>
              <a:t>호 수장공사 작업의뢰서</a:t>
            </a:r>
            <a:endParaRPr kumimoji="0" lang="ko-KR" altLang="en-US" sz="3000" b="1">
              <a:solidFill>
                <a:srgbClr val="FF0000"/>
              </a:solidFill>
            </a:endParaRP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B3E4CE52-C049-58CE-6B4F-55C5278B8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9B59F163-AF27-D0BC-1FFE-A80395C8B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2026. 05. 28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6F3C8C3A-FAC9-BBB5-D6C9-19E617096B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9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501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8408029D-B6D7-4F13-7F25-19F28EDB1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811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05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28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10687328-740C-182A-ABBF-88723F3E28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28775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13B1A473-F11E-88A5-945D-DDA905F36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9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501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4B374198-1F2D-0B53-3FDD-E40269D29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363" y="2730500"/>
            <a:ext cx="97726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문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문틀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현관방화문 내부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수도계량기함</a:t>
            </a:r>
            <a:r>
              <a:rPr kumimoji="0" lang="en-US" altLang="ko-KR" sz="1200" b="1"/>
              <a:t>(2</a:t>
            </a:r>
            <a:r>
              <a:rPr kumimoji="0" lang="ko-KR" altLang="en-US" sz="1200" b="1"/>
              <a:t>개소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뒤베란다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천장</a:t>
            </a:r>
            <a:r>
              <a:rPr kumimoji="0" lang="en-US" altLang="ko-KR" sz="1200" b="1"/>
              <a:t>)) </a:t>
            </a:r>
            <a:r>
              <a:rPr kumimoji="0" lang="ko-KR" altLang="en-US" sz="1200" b="1"/>
              <a:t>보수 공사 요함</a:t>
            </a:r>
            <a:endParaRPr kumimoji="0" lang="en-US" altLang="ko-KR" sz="1200" b="1"/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F1C19DE0-CD3F-00AC-116F-1C54ABDDB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783013"/>
            <a:ext cx="8456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ACA8F3F8-D57B-3AEA-2B75-EF6F1596AD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989138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D6D54080-EA14-7FE5-3D6F-E2E033162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36061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5EE997C0-11D4-26AF-75B8-ABD65AA053E2}"/>
              </a:ext>
            </a:extLst>
          </p:cNvPr>
          <p:cNvSpPr/>
          <p:nvPr/>
        </p:nvSpPr>
        <p:spPr bwMode="auto">
          <a:xfrm>
            <a:off x="3316288" y="456406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49" name="아래쪽 화살표 48">
            <a:extLst>
              <a:ext uri="{FF2B5EF4-FFF2-40B4-BE49-F238E27FC236}">
                <a16:creationId xmlns:a16="http://schemas.microsoft.com/office/drawing/2014/main" id="{BA703369-D6D9-718F-3326-8CAFF39C7845}"/>
              </a:ext>
            </a:extLst>
          </p:cNvPr>
          <p:cNvSpPr/>
          <p:nvPr/>
        </p:nvSpPr>
        <p:spPr>
          <a:xfrm>
            <a:off x="4176713" y="55181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6F9D65-1815-EA22-483D-2ABD281BE1C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2D9FD4F-0D1D-02EF-CB38-D113EB81F174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내용 개체 틀 2">
            <a:extLst>
              <a:ext uri="{FF2B5EF4-FFF2-40B4-BE49-F238E27FC236}">
                <a16:creationId xmlns:a16="http://schemas.microsoft.com/office/drawing/2014/main" id="{76E8B24B-BEDA-C930-A0A6-E46FC3437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18487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A4E31373-5B77-49DB-24F4-360D49C31886}"/>
              </a:ext>
            </a:extLst>
          </p:cNvPr>
          <p:cNvSpPr/>
          <p:nvPr/>
        </p:nvSpPr>
        <p:spPr>
          <a:xfrm>
            <a:off x="2124075" y="2924175"/>
            <a:ext cx="4535488" cy="20891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6A55F0-C185-1CCA-7787-3197CECFEDB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3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93BD954-755B-D9D2-D5BF-8AB01B9B681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내용 개체 틀 2">
            <a:extLst>
              <a:ext uri="{FF2B5EF4-FFF2-40B4-BE49-F238E27FC236}">
                <a16:creationId xmlns:a16="http://schemas.microsoft.com/office/drawing/2014/main" id="{C0BE2253-BEF3-F7A4-9EB4-CEC4B278A7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600200"/>
            <a:ext cx="8218488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83754213-0CFA-46C5-2D67-2FDE33B2AEB7}"/>
              </a:ext>
            </a:extLst>
          </p:cNvPr>
          <p:cNvSpPr/>
          <p:nvPr/>
        </p:nvSpPr>
        <p:spPr>
          <a:xfrm>
            <a:off x="5651500" y="2133600"/>
            <a:ext cx="865188" cy="10080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A2694B5-D784-D643-922C-1C6252340B86}"/>
              </a:ext>
            </a:extLst>
          </p:cNvPr>
          <p:cNvSpPr/>
          <p:nvPr/>
        </p:nvSpPr>
        <p:spPr>
          <a:xfrm>
            <a:off x="5219700" y="5445125"/>
            <a:ext cx="792163" cy="6810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040B4C-2A9C-DFD1-D816-85545ED2843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 dirty="0"/>
              <a:t>장판</a:t>
            </a:r>
            <a:r>
              <a:rPr lang="en-US" altLang="ko-KR" b="1" dirty="0"/>
              <a:t>(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3FF2562-BB78-6DA1-0A65-C2296039AC0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내용 개체 틀 2">
            <a:extLst>
              <a:ext uri="{FF2B5EF4-FFF2-40B4-BE49-F238E27FC236}">
                <a16:creationId xmlns:a16="http://schemas.microsoft.com/office/drawing/2014/main" id="{F97B4711-1F15-A728-281A-9B8D859D59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07375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547A5A30-414D-EE8C-210E-1BD9057A1DD1}"/>
              </a:ext>
            </a:extLst>
          </p:cNvPr>
          <p:cNvSpPr/>
          <p:nvPr/>
        </p:nvSpPr>
        <p:spPr>
          <a:xfrm>
            <a:off x="2627313" y="4221163"/>
            <a:ext cx="2592387" cy="15843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DAED66-1451-66D1-E012-5CB6B93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 dirty="0"/>
              <a:t>장판</a:t>
            </a:r>
            <a:r>
              <a:rPr lang="en-US" altLang="ko-KR" b="1" dirty="0"/>
              <a:t>(</a:t>
            </a:r>
            <a:r>
              <a:rPr lang="ko-KR" altLang="en-US" b="1" dirty="0"/>
              <a:t>방</a:t>
            </a:r>
            <a:r>
              <a:rPr lang="en-US" altLang="ko-KR" b="1" dirty="0"/>
              <a:t>3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26C968A-43AA-322E-ABFC-73F69A0559FC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내용 개체 틀 2">
            <a:extLst>
              <a:ext uri="{FF2B5EF4-FFF2-40B4-BE49-F238E27FC236}">
                <a16:creationId xmlns:a16="http://schemas.microsoft.com/office/drawing/2014/main" id="{283BA189-B327-A35F-3B6A-D16FE8854F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07375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9513A794-6433-2741-1FB3-BEC1E042B7A5}"/>
              </a:ext>
            </a:extLst>
          </p:cNvPr>
          <p:cNvSpPr/>
          <p:nvPr/>
        </p:nvSpPr>
        <p:spPr>
          <a:xfrm>
            <a:off x="3203575" y="3429000"/>
            <a:ext cx="1944688" cy="13684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67384C-267A-6D1A-F795-A8782488B73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 dirty="0"/>
              <a:t>도색</a:t>
            </a:r>
            <a:r>
              <a:rPr lang="en-US" altLang="ko-KR" b="1" dirty="0"/>
              <a:t>(</a:t>
            </a:r>
            <a:r>
              <a:rPr lang="ko-KR" altLang="en-US" b="1" dirty="0"/>
              <a:t>문</a:t>
            </a:r>
            <a:r>
              <a:rPr lang="en-US" altLang="ko-KR" b="1" dirty="0"/>
              <a:t>,</a:t>
            </a:r>
            <a:r>
              <a:rPr lang="ko-KR" altLang="en-US" b="1" dirty="0"/>
              <a:t>문틀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3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D7C5412-BDDF-93AC-6E74-0E1C1622F608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내용 개체 틀 2">
            <a:extLst>
              <a:ext uri="{FF2B5EF4-FFF2-40B4-BE49-F238E27FC236}">
                <a16:creationId xmlns:a16="http://schemas.microsoft.com/office/drawing/2014/main" id="{32A3CB7C-90D3-C35D-EE99-B50009DAF6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600200"/>
            <a:ext cx="8218488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4967CEFF-2C9E-BCED-7748-C8FD61337BE0}"/>
              </a:ext>
            </a:extLst>
          </p:cNvPr>
          <p:cNvSpPr/>
          <p:nvPr/>
        </p:nvSpPr>
        <p:spPr>
          <a:xfrm rot="1379311">
            <a:off x="7043738" y="2503488"/>
            <a:ext cx="935037" cy="25209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E1862F10-BD70-6CFD-C97F-BACA589D1BF6}"/>
              </a:ext>
            </a:extLst>
          </p:cNvPr>
          <p:cNvSpPr/>
          <p:nvPr/>
        </p:nvSpPr>
        <p:spPr>
          <a:xfrm>
            <a:off x="2916238" y="4076700"/>
            <a:ext cx="3743325" cy="20780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1872FA-B134-B831-A198-8A9716C8153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 err="1">
                <a:latin typeface="+mj-ea"/>
              </a:rPr>
              <a:t>방화문내부</a:t>
            </a:r>
            <a:r>
              <a:rPr lang="en-US" altLang="ko-KR" b="1" dirty="0">
                <a:latin typeface="+mj-ea"/>
              </a:rPr>
              <a:t>)</a:t>
            </a:r>
            <a:br>
              <a:rPr lang="en-US" altLang="ko-KR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0E5FD1E-3BB0-334C-DA90-AD0E3AD18C5E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1268" name="내용 개체 틀 2">
            <a:extLst>
              <a:ext uri="{FF2B5EF4-FFF2-40B4-BE49-F238E27FC236}">
                <a16:creationId xmlns:a16="http://schemas.microsoft.com/office/drawing/2014/main" id="{2392023F-8939-DD30-DF75-64C1130786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18487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8D022BC3-BBFB-8A32-1EBC-57DEAC0CC46C}"/>
              </a:ext>
            </a:extLst>
          </p:cNvPr>
          <p:cNvSpPr/>
          <p:nvPr/>
        </p:nvSpPr>
        <p:spPr>
          <a:xfrm>
            <a:off x="3203575" y="2636838"/>
            <a:ext cx="2520950" cy="25923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A76983-0CF0-B3FA-E0B1-8B4D91F500F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/>
              <a:t>수도계량기함</a:t>
            </a:r>
            <a:r>
              <a:rPr lang="en-US" altLang="ko-KR" b="1" dirty="0"/>
              <a:t>(2</a:t>
            </a:r>
            <a:r>
              <a:rPr lang="ko-KR" altLang="en-US" b="1" dirty="0"/>
              <a:t>개소</a:t>
            </a:r>
            <a:r>
              <a:rPr lang="en-US" altLang="ko-KR" b="1" dirty="0"/>
              <a:t>)</a:t>
            </a:r>
            <a:r>
              <a:rPr lang="en-US" altLang="ko-KR" b="1" dirty="0">
                <a:latin typeface="+mj-ea"/>
              </a:rPr>
              <a:t>)</a:t>
            </a:r>
            <a:r>
              <a:rPr lang="ko-KR" altLang="en-US" b="1" dirty="0">
                <a:latin typeface="+mj-ea"/>
              </a:rPr>
              <a:t> 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80316C5-8DBE-4A2E-8CFE-EFBB68B104C5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2292" name="내용 개체 틀 2">
            <a:extLst>
              <a:ext uri="{FF2B5EF4-FFF2-40B4-BE49-F238E27FC236}">
                <a16:creationId xmlns:a16="http://schemas.microsoft.com/office/drawing/2014/main" id="{F908058D-D148-E8FA-234B-544BCF05DB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600200"/>
            <a:ext cx="8218488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EEF15CBC-60FB-EF1D-38B7-99B195FD0384}"/>
              </a:ext>
            </a:extLst>
          </p:cNvPr>
          <p:cNvSpPr/>
          <p:nvPr/>
        </p:nvSpPr>
        <p:spPr>
          <a:xfrm>
            <a:off x="2916238" y="2997200"/>
            <a:ext cx="3240087" cy="20875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>
            <a:extLst>
              <a:ext uri="{FF2B5EF4-FFF2-40B4-BE49-F238E27FC236}">
                <a16:creationId xmlns:a16="http://schemas.microsoft.com/office/drawing/2014/main" id="{064B7BA3-32B3-773D-FA57-B728BB3171A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/>
              <a:t>앞</a:t>
            </a:r>
            <a:r>
              <a:rPr lang="en-US" altLang="ko-KR" b="1" dirty="0"/>
              <a:t>, </a:t>
            </a:r>
            <a:r>
              <a:rPr lang="ko-KR" altLang="en-US" b="1" dirty="0" err="1"/>
              <a:t>뒤베란다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5377E6E-6C79-E582-3E51-3393B812DB98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3316" name="내용 개체 틀 4">
            <a:extLst>
              <a:ext uri="{FF2B5EF4-FFF2-40B4-BE49-F238E27FC236}">
                <a16:creationId xmlns:a16="http://schemas.microsoft.com/office/drawing/2014/main" id="{37DBBBCF-064F-558D-A6E4-9330842A8A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18487" cy="4525963"/>
          </a:xfr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659DDD91-D4A9-CEAC-2F1D-3AAAF7F26DCA}"/>
              </a:ext>
            </a:extLst>
          </p:cNvPr>
          <p:cNvSpPr/>
          <p:nvPr/>
        </p:nvSpPr>
        <p:spPr>
          <a:xfrm>
            <a:off x="3059113" y="2636838"/>
            <a:ext cx="865187" cy="34559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4A9C207A-B113-9FA2-7002-944D5943C60B}"/>
              </a:ext>
            </a:extLst>
          </p:cNvPr>
          <p:cNvSpPr/>
          <p:nvPr/>
        </p:nvSpPr>
        <p:spPr>
          <a:xfrm>
            <a:off x="2411413" y="1628775"/>
            <a:ext cx="1223962" cy="9366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2706</TotalTime>
  <Words>195</Words>
  <Application>Microsoft Office PowerPoint</Application>
  <PresentationFormat>화면 슬라이드 쇼(4:3)</PresentationFormat>
  <Paragraphs>22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 도배(벽-거실) </vt:lpstr>
      <vt:lpstr> 도배(벽-방3곳) </vt:lpstr>
      <vt:lpstr>장판(거실)</vt:lpstr>
      <vt:lpstr>장판(방3곳)</vt:lpstr>
      <vt:lpstr>도색(문,문틀-방3곳)</vt:lpstr>
      <vt:lpstr> 도색(방화문내부) </vt:lpstr>
      <vt:lpstr> 도색(수도계량기함(2개소))  </vt:lpstr>
      <vt:lpstr>도색(앞, 뒤베란다)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466</cp:revision>
  <cp:lastPrinted>2023-01-13T00:22:17Z</cp:lastPrinted>
  <dcterms:created xsi:type="dcterms:W3CDTF">2012-05-23T04:33:26Z</dcterms:created>
  <dcterms:modified xsi:type="dcterms:W3CDTF">2026-06-01T02:05:36Z</dcterms:modified>
</cp:coreProperties>
</file>