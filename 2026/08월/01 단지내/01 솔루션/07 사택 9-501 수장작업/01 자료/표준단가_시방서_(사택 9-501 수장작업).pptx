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9-501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9-501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현관 방화문 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_</a:t>
            </a:r>
            <a:r>
              <a:rPr lang="ko-KR" altLang="en-US" sz="1000"/>
              <a:t>천장</a:t>
            </a:r>
            <a:r>
              <a:rPr lang="en-US" altLang="ko-KR" sz="1000"/>
              <a:t>)) </a:t>
            </a:r>
            <a:r>
              <a:rPr lang="ko-KR" altLang="en-US" sz="1000"/>
              <a:t>작업
폐기물 반출 및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2026-06-01T05:00:36Z</dcterms:modified>
</cp:coreProperties>
</file>