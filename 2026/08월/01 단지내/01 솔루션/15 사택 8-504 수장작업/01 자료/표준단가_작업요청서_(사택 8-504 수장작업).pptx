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95" r:id="rId3"/>
    <p:sldId id="259" r:id="rId4"/>
    <p:sldId id="260" r:id="rId5"/>
    <p:sldId id="261" r:id="rId6"/>
    <p:sldId id="262" r:id="rId7"/>
    <p:sldId id="263" r:id="rId8"/>
    <p:sldId id="264" r:id="rId9"/>
    <p:sldId id="281" r:id="rId10"/>
    <p:sldId id="282" r:id="rId11"/>
    <p:sldId id="285" r:id="rId12"/>
    <p:sldId id="284" r:id="rId13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20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04046EE-73D9-0D1E-B1E2-7FA8E1CBCA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91FB63-7AD4-7EBE-8DAC-49EABCBC171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DDA3DB93-C038-4CC5-8A4F-A978EEA8B150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8768A34-080C-C067-5589-C774E2696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2A7BDC4-2B97-002A-9786-CABBBC5BA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9C2D93-6CC5-094C-52F4-7C037F9F5D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32087B-192B-58DC-5930-0EE655E76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1C6100B0-0E22-457D-A5A5-AB2C1D8FBA5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6317C1C-364F-324F-1D29-42A7EF6834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7682B44-3A95-6AA9-8841-5DEBF905F9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E64469E-D0AC-8E7A-24C3-E19D87A8D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E042471-76E4-49C8-AC40-4550D9D32365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2CFC42-E8A8-17E3-15F9-6F51AF7D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52F73-3201-4323-92B2-1091FD2012E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0B373D-7D44-FB1E-6279-C77993EA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71B2F4-137F-5E1B-9AC0-17DE2836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7E010-E4BE-4F43-A6BB-62DBD84D113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54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3949D-332B-6B6B-4530-683E58A56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87982-87F7-4B2D-92B0-40C3BA1F98E2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A9C6D3-0471-5854-9CF1-774EFC93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258EB-CA49-A84E-0F14-955C2DC5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72E35-DCE3-4D8A-BB34-4D91B38518B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37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AA9D59-A2C6-9168-76D0-61E2AF6DB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BB709-F284-4F6A-AD38-98155A5559B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348615-C124-B4A8-03D8-64164392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571C6B-53D2-96B6-2E5E-2C02E99C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BAB996-B287-4B1E-96F8-461B742C877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829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493C124-D7AB-6060-86F6-557EE6F7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9CCF6-2375-4B15-A709-E8728FB4CE26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D49805F-262F-5737-16A2-6013DCE2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E9488CE-090C-F110-47F1-E8E0CBC5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F3660C-CA47-4D26-92BD-6F4BA5A2265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69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97D89C4-87B6-BF43-F75D-CF581B8F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D4F5F-A786-4731-B186-94FA5FEEAAA5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3A8637B0-FE1F-7BB2-9078-38FF4133B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1EA77591-D144-B4D3-A52E-F09F0E35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2FC90-F3E3-465C-B2CC-8DE54574A6D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62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22986921-00BE-9715-5E75-F1CB9A69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5A4BF-83A8-4488-97A9-CDB8A3940D57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6C1B3AB0-6159-F2D5-EA5F-4A7D99CC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0DB7109-FCBB-20B6-8C7D-8853A135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039E6D-A33C-402C-8B02-6B21BEB6DC9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704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F1EDD8B-456D-1D5A-B5BB-0ED41969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0A709-CB10-4CA3-B820-A25A0E944FE1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55C2CA3-FC3D-A277-D334-67ADF4C96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1C8F018F-ADED-9AC7-5EA5-27BCD453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0DEF0A-94F5-4952-A3BB-7AC4DFF8C3C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49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DB17836-411E-3E7A-93F8-A202677C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82B3A-DB4A-48BC-B93A-7F69692CB82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DCBF1E1-F6DF-A2D5-2A62-66A491F1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C3ABC11-06B3-4153-A519-E69110B0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2F5421-4DC0-4E2F-BCEB-8C66E8401E5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01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31771A7-3805-747F-FB7D-75E51279E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31711-CF08-40D5-BBD5-A3F18E5D5B01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61CB570-196B-55F0-ACC4-C028BF7A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E134BE2-2B95-454E-73DF-AEBE7316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81EC2-5C12-41CC-8799-4CCD0EC1A0C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09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10D28F-EF2E-194D-991F-C210C11E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3EC34E-E8DA-4D77-BFB2-A7136B2280B7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0D706D-B480-2336-DF8C-3EB83B396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8F52B0-F4A5-CD0D-F250-F8C2112B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6F16B-A316-44BF-84D1-93E2FBAB9CD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20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9A2C9C-7371-103C-1247-4E28C7F5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2D5A0-4CA2-489B-BD16-98147A392BF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829834-7745-C1A0-DA78-AA8BC57AE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644C7-7054-4FA8-A454-3A8114F4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C4CD9-D4E9-4C59-BCB7-4994E4D72DA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04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09FEE74-98C5-B992-CB82-219084D641C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7796DB2-F965-C5D6-350E-8899CCFA30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A704AF-4556-30A9-2A77-E03A6F555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CAB0685-36D2-468E-86E2-336D726024F2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8FE9F7-2FF6-F03C-A6BD-F6E582910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73AE6D-AAC5-A190-0C57-ED206B08E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4D6708E-88DE-4FD0-931A-7B8DCEBBBA4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DF5F571-9EAB-8E4A-D0CE-5E3E77231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504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20959437-341A-B960-3633-BCBBBD658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30EFFF21-AB3F-B987-C28D-507574B6F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14AECD8-CCE4-816D-5E30-1D99797F3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5921C680-83D7-06D5-CB28-74B28032C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DE74847-9C11-71A7-7174-64AADF518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28093B15-045B-BF04-65BA-DC916DA0C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92A62C1-4309-906A-83E4-D934B2246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뒤베란다 벽면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천정 곰팡이제거포함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F1B903F5-F0E1-DD36-B5E9-8D4F2A009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6353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91D0C3D8-1765-51D1-F0D5-EDB746C48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44B12105-7026-AC75-6D60-D9D12FF10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DD44B12-6AE4-14D3-2F1C-D4586A44EC3F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5D18703C-495A-034E-D13F-07149024E768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11975-A9A1-F1FB-8E37-414AC6D9A36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B2325F-D8DE-EB7F-6585-3A647B62755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EDEDDDFA-50CB-6A96-766A-6918746577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08EF37D-1964-8EA1-7EEB-32751145EE10}"/>
              </a:ext>
            </a:extLst>
          </p:cNvPr>
          <p:cNvSpPr/>
          <p:nvPr/>
        </p:nvSpPr>
        <p:spPr>
          <a:xfrm>
            <a:off x="2700338" y="2852738"/>
            <a:ext cx="3600450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31063-4D1D-323E-9340-8167BBAC30E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730624-3695-8E6C-9F4C-857DD1698AA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21EF8201-4779-3AE2-0D24-21234BEE69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9079EBAC-4343-CEE1-C5DB-188190A04CB4}"/>
              </a:ext>
            </a:extLst>
          </p:cNvPr>
          <p:cNvSpPr/>
          <p:nvPr/>
        </p:nvSpPr>
        <p:spPr>
          <a:xfrm>
            <a:off x="2484438" y="2636838"/>
            <a:ext cx="4824412" cy="2376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191A4-0BE5-4443-B6F9-C899A4EF1FC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F46293-61E8-5A95-BCD6-9FA82453063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7B764A37-4783-99B8-432C-5A332E6114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8A1E1D84-0A06-4884-0604-9E72F855609C}"/>
              </a:ext>
            </a:extLst>
          </p:cNvPr>
          <p:cNvSpPr/>
          <p:nvPr/>
        </p:nvSpPr>
        <p:spPr>
          <a:xfrm>
            <a:off x="4211638" y="3644900"/>
            <a:ext cx="1368425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27F37-25D9-6287-CD17-D154256371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000" b="1" dirty="0">
                <a:latin typeface="+mj-ea"/>
              </a:rPr>
              <a:t>도배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ko-KR" altLang="en-US" sz="4000" b="1" dirty="0">
                <a:latin typeface="+mj-ea"/>
              </a:rPr>
              <a:t>천정</a:t>
            </a:r>
            <a:r>
              <a:rPr lang="en-US" altLang="ko-KR" sz="4000" b="1" dirty="0">
                <a:latin typeface="+mj-ea"/>
              </a:rPr>
              <a:t>-</a:t>
            </a:r>
            <a:r>
              <a:rPr lang="ko-KR" altLang="en-US" sz="4000" b="1" dirty="0"/>
              <a:t> 방</a:t>
            </a:r>
            <a:r>
              <a:rPr lang="en-US" altLang="ko-KR" sz="4000" b="1" dirty="0"/>
              <a:t>3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A7B5DD-1C60-14F8-9321-FE7AF37BA2D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0">
            <a:extLst>
              <a:ext uri="{FF2B5EF4-FFF2-40B4-BE49-F238E27FC236}">
                <a16:creationId xmlns:a16="http://schemas.microsoft.com/office/drawing/2014/main" id="{23F8B5DE-831C-1E13-47E6-492175AF44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196263" cy="4516438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D72BF259-BAAD-66F1-62AB-A100375A9652}"/>
              </a:ext>
            </a:extLst>
          </p:cNvPr>
          <p:cNvSpPr/>
          <p:nvPr/>
        </p:nvSpPr>
        <p:spPr>
          <a:xfrm>
            <a:off x="2195513" y="3213100"/>
            <a:ext cx="4248150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56CEA-CEE3-D43F-37C7-DE0C069AE32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01D65A-A92B-B573-4F0E-8482E141D70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2">
            <a:extLst>
              <a:ext uri="{FF2B5EF4-FFF2-40B4-BE49-F238E27FC236}">
                <a16:creationId xmlns:a16="http://schemas.microsoft.com/office/drawing/2014/main" id="{E49FE630-5D96-085D-04FD-04B46C4642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6C1DC5F-7E3C-35AE-08BF-A802EB749C83}"/>
              </a:ext>
            </a:extLst>
          </p:cNvPr>
          <p:cNvSpPr/>
          <p:nvPr/>
        </p:nvSpPr>
        <p:spPr>
          <a:xfrm>
            <a:off x="3708400" y="3286125"/>
            <a:ext cx="1800225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C0691-AA74-091D-9BF4-4721A95CDDF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BBCF9A-8AD1-B1D9-0672-04A218F365D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1">
            <a:extLst>
              <a:ext uri="{FF2B5EF4-FFF2-40B4-BE49-F238E27FC236}">
                <a16:creationId xmlns:a16="http://schemas.microsoft.com/office/drawing/2014/main" id="{84FA3859-49F6-170F-6FBE-4ADF1A6B4D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4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E7E09F37-CDA6-FD68-9989-0217E08526F3}"/>
              </a:ext>
            </a:extLst>
          </p:cNvPr>
          <p:cNvSpPr/>
          <p:nvPr/>
        </p:nvSpPr>
        <p:spPr>
          <a:xfrm>
            <a:off x="5724128" y="3248819"/>
            <a:ext cx="1296987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DDACE-510D-5E8B-0711-74EF143DA09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D096F1-EB9F-FF47-1C2E-D9443468A83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5F869FA2-A244-ADAF-1A3E-19A1D2FBD8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5EDB0F3-5C2F-B3BE-28C5-D20CCDC95E29}"/>
              </a:ext>
            </a:extLst>
          </p:cNvPr>
          <p:cNvSpPr/>
          <p:nvPr/>
        </p:nvSpPr>
        <p:spPr>
          <a:xfrm>
            <a:off x="2268538" y="3287713"/>
            <a:ext cx="4175125" cy="12938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37045-4990-086E-E9F1-14C9DC2FFE5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EB62E8-33E7-1768-CCC3-C7E3F9C4DBE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33">
            <a:extLst>
              <a:ext uri="{FF2B5EF4-FFF2-40B4-BE49-F238E27FC236}">
                <a16:creationId xmlns:a16="http://schemas.microsoft.com/office/drawing/2014/main" id="{CEF37BEA-418F-E9FD-6346-32C1CEF577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4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255B19F-C903-2DB9-822B-6C6C97C09959}"/>
              </a:ext>
            </a:extLst>
          </p:cNvPr>
          <p:cNvSpPr/>
          <p:nvPr/>
        </p:nvSpPr>
        <p:spPr>
          <a:xfrm>
            <a:off x="5508104" y="3140968"/>
            <a:ext cx="792163" cy="1943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D12F5-A2BD-9FF7-374C-54A1CC026FC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2000" b="1" dirty="0">
                <a:latin typeface="+mj-ea"/>
              </a:rPr>
            </a:br>
            <a:r>
              <a:rPr lang="ko-KR" altLang="en-US" sz="2000" b="1" dirty="0">
                <a:latin typeface="+mj-ea"/>
              </a:rPr>
              <a:t>도색</a:t>
            </a:r>
            <a:r>
              <a:rPr lang="en-US" altLang="ko-KR" sz="2000" b="1" dirty="0">
                <a:latin typeface="+mj-ea"/>
              </a:rPr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뒤베란다전체</a:t>
            </a:r>
            <a:r>
              <a:rPr lang="en-US" altLang="ko-KR" sz="2000" b="1" dirty="0"/>
              <a:t> (</a:t>
            </a:r>
            <a:r>
              <a:rPr lang="ko-KR" altLang="en-US" sz="2000" b="1" dirty="0" err="1"/>
              <a:t>뒤베란다</a:t>
            </a:r>
            <a:r>
              <a:rPr lang="ko-KR" altLang="en-US" sz="2000" b="1" dirty="0"/>
              <a:t> 벽면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천정 곰팡이제거포함</a:t>
            </a:r>
            <a:r>
              <a:rPr lang="en-US" altLang="ko-KR" sz="2000" b="1" dirty="0"/>
              <a:t>)</a:t>
            </a:r>
            <a:r>
              <a:rPr lang="en-US" altLang="ko-KR" sz="2000" b="1" dirty="0">
                <a:latin typeface="+mj-ea"/>
              </a:rPr>
              <a:t>)</a:t>
            </a:r>
            <a:br>
              <a:rPr lang="ko-KR" altLang="en-US" sz="2000" b="1" dirty="0">
                <a:latin typeface="+mj-ea"/>
              </a:rPr>
            </a:b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DC4B50-2F52-FC6F-0689-B0116997939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8">
            <a:extLst>
              <a:ext uri="{FF2B5EF4-FFF2-40B4-BE49-F238E27FC236}">
                <a16:creationId xmlns:a16="http://schemas.microsoft.com/office/drawing/2014/main" id="{E4A270C6-520E-0042-794E-6DD4F93035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75DFB84C-A722-A24A-5E3E-FF396C6AED6F}"/>
              </a:ext>
            </a:extLst>
          </p:cNvPr>
          <p:cNvSpPr/>
          <p:nvPr/>
        </p:nvSpPr>
        <p:spPr>
          <a:xfrm rot="21136875">
            <a:off x="2268538" y="2133600"/>
            <a:ext cx="5688012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AB10A-FA52-DCD0-4DC4-F6186BD24CE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 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7FC00E-71D0-CDA4-A05F-71EF4A81BFE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Picture 27">
            <a:extLst>
              <a:ext uri="{FF2B5EF4-FFF2-40B4-BE49-F238E27FC236}">
                <a16:creationId xmlns:a16="http://schemas.microsoft.com/office/drawing/2014/main" id="{9FC38B2C-0CFF-B4F1-F972-2F5ABB5C9A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196262" cy="4492625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6616A37D-0BEC-4B0C-B00D-68D062F18CBD}"/>
              </a:ext>
            </a:extLst>
          </p:cNvPr>
          <p:cNvSpPr/>
          <p:nvPr/>
        </p:nvSpPr>
        <p:spPr>
          <a:xfrm>
            <a:off x="1979613" y="3217863"/>
            <a:ext cx="4229100" cy="8588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2755</TotalTime>
  <Words>226</Words>
  <Application>Microsoft Office PowerPoint</Application>
  <PresentationFormat>화면 슬라이드 쇼(4:3)</PresentationFormat>
  <Paragraphs>26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도배(천정- 방3곳)</vt:lpstr>
      <vt:lpstr>장판(거실)</vt:lpstr>
      <vt:lpstr> 장판(방3곳) </vt:lpstr>
      <vt:lpstr> 도색(문,문틀-방3곳) </vt:lpstr>
      <vt:lpstr> 도색(방화문내부) </vt:lpstr>
      <vt:lpstr> 도색(앞,뒤베란다전체 (뒤베란다 벽면, 천정 곰팡이제거포함)) </vt:lpstr>
      <vt:lpstr> 도색(거실 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503</cp:revision>
  <dcterms:created xsi:type="dcterms:W3CDTF">2012-05-23T04:33:26Z</dcterms:created>
  <dcterms:modified xsi:type="dcterms:W3CDTF">2026-06-08T05:35:16Z</dcterms:modified>
</cp:coreProperties>
</file>