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8-504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8-504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(</a:t>
            </a:r>
            <a:r>
              <a:rPr lang="ko-KR" altLang="en-US" sz="1000"/>
              <a:t>뒤베란다 벽면</a:t>
            </a:r>
            <a:r>
              <a:rPr lang="en-US" altLang="ko-KR" sz="1000"/>
              <a:t>_ </a:t>
            </a:r>
            <a:r>
              <a:rPr lang="ko-KR" altLang="en-US" sz="1000"/>
              <a:t>천정 곰팡이제거포함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2026-06-08T06:28:58Z</dcterms:modified>
</cp:coreProperties>
</file>