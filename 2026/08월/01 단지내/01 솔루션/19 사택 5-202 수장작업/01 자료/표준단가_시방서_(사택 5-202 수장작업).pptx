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379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2026-06-23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5-202 </a:t>
            </a:r>
            <a:r>
              <a:rPr lang="ko-KR" altLang="en-US" b="1">
                <a:latin typeface="+mn-ea"/>
              </a:rPr>
              <a:t>수장작업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5-202 </a:t>
            </a:r>
            <a:r>
              <a:rPr lang="ko-KR" altLang="en-US" sz="1000" b="1">
                <a:latin typeface="+mn-ea"/>
              </a:rPr>
              <a:t>수장작업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 dirty="0"/>
              <a:t>도배</a:t>
            </a:r>
            <a:r>
              <a:rPr lang="en-US" altLang="ko-KR" sz="1000" dirty="0"/>
              <a:t>(</a:t>
            </a:r>
            <a:r>
              <a:rPr lang="ko-KR" altLang="en-US" sz="1000" dirty="0"/>
              <a:t>벽</a:t>
            </a:r>
            <a:r>
              <a:rPr lang="en-US" altLang="ko-KR" sz="1000" dirty="0"/>
              <a:t>-</a:t>
            </a:r>
            <a:r>
              <a:rPr lang="ko-KR" altLang="en-US" sz="1000" dirty="0"/>
              <a:t>거실</a:t>
            </a:r>
            <a:r>
              <a:rPr lang="en-US" altLang="ko-KR" sz="1000" dirty="0"/>
              <a:t>_ </a:t>
            </a:r>
            <a:r>
              <a:rPr lang="ko-KR" altLang="en-US" sz="1000" dirty="0"/>
              <a:t>방</a:t>
            </a:r>
            <a:r>
              <a:rPr lang="en-US" altLang="ko-KR" sz="1000" dirty="0"/>
              <a:t>3</a:t>
            </a:r>
            <a:r>
              <a:rPr lang="ko-KR" altLang="en-US" sz="1000" dirty="0"/>
              <a:t>곳</a:t>
            </a:r>
            <a:r>
              <a:rPr lang="en-US" altLang="ko-KR" sz="1000" dirty="0"/>
              <a:t>) </a:t>
            </a:r>
            <a:r>
              <a:rPr lang="ko-KR" altLang="en-US" sz="1000" dirty="0"/>
              <a:t>작업
도배</a:t>
            </a:r>
            <a:r>
              <a:rPr lang="en-US" altLang="ko-KR" sz="1000" dirty="0"/>
              <a:t>(</a:t>
            </a:r>
            <a:r>
              <a:rPr lang="ko-KR" altLang="en-US" sz="1000" dirty="0"/>
              <a:t>천정</a:t>
            </a:r>
            <a:r>
              <a:rPr lang="en-US" altLang="ko-KR" sz="1000" dirty="0"/>
              <a:t>-</a:t>
            </a:r>
            <a:r>
              <a:rPr lang="ko-KR" altLang="en-US" sz="1000" dirty="0"/>
              <a:t>거실</a:t>
            </a:r>
            <a:r>
              <a:rPr lang="en-US" altLang="ko-KR" sz="1000" dirty="0"/>
              <a:t>) </a:t>
            </a:r>
            <a:r>
              <a:rPr lang="ko-KR" altLang="en-US" sz="1000" dirty="0"/>
              <a:t>작업
장판</a:t>
            </a:r>
            <a:r>
              <a:rPr lang="en-US" altLang="ko-KR" sz="1000" dirty="0"/>
              <a:t>(</a:t>
            </a:r>
            <a:r>
              <a:rPr lang="ko-KR" altLang="en-US" sz="1000" dirty="0"/>
              <a:t>거실</a:t>
            </a:r>
            <a:r>
              <a:rPr lang="en-US" altLang="ko-KR" sz="1000" dirty="0"/>
              <a:t>_ </a:t>
            </a:r>
            <a:r>
              <a:rPr lang="ko-KR" altLang="en-US" sz="1000" dirty="0"/>
              <a:t>방</a:t>
            </a:r>
            <a:r>
              <a:rPr lang="en-US" altLang="ko-KR" sz="1000" dirty="0"/>
              <a:t>3</a:t>
            </a:r>
            <a:r>
              <a:rPr lang="ko-KR" altLang="en-US" sz="1000" dirty="0"/>
              <a:t>곳</a:t>
            </a:r>
            <a:r>
              <a:rPr lang="en-US" altLang="ko-KR" sz="1000" dirty="0"/>
              <a:t>) </a:t>
            </a:r>
            <a:r>
              <a:rPr lang="ko-KR" altLang="en-US" sz="1000" dirty="0"/>
              <a:t>작업</a:t>
            </a:r>
            <a:r>
              <a:rPr lang="en-US" altLang="ko-KR" sz="1000" dirty="0"/>
              <a:t>
</a:t>
            </a:r>
            <a:r>
              <a:rPr lang="ko-KR" altLang="en-US" sz="1000" dirty="0"/>
              <a:t>도장</a:t>
            </a:r>
            <a:r>
              <a:rPr lang="en-US" altLang="ko-KR" sz="1000" dirty="0"/>
              <a:t>(</a:t>
            </a:r>
            <a:r>
              <a:rPr lang="ko-KR" altLang="en-US" sz="1000" dirty="0"/>
              <a:t>문</a:t>
            </a:r>
            <a:r>
              <a:rPr lang="en-US" altLang="ko-KR" sz="1000" dirty="0"/>
              <a:t>_</a:t>
            </a:r>
            <a:r>
              <a:rPr lang="ko-KR" altLang="en-US" sz="1000" dirty="0"/>
              <a:t>문틀</a:t>
            </a:r>
            <a:r>
              <a:rPr lang="en-US" altLang="ko-KR" sz="1000" dirty="0"/>
              <a:t>-</a:t>
            </a:r>
            <a:r>
              <a:rPr lang="ko-KR" altLang="en-US" sz="1000" dirty="0"/>
              <a:t>방</a:t>
            </a:r>
            <a:r>
              <a:rPr lang="en-US" altLang="ko-KR" sz="1000" dirty="0"/>
              <a:t>3</a:t>
            </a:r>
            <a:r>
              <a:rPr lang="ko-KR" altLang="en-US" sz="1000" dirty="0"/>
              <a:t>곳</a:t>
            </a:r>
            <a:r>
              <a:rPr lang="en-US" altLang="ko-KR" sz="1000" dirty="0"/>
              <a:t>) </a:t>
            </a:r>
            <a:r>
              <a:rPr lang="ko-KR" altLang="en-US" sz="1000" dirty="0"/>
              <a:t>작업
도장</a:t>
            </a:r>
            <a:r>
              <a:rPr lang="en-US" altLang="ko-KR" sz="1000" dirty="0"/>
              <a:t>(</a:t>
            </a:r>
            <a:r>
              <a:rPr lang="ko-KR" altLang="en-US" sz="1000" dirty="0" err="1"/>
              <a:t>방화문내부</a:t>
            </a:r>
            <a:r>
              <a:rPr lang="en-US" altLang="ko-KR" sz="1000" dirty="0"/>
              <a:t>_ </a:t>
            </a:r>
            <a:r>
              <a:rPr lang="ko-KR" altLang="en-US" sz="1000" dirty="0"/>
              <a:t>앞</a:t>
            </a:r>
            <a:r>
              <a:rPr lang="en-US" altLang="ko-KR" sz="1000" dirty="0"/>
              <a:t>_</a:t>
            </a:r>
            <a:r>
              <a:rPr lang="ko-KR" altLang="en-US" sz="1000" dirty="0" err="1"/>
              <a:t>뒤베란다전체</a:t>
            </a:r>
            <a:r>
              <a:rPr lang="en-US" altLang="ko-KR" sz="1000" dirty="0"/>
              <a:t>) </a:t>
            </a:r>
            <a:r>
              <a:rPr lang="ko-KR" altLang="en-US" sz="1000" dirty="0"/>
              <a:t>작업
도장</a:t>
            </a:r>
            <a:r>
              <a:rPr lang="en-US" altLang="ko-KR" sz="1000" dirty="0"/>
              <a:t>(</a:t>
            </a:r>
            <a:r>
              <a:rPr lang="ko-KR" altLang="en-US" sz="1000" dirty="0"/>
              <a:t>거실 걸레받이</a:t>
            </a:r>
            <a:r>
              <a:rPr lang="en-US" altLang="ko-KR" sz="1000" dirty="0"/>
              <a:t>) </a:t>
            </a:r>
            <a:r>
              <a:rPr lang="ko-KR" altLang="en-US" sz="1000" dirty="0"/>
              <a:t>작업
준공청소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841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490</cp:revision>
  <dcterms:created xsi:type="dcterms:W3CDTF">2015-01-28T03:52:40Z</dcterms:created>
  <dcterms:modified xsi:type="dcterms:W3CDTF">2026-06-23T06:14:48Z</dcterms:modified>
</cp:coreProperties>
</file>