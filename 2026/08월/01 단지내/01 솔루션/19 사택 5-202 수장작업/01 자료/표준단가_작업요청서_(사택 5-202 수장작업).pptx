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5" r:id="rId3"/>
    <p:sldId id="259" r:id="rId4"/>
    <p:sldId id="260" r:id="rId5"/>
    <p:sldId id="261" r:id="rId6"/>
    <p:sldId id="263" r:id="rId7"/>
    <p:sldId id="264" r:id="rId8"/>
    <p:sldId id="281" r:id="rId9"/>
    <p:sldId id="282" r:id="rId10"/>
    <p:sldId id="285" r:id="rId11"/>
    <p:sldId id="284" r:id="rId1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2186302-CF41-2410-BC94-0F7CC3AD6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1AD065-E6F1-23B8-448E-09FD62A88FB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7CCDC266-C58D-4BE3-B36F-C6BF49A73D3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CCFF34B3-3FC9-74D3-926E-35F487E45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77BDC07-44B6-0B75-BB2A-5F2A50403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EA6055-08BC-AD64-F241-333AB150E6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8CFC4D-AB53-88D6-EF53-97BF16192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4129317-F2C3-46D1-AEDD-4D12943563F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BFEC98A-9D55-5220-4DCD-3275D1216C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0EA9ED7-4688-5FD8-306E-818C151725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8867933-D1ED-C2A5-8D68-E49A7FB4A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98B0DA8-67BE-438A-A35A-96B536362FB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7F149D-392B-1A56-ADB9-EDD3A017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91DA0-AC0B-4AF9-A001-24173BDDCF9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27E67-3DEF-CFF4-0D8B-4F4FA6CB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3831A4-5DE2-BB1F-FE4C-9A6D3102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1A4CB0-BBA1-472E-9139-46CDB09C8FD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339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92AF13-4096-0846-F1CD-01544298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E4710-FDCC-473F-9892-577C13FB7BE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2AE0D0-2DA0-E453-1DC8-817799D3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45C45-5249-186B-8C38-E0548D5A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D8D8E-0E0A-4BCF-A2B3-2F9BA8B3850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1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BB4C10-F694-7E15-AD1C-945EA17F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D66F9-83F8-41CC-A970-35764E93CFB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557B81-166F-DA7F-98C2-BA5EF79A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E8373-909C-1B41-6335-A9169158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7699E5-1288-4693-9196-606B18B923A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50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C8C3822-DCFB-9BB2-2D52-4D877A35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C594-DF70-4814-88E7-8798610A6D7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E9F3A98-9267-884F-A303-B42EFF0F7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410DCC6-6867-2001-6EF8-12BC49EB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697F6-0361-4B88-A5F9-F87CA24204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70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AA59B69-5C8A-4771-C94F-F9DAD7DB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AB36B-E73B-4CF9-BD42-C9D9F0D9FA8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9A3526A-D2C1-97F2-72B5-3AA5660E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A9C13-DA7B-8380-BB25-4AA13AF7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78780-870C-4A15-BB57-B9E7D8AE0C2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43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56AC1BB6-A9DB-D42D-915B-51DEBB78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D9395-711E-4AA4-8773-45008E1B1E4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97A6654-646A-1965-E253-14CB444D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7584DB69-A912-D601-510E-5766B9EA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0ACE9-D412-4477-8263-E88B95F243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82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F35ED5D-26C4-43A8-F0A6-6D9CF80AE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BC4A1-A0E1-4A5B-8165-3631F834F8B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49CD2F2-BDDB-977B-11F6-954CE18C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FD81C0D-A23C-85CF-8453-050ACE17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E91013-BDCB-4835-B484-2152A69B85E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25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A184C2A-C071-B380-33C5-0724E597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60860-6D8E-43AB-AF81-68E773A9F5F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D2C6EBF-E3B0-47F2-43B1-967ECD4C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CC5C3D6-F882-8952-3022-675E46D7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69D07-C2AB-499F-BE6C-EEE952BC944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10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10ACD5C-1EA0-FB6D-6455-42091F22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07C8F-55A4-48D0-BD08-E42B6E4D5E3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1BA4669-3377-140A-5584-B051FD96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CBC933A-F772-A841-B87F-508A7444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4CAEB4-4A1C-4710-8C7A-35DB29B057B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8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DB8E7C-BDA0-DD1E-D9D6-8D7AC205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24012-3CBF-4875-BCD2-57C0E779241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BCDF76-B301-3147-B5EE-3394B03E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04AA47-4FDF-AC4C-20C0-75A054AE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A77928-F805-4204-9110-683E58CE3F8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0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E2411-F237-1B23-CD3A-66E5BAF22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06E42-AB6A-4577-BA0F-D59A773A3E7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3BF32-574A-FA1E-D737-610E4389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D755E4-EAFB-7CF2-27CD-CE25B7F8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A39220-D6D8-48A9-A905-D646E0B4B30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52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21770F79-8331-FA8E-73C3-551F2C53614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AAE53B1-5EB1-BA83-F70E-29831D2AC5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69A991-0725-19AB-890D-C065CFF66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4F41714-596C-459D-8167-EAEE7261689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E649F-4FD6-C675-BF78-44950CB5C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9FD77-4FC4-8E78-A359-5C9368205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190E9B8-B0AF-4ABF-A935-080BE2D400C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B7A8B11B-CF6A-8D23-7C4E-5CCF6DC12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202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8C19626-6078-EDD3-BA96-337F59E4F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48B8117-0394-4FC5-98D2-CBD6459A3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61BCB813-2C43-49D0-D132-B027B8D6B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E6540663-6E55-FC59-72F9-4203CE89B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87AA6FD-F6B1-1908-29A0-0DF9B08EB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6654F416-E5B2-E421-53B2-349EFE3B0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78CED68F-81C8-6740-B4BC-6FFB7D4E1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593975"/>
            <a:ext cx="8442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9F7AF764-82F0-77A3-1283-0564F997E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3623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A674462F-8528-977B-0D5F-D1AF5DFDA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77D34634-422C-C9B2-40DC-C96819120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516160B-9546-32DE-BB8B-0364E0F8F0AC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CB88D8E2-90F1-2002-7C18-CD26FF44E5D6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00C3F-D757-A55D-EEED-92C51D58AF1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D26346-5C7A-04AA-24CE-9C1B9B4C0CC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E2D9D14B-7561-508D-EA6F-10506C92B6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3B478D7-C00B-D461-483E-2967AF018169}"/>
              </a:ext>
            </a:extLst>
          </p:cNvPr>
          <p:cNvSpPr/>
          <p:nvPr/>
        </p:nvSpPr>
        <p:spPr>
          <a:xfrm>
            <a:off x="2700338" y="2492375"/>
            <a:ext cx="3959225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5FA4E-24F4-14F9-0A44-DD55F0AE20E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BE15E1-791B-B888-AC2D-6A4FEA57C00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10E97D09-00A6-B19E-CCB8-04A2C943CA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725" y="1628775"/>
            <a:ext cx="8208963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83B51A2-952F-3F5B-4D93-37E310350FC6}"/>
              </a:ext>
            </a:extLst>
          </p:cNvPr>
          <p:cNvSpPr/>
          <p:nvPr/>
        </p:nvSpPr>
        <p:spPr>
          <a:xfrm>
            <a:off x="2124075" y="2565400"/>
            <a:ext cx="4968875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B9C40-6DD2-87B1-4C5F-11660BDCBC2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3BA042-BFFA-D5AE-19A2-6ADE767C1F3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FA7D4321-9173-819F-DC17-698DF4B4EA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5928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8F39C05-2B05-C367-600E-432D7E4F4395}"/>
              </a:ext>
            </a:extLst>
          </p:cNvPr>
          <p:cNvSpPr/>
          <p:nvPr/>
        </p:nvSpPr>
        <p:spPr>
          <a:xfrm>
            <a:off x="3813175" y="2708275"/>
            <a:ext cx="1766888" cy="2346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53A15-DA68-2D0A-CBDC-CE3E27F1C97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551753-8002-DBB0-B379-673BF94795A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F3402A4B-1A75-C5B1-A8EF-418CFEA7ED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64EC8A9C-6E50-FB34-8DE8-3D9228EACEF6}"/>
              </a:ext>
            </a:extLst>
          </p:cNvPr>
          <p:cNvSpPr/>
          <p:nvPr/>
        </p:nvSpPr>
        <p:spPr>
          <a:xfrm>
            <a:off x="4067175" y="2708275"/>
            <a:ext cx="1728788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8C09F-C527-58C4-FE03-38221A70FDA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B3DBA-998E-6273-E4B4-F4339EFE9BE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4297048D-6A86-CB84-2AA0-77D3EF39C8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87EBBD9-D74D-B5DD-0D0C-4615F944E367}"/>
              </a:ext>
            </a:extLst>
          </p:cNvPr>
          <p:cNvSpPr/>
          <p:nvPr/>
        </p:nvSpPr>
        <p:spPr>
          <a:xfrm>
            <a:off x="3635375" y="3141663"/>
            <a:ext cx="1871663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FE485-9809-B919-63F4-53B32FDE6A2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54450E-0E1A-D852-58E9-D4D5DE03367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671527F8-656F-8C47-94BA-EA1220D107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F2DAD68-E449-F2B1-162C-6753F4985D07}"/>
              </a:ext>
            </a:extLst>
          </p:cNvPr>
          <p:cNvSpPr/>
          <p:nvPr/>
        </p:nvSpPr>
        <p:spPr>
          <a:xfrm>
            <a:off x="2627313" y="3440113"/>
            <a:ext cx="42513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B425F-08B5-9B2C-B460-52EAFD71836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8C8F1A-2884-2227-EE2A-2FD67668A33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4D773648-3173-AF8C-89A8-F180C124C2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3C87A3F-975D-A492-4D3C-A87265E605BB}"/>
              </a:ext>
            </a:extLst>
          </p:cNvPr>
          <p:cNvSpPr/>
          <p:nvPr/>
        </p:nvSpPr>
        <p:spPr>
          <a:xfrm>
            <a:off x="4068763" y="3141663"/>
            <a:ext cx="1008062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5F204-2EEA-D4F1-3AEE-F631CF9DDD4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5A1039-A633-20F5-0317-8B6C4A1DE84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8">
            <a:extLst>
              <a:ext uri="{FF2B5EF4-FFF2-40B4-BE49-F238E27FC236}">
                <a16:creationId xmlns:a16="http://schemas.microsoft.com/office/drawing/2014/main" id="{4F0FA912-5B00-1F03-1B5A-C606626CEF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D5E47B7A-120D-9E60-7FFF-AA214122B526}"/>
              </a:ext>
            </a:extLst>
          </p:cNvPr>
          <p:cNvSpPr/>
          <p:nvPr/>
        </p:nvSpPr>
        <p:spPr>
          <a:xfrm>
            <a:off x="2955925" y="2719388"/>
            <a:ext cx="3625850" cy="2305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4040-D123-545B-F0FC-97EEA17E653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 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0F2028-A8BC-1E28-C3C4-9461D74F9A7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D2D807D4-FD16-BF43-2F99-885656EB27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4050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C743270-6B1F-30C6-25E7-C6A777F15786}"/>
              </a:ext>
            </a:extLst>
          </p:cNvPr>
          <p:cNvSpPr/>
          <p:nvPr/>
        </p:nvSpPr>
        <p:spPr>
          <a:xfrm rot="308797">
            <a:off x="1973263" y="3319463"/>
            <a:ext cx="4627562" cy="8747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201</Words>
  <Application>Microsoft Office PowerPoint</Application>
  <PresentationFormat>화면 슬라이드 쇼(4:3)</PresentationFormat>
  <Paragraphs>24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 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488</cp:revision>
  <dcterms:created xsi:type="dcterms:W3CDTF">2012-05-23T04:33:26Z</dcterms:created>
  <dcterms:modified xsi:type="dcterms:W3CDTF">2026-06-23T03:31:16Z</dcterms:modified>
</cp:coreProperties>
</file>