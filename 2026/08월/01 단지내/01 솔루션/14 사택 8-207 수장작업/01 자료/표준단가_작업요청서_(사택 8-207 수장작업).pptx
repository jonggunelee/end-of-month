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95" r:id="rId3"/>
    <p:sldId id="259" r:id="rId4"/>
    <p:sldId id="260" r:id="rId5"/>
    <p:sldId id="261" r:id="rId6"/>
    <p:sldId id="263" r:id="rId7"/>
    <p:sldId id="264" r:id="rId8"/>
    <p:sldId id="281" r:id="rId9"/>
    <p:sldId id="282" r:id="rId10"/>
    <p:sldId id="296" r:id="rId11"/>
    <p:sldId id="284" r:id="rId12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202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FAE72F8-882B-53F1-4D6C-E3FE9158C5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0F9110-0123-3265-9982-62853E05F71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B685CD8-2987-410B-96C9-59C889BACBF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9A47A5B-A4A1-1FB5-F990-1245A37D3E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A80C1C1C-760E-6EA3-5E60-D1F118DE0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1AF24F-45E8-0EC0-358D-2CD5DB0FB7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B89FA3-36A1-A0AA-F059-75F3F3D48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6BD7C2EC-4B13-477F-91C3-7F8D256A707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EFEF0AB-04E8-4A70-07A0-634748C523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37DE7551-161E-1E85-713F-5731980E96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3E9E680-DB05-D073-E8C8-C6135C095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9767089-E0C8-4683-9365-6C2FA5DF0BA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5712F8-FE74-5B45-3BDB-072720FC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84B3C-2AA2-43F7-91F6-08CF42945E3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94F2E2-6D53-43D2-9CFF-00C0CBC9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65437B-4CB7-DA2B-13F8-EA9D0874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304DF0-570B-460A-9D72-C2FC10F4546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1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0874E6-014B-C6D9-0EEF-6EBEC597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CCBC03-8DFA-491F-9784-47F2B69DBF1A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E6237E-200A-982F-7F89-EADCE203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8603A3-829D-74D4-76B4-15774497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47711E-4C34-4780-AA1F-98F44B0B81C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60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37782-3FBA-7350-9924-3EF380083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1553E-2AEE-43D2-AD91-2E0DE9A155D6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3C8EA-CA5E-21D2-C30C-A0555F90D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17848C-7097-1E5F-9D3A-97387497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E6D47C-B559-45BF-914A-105F380FB80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31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0A59EB1-B28B-293D-279E-3E78CA99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0E89EC-2FF7-49DF-93B1-57F143BEECD6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307A233-F5A4-A664-39DE-EB057F5C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C31BEB3-A8B3-D792-6F4C-E7593948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F3C55B-3BB7-451E-BF7D-08679DBDA78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33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575CB0D-6AB3-5291-D982-24001846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0CC86-15F1-4484-87F5-0A36D0A9AA42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FF965B6C-044A-F3CD-EC0B-0A3B49882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50EA2CD-CD46-D31E-0412-04DE70A0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E24F08-9A2E-42F5-BA65-12104F8E87B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52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3EAB679C-C847-7AF7-4035-87515FFB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6D338-E31A-485D-9DEA-886F029ABCC5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6FEEC9F-5BD6-F952-8355-29EC879F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FD93FD06-0D74-C06E-8694-437AFEC26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447D77-13CC-4A42-AF9E-0B3E150B6CB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95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66733130-B50E-048A-285D-03DAE4A07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FD04A-7000-480E-9348-730F1A47B738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8C7FF316-CACD-F7C0-AA82-2A082287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608277E-471E-A527-F332-C01DA60D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268C94-2AB0-4D98-A15D-B16AE63371A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05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E079E73-7ACF-56AB-87FF-CE4F3F748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A4D27-6C9A-451E-8162-FE60D7A4C37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19E671A-2C44-865B-0DC9-A3FFE150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B43FB4C-EDCB-D278-456C-B5AED5DA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76F3BF-569A-4D66-9997-F303AF69D92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24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2528A21-DB4B-93A0-80AD-CDBD76A4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5B6980-21AD-4CEE-A011-7B6B7C388550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0DAB9D1-CE82-F5B7-ECAB-8DE6E3F2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5A40224-274C-FEB3-50B1-021A1234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28E80-3089-46CF-83E7-649F892B6E7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204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C6F03-F3F0-46A9-174B-490114D3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1BEB27-9D01-4F70-9F0F-3F56A9B18E03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61CBFD-F436-737C-1331-AB492D76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38A2AB-D28B-9A8F-0936-A058391C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2D5BF-E50C-46C6-AD24-B2F2EF575F9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76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690E0E-02B1-37ED-0C83-8B8156C7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DA0EC-734D-40C0-A0E9-2CA7D3000137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EC56F2-9BFC-A17A-D31E-7C3423E66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96E40-FCFA-E0D8-5914-06E37DB7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0E5224-0D21-4C20-94DE-20BD36FE7F2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10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B513A57A-7941-D761-2478-34FB8F1F231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4B5604A7-AC90-C668-E12B-AC824157F3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A41A36-AA80-A81D-545E-1444D69CE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907901F-34F8-415A-B506-FD89B649360E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75351B-F630-856A-36A2-3DA7555FD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7829D-16F2-82D1-48EB-C8B04C005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392E39-1B2D-45E9-903D-3A62A4B0CBA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DDF6194F-2312-1AB5-9100-895C7AB59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207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0CBC1A89-519B-7EB8-2E73-68A9C0983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002BD075-9125-733C-059C-9C6ECD77E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527D40A0-299A-B065-90D4-E1D6EF4E5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207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D95394CE-AC07-9B5D-5CC9-19E6121A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768CA9F-EDD0-6F4E-3674-0D39DA472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56E33152-3B76-E6ED-E1E2-67E9983E5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207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35AADFCA-9313-D057-E58D-AA8F0F9F7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96B5F0B0-6ED1-92B3-C63C-8A493FCD6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6353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AB107D84-558D-6C63-BF6F-A9A422951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928FC62C-CC28-C6B1-0EB7-5AFE42A1A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636E48D-BF40-DBC3-3F40-BB826D07B0FD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A0B65CB8-5FF5-0965-6189-270907D082DA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50834-9807-83BB-189F-D618BB6C1D2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5E640B-0A27-58FF-9C41-4F861496ED9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50A406ED-B96E-F655-D57F-3E38958D63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3736346F-C9B5-5BC9-87C5-A339C7A2C735}"/>
              </a:ext>
            </a:extLst>
          </p:cNvPr>
          <p:cNvSpPr/>
          <p:nvPr/>
        </p:nvSpPr>
        <p:spPr>
          <a:xfrm>
            <a:off x="2987675" y="2924175"/>
            <a:ext cx="3313113" cy="1944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3B9C2-39B9-F7A9-2120-1BDEA4B0612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5A0A29-2E71-2157-688D-A46BE14B834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2EA43B7F-81EC-CA15-B3A9-EA76FAF96F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68F0D9A7-5E52-397C-7275-826C5AF36E02}"/>
              </a:ext>
            </a:extLst>
          </p:cNvPr>
          <p:cNvSpPr/>
          <p:nvPr/>
        </p:nvSpPr>
        <p:spPr>
          <a:xfrm>
            <a:off x="2195513" y="2565400"/>
            <a:ext cx="5040312" cy="2519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B58F0-D0B1-EA41-5679-5A56CE555A4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도배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천정</a:t>
            </a:r>
            <a:r>
              <a:rPr lang="en-US" altLang="ko-KR" b="1">
                <a:latin typeface="+mj-ea"/>
              </a:rPr>
              <a:t>-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3A77DF-8213-4109-8887-06F3A2192D6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41BC7CEE-A48A-44C6-7F7B-DE82B3D23C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3DC98832-308D-C0BB-CA96-0BBCEF35E8AA}"/>
              </a:ext>
            </a:extLst>
          </p:cNvPr>
          <p:cNvSpPr/>
          <p:nvPr/>
        </p:nvSpPr>
        <p:spPr>
          <a:xfrm>
            <a:off x="3924300" y="3357563"/>
            <a:ext cx="1800225" cy="11509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5A082-8504-55CD-E994-F63B93617CF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95F65B-EF6C-0DE6-ADC3-A206D5811E5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06F92D1F-7A0F-7087-DCED-3E28E8FFE6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0436EC68-9897-28F7-4D42-37F3936C2AA0}"/>
              </a:ext>
            </a:extLst>
          </p:cNvPr>
          <p:cNvSpPr/>
          <p:nvPr/>
        </p:nvSpPr>
        <p:spPr>
          <a:xfrm>
            <a:off x="2843213" y="3068638"/>
            <a:ext cx="3457575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C70CF-47E4-46BD-205F-CCD63978AA6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85BA5E-23A4-086A-A2EA-B83E3B7B47F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388CF928-874A-2DE8-1205-E4921F82D9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E3503E64-A741-F96A-C123-C73E52CB489C}"/>
              </a:ext>
            </a:extLst>
          </p:cNvPr>
          <p:cNvSpPr/>
          <p:nvPr/>
        </p:nvSpPr>
        <p:spPr>
          <a:xfrm>
            <a:off x="3779838" y="3068638"/>
            <a:ext cx="2087562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32521-DBA9-96C7-E887-910783AFA03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441212-EE40-E058-9D24-5FDAB351867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B7387938-6EEB-03BE-F178-167BDBBD8F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7FF3E3B-2D5D-03A1-0FF8-EFB9ADC2987E}"/>
              </a:ext>
            </a:extLst>
          </p:cNvPr>
          <p:cNvSpPr/>
          <p:nvPr/>
        </p:nvSpPr>
        <p:spPr>
          <a:xfrm>
            <a:off x="2555875" y="3357563"/>
            <a:ext cx="4032250" cy="1079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4B511-36AD-53B7-4307-6102E873311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7B7444-2B2B-750E-BB24-EBE971FB55A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971FC384-4D6D-60C3-A202-3D85737E86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D5771D0-A37C-8A6F-D0FF-40F4BD33FA60}"/>
              </a:ext>
            </a:extLst>
          </p:cNvPr>
          <p:cNvSpPr/>
          <p:nvPr/>
        </p:nvSpPr>
        <p:spPr>
          <a:xfrm>
            <a:off x="4643438" y="3068638"/>
            <a:ext cx="792162" cy="1800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B2E4D-D909-2BE3-A264-CBD4AEBA83D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 </a:t>
            </a:r>
            <a:r>
              <a:rPr lang="ko-KR" altLang="en-US" b="1" dirty="0" err="1"/>
              <a:t>뒤베란다</a:t>
            </a:r>
            <a:r>
              <a:rPr lang="ko-KR" altLang="en-US" b="1" dirty="0"/>
              <a:t> 전체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DD5993-1496-B93C-B87B-8B4B2B31731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33">
            <a:extLst>
              <a:ext uri="{FF2B5EF4-FFF2-40B4-BE49-F238E27FC236}">
                <a16:creationId xmlns:a16="http://schemas.microsoft.com/office/drawing/2014/main" id="{6ED403EE-8E9F-52F1-AB81-196FF984DB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682B49E1-6957-E498-8976-CC2613C61284}"/>
              </a:ext>
            </a:extLst>
          </p:cNvPr>
          <p:cNvSpPr/>
          <p:nvPr/>
        </p:nvSpPr>
        <p:spPr>
          <a:xfrm>
            <a:off x="2195513" y="3357563"/>
            <a:ext cx="3313112" cy="16557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FFFF3-6441-7D23-DB36-97BBD1EE727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6F4269-37F1-83EA-70A8-6BECE9D212E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7">
            <a:extLst>
              <a:ext uri="{FF2B5EF4-FFF2-40B4-BE49-F238E27FC236}">
                <a16:creationId xmlns:a16="http://schemas.microsoft.com/office/drawing/2014/main" id="{D1907F81-DFEF-96B4-EF53-1DC9C7D3F7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92625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D49258D3-1C35-068B-11B4-C93ABD71981F}"/>
              </a:ext>
            </a:extLst>
          </p:cNvPr>
          <p:cNvSpPr/>
          <p:nvPr/>
        </p:nvSpPr>
        <p:spPr>
          <a:xfrm rot="21403177">
            <a:off x="1527175" y="3430588"/>
            <a:ext cx="4652963" cy="1149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2754</TotalTime>
  <Words>203</Words>
  <Application>Microsoft Office PowerPoint</Application>
  <PresentationFormat>화면 슬라이드 쇼(4:3)</PresentationFormat>
  <Paragraphs>25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도배(천정-거실)</vt:lpstr>
      <vt:lpstr>장판(거실)</vt:lpstr>
      <vt:lpstr> 장판(방3곳) </vt:lpstr>
      <vt:lpstr> 도색(문,문틀-방3곳) </vt:lpstr>
      <vt:lpstr> 도색(방화문내부) </vt:lpstr>
      <vt:lpstr> 도색(앞, 뒤베란다 전체) </vt:lpstr>
      <vt:lpstr> 도색(거실걸레받이)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499</cp:revision>
  <dcterms:created xsi:type="dcterms:W3CDTF">2012-05-23T04:33:26Z</dcterms:created>
  <dcterms:modified xsi:type="dcterms:W3CDTF">2026-06-08T05:31:37Z</dcterms:modified>
</cp:coreProperties>
</file>