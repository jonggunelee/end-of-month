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815D85B-2DD4-0BFB-61F5-512310F0B1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C52CF1-53D6-EC07-2E4D-AFA76EEB11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D2F9AE51-8591-431C-87B0-AF72C882007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379E696-5347-AA30-38EB-9848EB8EDC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E7A6BAF-47FA-7E32-821C-FB4E627EA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FC1441-CF7E-AF02-842F-9E19D796F5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D280FD-4FEE-D3D0-3178-6E4DB60AE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9841E26-6021-4E5D-B715-6F9F9F097AA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BBF04E6-CBD2-A931-9C50-9B731F9D14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C99367E3-C9AC-0F3A-898A-1C297C0BA6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EDC8280-0E4F-C5C8-1846-682E57A1E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517709A-A2F7-4712-A113-632B4300552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28D4F9-D9BC-5FD2-7BB1-CA6B7736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DE5FA-E672-4DE8-B5A8-A0B712C5714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ADB750-11DF-74A2-92AC-CEBFBC79C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7DD22-1FE8-9ED9-ECA7-10B1CA4B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D30CD-C356-4081-B22A-22C88E7A23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6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4B81D-3C43-23CC-2CFA-A884762D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5AE97-0EDE-471D-9CAD-6B4C245B0F5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D07FAB-CDD0-4395-0117-F288E061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B6539-1C62-BA19-4349-CDBCDF23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77D769-0B85-4FBC-A21D-FABC9BB1044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87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4A735-8B71-534A-4A43-DF4C19CF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333CE-2858-43BE-8892-E5C2AFD569C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8454E-4AD1-3AFC-29DF-53453316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86869-361B-D209-D3D4-04B56B8A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B712A-CA60-416C-AD93-4F007CA4F10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26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AC3C167-9D1F-5F9C-21B0-F766C4B6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AC4E8-824C-45D3-A7E3-CF027B264D8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DC7378F-629C-2D20-15E7-3B61F931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3035095-6844-1EAE-9A70-FAF1EE73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46F9EB-6EFD-48DE-ADC6-4B246340CB8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3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491966C-2225-550B-E7FF-3387556F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F37A0-B7C8-4F8F-B7EC-27537341BCB3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21941A3-6567-75BE-D3C0-A64FD546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1601FB1-6767-CAC4-056A-0DDE6862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9C3E1-DA2C-4FA8-87E2-BCDEA6F4CF2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89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934CB6B-FACB-CF7E-0501-57C91FBE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7490D-5CB8-4F53-BA91-307A551F4DD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56439E5-0277-DA50-3EAF-71C1494B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728DBFE-2119-09A3-939A-A6DA8C44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E96BE8-4EF8-4782-A65F-B548D5B494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6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771F58C-59A2-6CA2-3EB6-0F4C58EA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EC92C-403C-4B03-B082-44928DDF076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E19EA55-6007-99D9-CB13-5B1F2355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02B2F3-EF01-EE76-5915-FD55F23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2784E7-F6F1-46D3-B2D5-BE436509999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58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C745234-2679-232B-6037-D9CECEE3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76C59-5D03-4436-8C3E-0C1158C43B3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4C07C89-35FE-A843-E120-BAA544B7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B48E085-12CD-1E9F-7BCF-244AEBA7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75C2B-5A3B-4DB5-9EF8-FE9B672C0B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30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420A12D-9BAF-73F2-82E5-1EE98ACA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65FEF-F7A2-4BD2-96C3-FCAC858846B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65ADC0B-1104-74DC-2238-D8F37476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C6B58EB-A826-BE98-1031-8F983980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A32F8-853A-44DD-9E84-6E823DACD95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3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6793B6-94C2-7863-94B9-13DF2D06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6087C-1714-43C5-B45D-9C5F722F63D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05439-1B79-0FE6-56E7-6EC5E860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13685-DFDF-27CE-7D61-4842F7B7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C6122B-B758-4994-91F8-187A556ADDA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14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C7D1C-CF40-4B4C-C5C3-9E0981BB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7FC1CC-0EE1-4D36-9E08-8E52CD969AE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64AC77-D8B2-982B-DBE2-84C66FDF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E0306-ED1E-349F-2FB0-407B6B3F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CE174-18E9-4EB0-94A1-49C422ACA57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9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41B09ED-9394-6325-C6D3-21ECE144708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C1AF3D4-62D7-00A6-4582-31564697F2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8AC68-9BDE-E1FC-761D-84A738E7D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1A7B68D-FFF4-4319-B447-E64E9F3D8CD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7BFBF-C8F7-1BAB-6874-9573A5DF0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243643-5B86-1242-DF93-B4057140E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8F779CB-0A6E-4D58-A5B6-6156E44B434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35C54B2-FABB-6203-28F7-BCB3E3267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688BF2C7-7FC3-BBAF-820F-E1B4CAEFD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A5720E2-1FFA-ED1B-1804-D8E39C6EF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742BEC7-7667-A804-55F9-D241AF366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C26B38E-E516-4651-8195-0C58F4FA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E7CC5D1-59C6-E4E2-7A11-99B06C19E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DFAFF2A-24C9-EF48-8DFF-772E1547E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EFA52452-29AC-2A14-3DFA-563E54492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A4B3DE49-6656-D311-9EF0-44F4A1A82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80A65983-0901-1B19-ADED-E097262A0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F0D84F-274D-2093-2420-FB33C93AEFD5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B9A5DC1B-A954-C5DA-6964-7D19C1A7089A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E70D683A-9361-A77F-31FA-D8C4EB500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0BC0B-4E36-1FCE-A9E5-7680CBCE43C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0A5D3F-A15B-39EC-9694-93D4026821F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E795030A-E45B-7459-3BD7-99347F307C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21816D1-ECA9-3E3C-8857-F916915D8277}"/>
              </a:ext>
            </a:extLst>
          </p:cNvPr>
          <p:cNvSpPr/>
          <p:nvPr/>
        </p:nvSpPr>
        <p:spPr>
          <a:xfrm>
            <a:off x="2843213" y="2133600"/>
            <a:ext cx="3600450" cy="2736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D7B82-D757-22CF-03EC-722C11DB07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682ED6-C4FB-0C75-9FED-7D5E8B92FC3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0F19A956-FCC8-5F05-8C43-2D2EEB32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AE589BC-A6DD-3927-EA47-DB8325F5A29D}"/>
              </a:ext>
            </a:extLst>
          </p:cNvPr>
          <p:cNvSpPr/>
          <p:nvPr/>
        </p:nvSpPr>
        <p:spPr>
          <a:xfrm>
            <a:off x="2484438" y="2492375"/>
            <a:ext cx="4319587" cy="2952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307D9-E448-5F48-9B12-B57C6156B7E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7C6F4F-7B94-8990-5EFA-D6B71D0B4BF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8196" name="내용 개체 틀 2">
            <a:extLst>
              <a:ext uri="{FF2B5EF4-FFF2-40B4-BE49-F238E27FC236}">
                <a16:creationId xmlns:a16="http://schemas.microsoft.com/office/drawing/2014/main" id="{FB51B9AC-35B2-36BA-0E71-57132BDAE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197" name="Picture 38">
            <a:extLst>
              <a:ext uri="{FF2B5EF4-FFF2-40B4-BE49-F238E27FC236}">
                <a16:creationId xmlns:a16="http://schemas.microsoft.com/office/drawing/2014/main" id="{8B8D4195-A590-F640-B3DE-FEE518D0E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9C7997E-6EA8-2758-F8BC-6E1B56AD6B1D}"/>
              </a:ext>
            </a:extLst>
          </p:cNvPr>
          <p:cNvSpPr/>
          <p:nvPr/>
        </p:nvSpPr>
        <p:spPr>
          <a:xfrm rot="21417266">
            <a:off x="3859213" y="3463925"/>
            <a:ext cx="1354137" cy="13731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6182C-4CDC-7E25-2736-80E23AD3058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8C9251-FD8A-FC26-0DD4-9486356A271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9">
            <a:extLst>
              <a:ext uri="{FF2B5EF4-FFF2-40B4-BE49-F238E27FC236}">
                <a16:creationId xmlns:a16="http://schemas.microsoft.com/office/drawing/2014/main" id="{3DB93658-ECB9-5864-710D-3C1CE5D540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0475922-1B9E-2BAA-81E8-96A97B40CAE8}"/>
              </a:ext>
            </a:extLst>
          </p:cNvPr>
          <p:cNvSpPr/>
          <p:nvPr/>
        </p:nvSpPr>
        <p:spPr>
          <a:xfrm>
            <a:off x="3779838" y="3357563"/>
            <a:ext cx="1655762" cy="9350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2041</TotalTime>
  <Words>136</Words>
  <Application>Microsoft Office PowerPoint</Application>
  <PresentationFormat>화면 슬라이드 쇼(4:3)</PresentationFormat>
  <Paragraphs>18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장판(거실)</vt:lpstr>
      <vt:lpstr>장판(방2곳)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377</cp:revision>
  <cp:lastPrinted>2022-08-17T04:02:57Z</cp:lastPrinted>
  <dcterms:created xsi:type="dcterms:W3CDTF">2012-05-23T04:33:26Z</dcterms:created>
  <dcterms:modified xsi:type="dcterms:W3CDTF">2026-06-08T05:26:07Z</dcterms:modified>
</cp:coreProperties>
</file>