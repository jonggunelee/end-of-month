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</a:t>
            </a:r>
            <a:r>
              <a:rPr lang="en-US" altLang="ko-KR" b="1" dirty="0">
                <a:latin typeface="+mn-ea"/>
              </a:rPr>
              <a:t>3</a:t>
            </a:r>
            <a:r>
              <a:rPr lang="ko-KR" altLang="en-US" b="1" dirty="0">
                <a:latin typeface="+mn-ea"/>
              </a:rPr>
              <a:t>동 출입통제 시스템 교체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기숙사 </a:t>
            </a:r>
            <a:r>
              <a:rPr lang="en-US" altLang="ko-KR" sz="1000" dirty="0">
                <a:latin typeface="+mn-ea"/>
              </a:rPr>
              <a:t>3</a:t>
            </a:r>
            <a:r>
              <a:rPr lang="ko-KR" altLang="en-US" sz="1000" dirty="0">
                <a:latin typeface="+mn-ea"/>
              </a:rPr>
              <a:t>동 출입통제 시스템 교체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기숙사 </a:t>
            </a:r>
            <a:r>
              <a:rPr lang="en-US" altLang="ko-KR" sz="1000" dirty="0">
                <a:latin typeface="+mn-ea"/>
              </a:rPr>
              <a:t>3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73024"/>
            <a:ext cx="6000792" cy="1947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고장 </a:t>
            </a:r>
            <a:r>
              <a:rPr lang="ko-KR" altLang="en-US" sz="1000" dirty="0" err="1"/>
              <a:t>슈프리마</a:t>
            </a:r>
            <a:r>
              <a:rPr lang="en-US" altLang="ko-KR" sz="1000" dirty="0"/>
              <a:t>(</a:t>
            </a:r>
            <a:r>
              <a:rPr lang="ko-KR" altLang="en-US" sz="1000" dirty="0"/>
              <a:t>리더기</a:t>
            </a:r>
            <a:r>
              <a:rPr lang="en-US" altLang="ko-KR" sz="1000" dirty="0"/>
              <a:t>) 3</a:t>
            </a:r>
            <a:r>
              <a:rPr lang="ko-KR" altLang="en-US" sz="1000" dirty="0"/>
              <a:t>개 교체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인터폰 교환장치 </a:t>
            </a:r>
            <a:r>
              <a:rPr lang="en-US" altLang="ko-KR" sz="1000" dirty="0"/>
              <a:t>1</a:t>
            </a:r>
            <a:r>
              <a:rPr lang="ko-KR" altLang="en-US" sz="1000" dirty="0"/>
              <a:t>개 교체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인터폰 </a:t>
            </a:r>
            <a:r>
              <a:rPr lang="en-US" altLang="ko-KR" sz="1000" dirty="0"/>
              <a:t>3</a:t>
            </a:r>
            <a:r>
              <a:rPr lang="ko-KR" altLang="en-US" sz="1000" dirty="0"/>
              <a:t>개 교체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통합형 시스템 카드 리더 </a:t>
            </a:r>
            <a:r>
              <a:rPr lang="en-US" altLang="ko-KR" sz="1000" dirty="0"/>
              <a:t>3</a:t>
            </a:r>
            <a:r>
              <a:rPr lang="ko-KR" altLang="en-US" sz="1000" dirty="0"/>
              <a:t>개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설치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테스트 진행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44838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813</Words>
  <Application>Microsoft Office PowerPoint</Application>
  <PresentationFormat>화면 슬라이드 쇼(4:3)</PresentationFormat>
  <Paragraphs>83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2026-06-13T23:52:47Z</dcterms:modified>
</cp:coreProperties>
</file>