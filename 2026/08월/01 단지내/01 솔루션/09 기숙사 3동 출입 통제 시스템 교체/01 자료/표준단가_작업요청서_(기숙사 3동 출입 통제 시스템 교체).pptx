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19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4716676-E189-FEF0-F73D-1EAAAD875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5FA33F-C5FB-921D-E741-9075754A1A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01ECED1-DA28-4320-BBA5-6238F6A861DC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5BD7C78-50B0-4186-193E-634D68A4A1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5828404-CACB-BEDD-681A-031789238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1BA0E5-EC08-2B80-CBFE-7B66DFAF7F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B3F80-6B2E-3F79-B5D8-54A3D70B3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5D9BCF5F-D6BD-46AC-B02E-02F4E1AF1AE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A102F82-9E27-1F57-AA29-5B2394F73E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9106A03F-66FB-E6C6-19BC-B8CFC2DF4E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18C9532-008F-64B1-83A5-3EC70A5A1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C25602A-507F-42DF-9710-6D9CD04965E5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E1CA2-03EA-9FF5-9AB3-58956C6C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44DB7-5314-43E5-8E25-8D8015A7DA5E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B07DC8-B37E-AE8C-AB04-AD939D16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8E00B7-AB21-5826-2982-A09A1646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BE648-9CBB-4604-B272-504331B585D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31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67549D-E0E8-1D2F-6E1C-03E133F6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1E5B4-99A7-4F93-8B1D-17819C34234E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C91383-2E4F-6B60-CE3C-946E2D86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365FBF-9789-8358-2082-7A0D8AF35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B56963-76A8-4531-AD4F-A4AED9B5E8A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69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F00A3C-126F-FE04-C43D-9C1CA565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716EA-B59B-4A0C-87FE-D0B3F66E6672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AC09AB-C3B7-D485-48D0-C0B8F957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8D53F-F2AF-C2BC-A4AC-6A07E685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B0B97-6CDF-4CC8-B306-7643179C42A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05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06DFAB4-0254-1598-BE81-E53A986F9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FD9A1-6874-44EB-84EC-C51D999DE807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1C02905-8908-DECF-01E2-C1949CCD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E5CD32E-EDF8-61BA-78AA-2D1351DE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E618C1-20D0-44DB-AFE1-6C11F4FAC72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22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F5DABA30-DC64-9B15-23CE-86AED961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80BD8-969D-46F2-98B0-B5059D161082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5CC801BA-05CC-1785-D92E-852038D7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2C997053-C169-617F-D4B0-EBCB75A1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3C921-5FE2-4204-86C3-773CD670C77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9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D62746DC-E1F6-E3F3-06D1-E29DAFBF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58B12-F735-46D0-8C77-15BB28DD8DF0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F75C0A2E-B007-0C06-AF80-D5A19177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F24A00E0-7B94-2EBE-ABA3-9B401D01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5E3DF-759A-479E-B341-1EEC3EC96F4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16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8505C8C-E8F2-E11D-AD80-F5C5F2A1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07C12-9D91-41ED-9C64-F987B48E1A6A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5585DFB9-2512-B064-B57B-DD80AD78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17D4596-E6D6-D196-4A61-0095C6BC8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71F0C-DA45-48CC-926A-EC7F34D35E2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21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F2AC306-BF82-0690-E7CA-25669533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16858-F888-4C8E-A82A-07C4C707E329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FBA317C-D60A-863E-822A-D4D4F1EE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57AAEC3-C7C8-7CFF-38B2-4893396E3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C85B13-AE5C-49CC-BAE2-7D0371E71A2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48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3FA9AC0-980E-7E42-E201-85897F65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F08C5-FE3A-47FF-9D4A-27701519A1D4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5923A4C-B502-58B8-4F13-3E0733E9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3334DD4-E7B9-E937-0BD2-FFF08C45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517CF-B0CA-4515-A15D-031DAF267B3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46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97E11-D5B6-12E3-37B5-30EB6348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56E42-C594-43B9-A06E-835C72C2D8B8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9C120E-DEE5-7D76-B1EA-1B1FCF62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1DE1B6-3FA6-95E4-CA4C-E925FEBD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B461DC-5636-4017-B59D-9A2BE72D5A1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65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37DAD-A314-2900-9F9E-3ABBD2702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4F9C2-832B-41C7-B30F-DDC39E04FE6D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C5B59-75D3-A861-3359-81FE405B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D6A86-9890-0B77-9955-CE952BD8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305811-4B6A-438F-84A6-F16D598862D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02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D75F2ED2-3C17-A02C-5F59-BEA17301975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4D296B6-17B1-D025-9CDB-6E7D5B21A0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E66E01-544A-E01C-3ADE-6B9A3A6B8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473895B-CC66-4601-AB80-2A06AE763F92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995FCA-CE19-2042-A9AD-5DD5226A6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9B8AA8-8D4F-3595-9CEB-3C78D2026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F36EB12-2EAC-413C-8712-1EC82E28C3A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AC1F185-D9ED-6101-B19F-030D06D51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AB</a:t>
            </a:r>
            <a:r>
              <a:rPr kumimoji="0" lang="ko-KR" altLang="en-US" sz="3000" b="1"/>
              <a:t>동 및</a:t>
            </a:r>
            <a:r>
              <a:rPr kumimoji="0" lang="en-US" altLang="ko-KR" sz="3000" b="1"/>
              <a:t> 3</a:t>
            </a:r>
            <a:r>
              <a:rPr kumimoji="0" lang="ko-KR" altLang="en-US" sz="3000" b="1"/>
              <a:t>동 출입통제시스템 보수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2B0B730-26B8-9C00-6C8A-879067B2B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E8207DB-F741-94F9-72CF-73E99EDF4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89D0CB12-DB4A-794C-343B-B076AFDEA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6246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AB</a:t>
            </a:r>
            <a:r>
              <a:rPr kumimoji="0" lang="ko-KR" altLang="en-US" sz="2400" b="1" u="sng"/>
              <a:t>동 및 </a:t>
            </a:r>
            <a:r>
              <a:rPr kumimoji="0" lang="en-US" altLang="ko-KR" sz="2400" b="1" u="sng"/>
              <a:t>3</a:t>
            </a:r>
            <a:r>
              <a:rPr kumimoji="0" lang="ko-KR" altLang="en-US" sz="2400" b="1" u="sng"/>
              <a:t>동 출입통제시스템 보수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DA5DD3B0-1AD2-7891-5208-0AAA4C2E6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304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</a:t>
            </a:r>
            <a:r>
              <a:rPr kumimoji="0" lang="en-US" altLang="ko-KR" sz="1200" b="1"/>
              <a:t>27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25B881CC-DB28-FB6C-0202-2711866E8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55C85B70-454D-94A2-A8C1-A118E2C06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43926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AB</a:t>
            </a:r>
            <a:r>
              <a:rPr kumimoji="0" lang="ko-KR" altLang="en-US" sz="1200" b="1"/>
              <a:t>동 및 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동 출입통제시스템 보수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29E492AB-7616-EB69-C3F2-58B9A8E9B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74863"/>
            <a:ext cx="8667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관리소내 출입통제시스템 제어 컴퓨터 고장으로 </a:t>
            </a:r>
            <a:r>
              <a:rPr kumimoji="0" lang="ko-KR" altLang="en-US" sz="1200" b="1">
                <a:solidFill>
                  <a:srgbClr val="FF0000"/>
                </a:solidFill>
              </a:rPr>
              <a:t>컴퓨터 교체</a:t>
            </a:r>
            <a:r>
              <a:rPr kumimoji="0" lang="en-US" altLang="ko-KR" sz="1200" b="1">
                <a:solidFill>
                  <a:srgbClr val="FF0000"/>
                </a:solidFill>
              </a:rPr>
              <a:t>, </a:t>
            </a:r>
            <a:r>
              <a:rPr kumimoji="0" lang="ko-KR" altLang="en-US" sz="1200" b="1">
                <a:solidFill>
                  <a:srgbClr val="FF0000"/>
                </a:solidFill>
              </a:rPr>
              <a:t>프로그램 재설치</a:t>
            </a:r>
            <a:r>
              <a:rPr kumimoji="0" lang="en-US" altLang="ko-KR" sz="1200" b="1">
                <a:solidFill>
                  <a:srgbClr val="FF0000"/>
                </a:solidFill>
              </a:rPr>
              <a:t>, </a:t>
            </a:r>
            <a:r>
              <a:rPr kumimoji="0" lang="ko-KR" altLang="en-US" sz="1200" b="1">
                <a:solidFill>
                  <a:srgbClr val="FF0000"/>
                </a:solidFill>
              </a:rPr>
              <a:t>소방연동 요함</a:t>
            </a:r>
            <a:endParaRPr kumimoji="0" lang="en-US" altLang="ko-KR" sz="1200" b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① </a:t>
            </a:r>
            <a:r>
              <a:rPr kumimoji="0" lang="ko-KR" altLang="en-US" sz="1200" b="1"/>
              <a:t>현재 입주자 등록 및 삭제 불가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② </a:t>
            </a:r>
            <a:r>
              <a:rPr kumimoji="0" lang="ko-KR" altLang="en-US" sz="1200" b="1"/>
              <a:t>화재시 소방 연동되여 자동문 개방후 복구 불가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F92339AF-F743-5544-3A6F-1D1BAFA20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41738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보수공사를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F3077AE-B300-9F06-4594-AA19DABB1666}"/>
              </a:ext>
            </a:extLst>
          </p:cNvPr>
          <p:cNvSpPr/>
          <p:nvPr/>
        </p:nvSpPr>
        <p:spPr bwMode="auto">
          <a:xfrm>
            <a:off x="3316288" y="4437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247F2A4A-BBEC-88E5-494F-06BADB3312BD}"/>
              </a:ext>
            </a:extLst>
          </p:cNvPr>
          <p:cNvSpPr/>
          <p:nvPr/>
        </p:nvSpPr>
        <p:spPr>
          <a:xfrm>
            <a:off x="4176713" y="54451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68EC6827-280D-9E66-ED2E-09E136FA24B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/>
              <a:t>출입통제 제어 시스템 고장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751359-531A-5C63-47C7-0D94B8298AE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4">
            <a:extLst>
              <a:ext uri="{FF2B5EF4-FFF2-40B4-BE49-F238E27FC236}">
                <a16:creationId xmlns:a16="http://schemas.microsoft.com/office/drawing/2014/main" id="{A986A70E-632B-3709-20E6-047417677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49262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114</Words>
  <Application>Microsoft Office PowerPoint</Application>
  <PresentationFormat>화면 슬라이드 쇼(4:3)</PresentationFormat>
  <Paragraphs>14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출입통제 제어 시스템 고장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309</cp:revision>
  <dcterms:created xsi:type="dcterms:W3CDTF">2012-05-23T04:33:26Z</dcterms:created>
  <dcterms:modified xsi:type="dcterms:W3CDTF">2026-06-08T21:53:23Z</dcterms:modified>
</cp:coreProperties>
</file>