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5" r:id="rId3"/>
    <p:sldId id="259" r:id="rId4"/>
    <p:sldId id="260" r:id="rId5"/>
    <p:sldId id="261" r:id="rId6"/>
    <p:sldId id="263" r:id="rId7"/>
    <p:sldId id="264" r:id="rId8"/>
    <p:sldId id="281" r:id="rId9"/>
    <p:sldId id="282" r:id="rId10"/>
    <p:sldId id="285" r:id="rId11"/>
    <p:sldId id="284" r:id="rId1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7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0938150-D2DE-295C-184A-3370E3ECCA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8058BC-37C4-D5C7-27A2-0F5E3E05AF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0F73E0A-F397-4A8A-8000-74FAE9DA5E7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3C77789-A7F9-60A3-4E65-8773B0D2F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5154D73-A38B-DEA1-26BD-3ABAC49AD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A1F5FC-7001-5B77-9938-DF414E1342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EB3924-B536-36DB-32BD-5F203D81D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7FAA6404-BF3E-4517-8087-0F5218691E9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AD56F46B-D747-5B19-91F1-F2F9F15DA5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0F2B711-D3E0-C493-969A-E4094779C1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593F6ECD-42B3-EF64-063C-6A64365E1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439FAC0-057C-4290-B74A-B933F79D38E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9B04F-19D5-B55F-F018-8D2E788B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F63F8-3E76-4D8C-8343-0C9E94951F9E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B0E0-E5DF-3045-2B0C-519E47CA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CFD0BC-C895-D683-01DF-2AA906D6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18268-5B2E-4C50-8A47-A13E06529A1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9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393B87-50AC-C05A-B8C9-A76810DB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C7D45-94AF-460A-8C6C-5162AA99764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4A0E0F-D4A9-B111-4882-45B870D19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9BE74C-6BE9-4043-BA68-94880606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779602-8929-49B5-A55A-F3876183DE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116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20BD8-A199-8212-2FE0-CF87F97C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3BCD1-CDFB-46F9-AFBB-B5D200064B9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2CA8D3-FD0A-0FFC-DA71-F7D3319F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8CE35-1DCB-08B4-724B-5BD43C9B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62101-58E4-47E5-A91F-B50425A76FB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6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33BADF4-8208-9B52-4AAF-DA12FDC8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E0B35-BD73-4056-82DB-CCEA8A301DB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379B3F4-0EAA-911B-F8FC-0EE14CAC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F979AF5-D1DC-4A9B-AE3A-009B6385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A9138-7B4E-4E85-9806-B4703CCEB83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46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8AE8E1F-6C08-92C7-86B0-8005402B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B2678-EBE6-4455-AAA6-99A373A8D30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E026753B-002D-D8CF-42EC-044D38575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0CDE34C-0170-0E65-72D4-50A3C0D8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F1AC4C-F0E8-42D2-A8E8-4C140A8B7CE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72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04099C91-5210-3123-F4AE-79FD0AE4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159A8-D85B-4D6C-9C51-2C95152AA01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D2993C70-95DB-2818-5C09-955A5B00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41115F4-3937-3FA1-4446-84F9D7D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E0FAB9-77CB-401F-8DFB-AF5EA99288D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03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3440B12-B97F-D706-5365-E542CD8C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5D387-712C-4AD1-9A13-DC453357F4D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D3EBE96B-FD7C-7A9A-156F-1C953E6E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33637D1-DD34-AD5E-9596-7BD24108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1106EF-9C53-4E45-BB92-F83FBA6A5BE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327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0BC74C7-7C0A-EE2D-2E66-CE539105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7C8D9-C203-4E9B-8E6D-DC7F5BAA2B2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030B78F-F21F-489B-CC2A-3354D861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4B6562B-3DD2-678D-2B9C-8884332B4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98FF25-1C2E-42B4-ABC9-FFC4A5C36D3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76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DA3D6C1-6B26-E433-0743-565F3332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84444-EB18-4DE7-BC75-5FE506B696E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BBB122A-E4A8-526C-C124-F1562D4A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4D84C50-460E-1D8F-C247-8691A1C1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0EC80-60E5-4049-A30F-205EC9DE922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68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205DB-8BFF-9330-8FAE-AC8E831D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855258-7E12-4F4B-9CFF-3D3545E4E18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4B053C-6DEA-3899-E8E9-313F69F6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4DE0B7-9E14-1271-08D0-FCCC1B64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97C43C-BB57-494A-836B-8F9A53D2F4C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638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21B82C-C88D-91BC-27ED-3BA50641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A6642-F887-475A-B5FB-43F53F6864B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38FEFF-AFF9-6B64-505C-84EEB3B63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141AB-553A-5B58-CF7B-C9230363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7C3E1-B18C-49A1-AE8E-2ED8B6CDD42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5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56519B5-2073-D446-AB5B-62FB11C6227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C834B3B4-649E-71B9-0F7D-F7C00F30F1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A8BF09-0CE4-92FC-F59D-ABDECBC9A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D337AAF-8359-425D-8802-0AA0787E17D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6743BF-881E-504F-F91B-F5EAA110A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92275-13DD-643C-B414-72E408619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1221558-FB0D-43C0-8861-5DC3BB27A677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2232CC1-A221-F1B6-C37B-DEE709F77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501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6F08787-34AD-01DD-E802-C9F65EB55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7CA4066A-F5F2-61E5-2B87-9D60C62E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41A25FE-D06F-876B-B29B-422AB0549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CF6642D5-CB66-6154-9325-DAA61612D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F09AEBB-0F80-6C0F-A47C-E2E35E7E7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DB5C6988-054D-A7D0-8973-AB4769E2C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A4BD15B6-2E95-AAE2-E19B-F24A18CCE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593975"/>
            <a:ext cx="8442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ECEEC3CA-3437-D892-534E-D0DA0F374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3623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C8986234-6A2A-939B-C86B-7B73B762C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5FD48C69-2CA5-3EE6-B038-D8FDB35D0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6A29E0A-F77F-7D3B-E186-0FA19473338C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1DD67851-DCB3-28F3-E05B-A854A7EB5BCD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6DDAF-B88C-1318-AFA6-30B26BCB2BE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985CDF-E15E-D896-2391-8CBB30E78EC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1A84B902-A0B5-5282-A9A7-31156E6541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8C00855F-49FA-D913-FA58-ED3582C4B8DA}"/>
              </a:ext>
            </a:extLst>
          </p:cNvPr>
          <p:cNvSpPr/>
          <p:nvPr/>
        </p:nvSpPr>
        <p:spPr>
          <a:xfrm>
            <a:off x="2771775" y="2565400"/>
            <a:ext cx="3529013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3166A-D9D3-ECB6-B68C-8A50E55CB36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37FDAD-63EB-293B-59A3-7F395338564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5D504B1B-B0E3-7086-950B-03F0BB2C69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6725" y="1628775"/>
            <a:ext cx="8208963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ADAD99F-C014-A7C2-4D5D-DC3E9F2F0776}"/>
              </a:ext>
            </a:extLst>
          </p:cNvPr>
          <p:cNvSpPr/>
          <p:nvPr/>
        </p:nvSpPr>
        <p:spPr>
          <a:xfrm>
            <a:off x="2339975" y="2636838"/>
            <a:ext cx="4679950" cy="2520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B094A-27CF-0F59-C1EE-F1FE1C0D69F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0D4CB5-38D5-6A1A-67BD-9BA44497225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52BF3FDA-7D76-A12D-CC2A-0D609B6B70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59288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C67BFB3-F471-000D-61CB-FC38DD7ED1DA}"/>
              </a:ext>
            </a:extLst>
          </p:cNvPr>
          <p:cNvSpPr/>
          <p:nvPr/>
        </p:nvSpPr>
        <p:spPr>
          <a:xfrm>
            <a:off x="3668713" y="2852738"/>
            <a:ext cx="2703512" cy="2232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9647D-E6AF-4E28-82E7-14F2AFC965D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DAD363-11B5-9CC9-D835-70B2F56C8E2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E725DA0E-6465-8370-F8C3-B88C7451A7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015801EA-A956-EBC0-8221-7436787AE7BE}"/>
              </a:ext>
            </a:extLst>
          </p:cNvPr>
          <p:cNvSpPr/>
          <p:nvPr/>
        </p:nvSpPr>
        <p:spPr>
          <a:xfrm>
            <a:off x="3635375" y="2997200"/>
            <a:ext cx="1873250" cy="11509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C1A94-B7BD-F411-E3E6-37BA96EC0B8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723799-C441-FE53-81E7-7FB9DE5C861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CE9C1101-09D9-411A-C68B-2043F2E836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B69754F-06DA-147B-E45A-D61DFABC75F9}"/>
              </a:ext>
            </a:extLst>
          </p:cNvPr>
          <p:cNvSpPr/>
          <p:nvPr/>
        </p:nvSpPr>
        <p:spPr>
          <a:xfrm>
            <a:off x="3852863" y="3213100"/>
            <a:ext cx="1871662" cy="1223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F81F9-6644-CFA8-C525-E5FBABF4E90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18086B-4E1E-8AE9-B39D-AB1268A2FDA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10081827-1411-9A14-E2B3-4106CA0C47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BB35DCE-6CE9-3935-B397-A5660C38A8D2}"/>
              </a:ext>
            </a:extLst>
          </p:cNvPr>
          <p:cNvSpPr/>
          <p:nvPr/>
        </p:nvSpPr>
        <p:spPr>
          <a:xfrm>
            <a:off x="2484438" y="3440113"/>
            <a:ext cx="4248150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E4659-49C8-CAED-BA7C-0DC3737ABC9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9C2A9A-8586-EF17-B48D-A36699E2B72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600D3937-A3D6-8B18-1F7B-15EAC97DF4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610191A-8EC1-6046-1A76-590719C2E168}"/>
              </a:ext>
            </a:extLst>
          </p:cNvPr>
          <p:cNvSpPr/>
          <p:nvPr/>
        </p:nvSpPr>
        <p:spPr>
          <a:xfrm>
            <a:off x="4500563" y="3357563"/>
            <a:ext cx="647700" cy="1584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57CAF-DF17-410D-540C-8E179607322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</a:t>
            </a:r>
            <a:r>
              <a:rPr lang="ko-KR" altLang="en-US" b="1" dirty="0"/>
              <a:t>뒤베란다전체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1BDA59-5F5E-B9A5-09E0-0814DD5F1F9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8">
            <a:extLst>
              <a:ext uri="{FF2B5EF4-FFF2-40B4-BE49-F238E27FC236}">
                <a16:creationId xmlns:a16="http://schemas.microsoft.com/office/drawing/2014/main" id="{07D03FB7-CBBB-C3B7-4C8C-95E4BF47BA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0866F0D-507D-EF81-29B2-112FFBE32D61}"/>
              </a:ext>
            </a:extLst>
          </p:cNvPr>
          <p:cNvSpPr/>
          <p:nvPr/>
        </p:nvSpPr>
        <p:spPr>
          <a:xfrm rot="167686">
            <a:off x="3302000" y="2992438"/>
            <a:ext cx="3167063" cy="2016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2E73A-F93A-1E64-403E-DF6E217CB32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 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605883-3F2F-1BB3-DB69-F64E9A87B48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7">
            <a:extLst>
              <a:ext uri="{FF2B5EF4-FFF2-40B4-BE49-F238E27FC236}">
                <a16:creationId xmlns:a16="http://schemas.microsoft.com/office/drawing/2014/main" id="{6E8D8F61-2C48-B2C8-193D-136CF21AE6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64050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8E9015DF-007A-B470-36CC-2726F69650C7}"/>
              </a:ext>
            </a:extLst>
          </p:cNvPr>
          <p:cNvSpPr/>
          <p:nvPr/>
        </p:nvSpPr>
        <p:spPr>
          <a:xfrm rot="21442620">
            <a:off x="2962275" y="3284538"/>
            <a:ext cx="3278188" cy="790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201</Words>
  <Application>Microsoft Office PowerPoint</Application>
  <PresentationFormat>화면 슬라이드 쇼(4:3)</PresentationFormat>
  <Paragraphs>24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장판(거실)</vt:lpstr>
      <vt:lpstr> 장판(방3곳) </vt:lpstr>
      <vt:lpstr> 도색(문,문틀-방3곳) </vt:lpstr>
      <vt:lpstr> 도색(방화문내부) </vt:lpstr>
      <vt:lpstr> 도색(앞,뒤베란다전체) </vt:lpstr>
      <vt:lpstr> 도색(거실 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488</cp:revision>
  <dcterms:created xsi:type="dcterms:W3CDTF">2012-05-23T04:33:26Z</dcterms:created>
  <dcterms:modified xsi:type="dcterms:W3CDTF">2026-06-23T03:30:38Z</dcterms:modified>
</cp:coreProperties>
</file>