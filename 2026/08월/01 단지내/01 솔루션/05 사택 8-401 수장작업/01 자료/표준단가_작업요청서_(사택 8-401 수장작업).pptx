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95" r:id="rId3"/>
    <p:sldId id="259" r:id="rId4"/>
    <p:sldId id="260" r:id="rId5"/>
    <p:sldId id="261" r:id="rId6"/>
    <p:sldId id="263" r:id="rId7"/>
    <p:sldId id="264" r:id="rId8"/>
    <p:sldId id="281" r:id="rId9"/>
    <p:sldId id="282" r:id="rId10"/>
    <p:sldId id="284" r:id="rId11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560" autoAdjust="0"/>
  </p:normalViewPr>
  <p:slideViewPr>
    <p:cSldViewPr>
      <p:cViewPr varScale="1">
        <p:scale>
          <a:sx n="109" d="100"/>
          <a:sy n="109" d="100"/>
        </p:scale>
        <p:origin x="190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B93BB770-DB0D-3870-691D-D226AD2D27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9E0DBC-8803-F299-DB5B-5F334CE29BE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8983BBB4-9C23-4191-B76B-44FF38FE8D13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9839F6A6-A467-68BA-6079-23A3AB5207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AD70400B-164F-5DC2-8511-22C978CE62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9D0D2B-FCA0-D514-62F1-5B50B33C623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77DB82-E6B8-45BB-4519-124D85D923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F12B419F-FB4C-4634-914E-6773890C85C7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583E1F17-8670-7647-3354-EDE144720E3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9E2EF509-A1BA-E628-0617-BC719DA7643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E0C8208D-9E3C-705A-9012-EEC8554858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5FA29787-C538-4195-9BE2-C85B76F99EEC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D92CA0-BA93-EF8B-E1B4-7AD23CBAA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D54761-C259-4BBC-BA00-1870F3CAFE16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890CA2-D126-D480-0A22-877C1BE2D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61FB0F-1DCE-9A4A-0BAA-7A77D1BFD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5878F8-6F0E-487F-8DA8-8BF849A7487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596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0C3796-D982-602E-B9A0-B7DF6EAE3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C35F6C-DC38-41F4-A04E-5F7B347B78AF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E7B2AD-CDC0-3C10-DC42-986437966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0F6026-516C-AB00-CA2A-3212A11E8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6FF764-2B18-477C-921C-5EC15656630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134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B97BF1-D4A3-D7CD-C89E-88763998C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9BE8CD-60C9-486D-B301-6E0320657B56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A0CB6B-9C85-25BC-3C49-B9FB391A2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1230F8-928E-EB28-1121-63CFFB42B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214509-6D7C-42BD-B5CE-DA128358E79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7204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924CFDB9-7D19-2165-6781-B2577C17B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9DB675-028A-4A03-89B1-A7D50DA77447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DEB671E6-08CA-1C89-EA68-814FFEAB5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50E45958-CA14-31B6-E464-4A49A9D79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DEC368-6CC7-4C7C-A08F-8F39AEB46F4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4762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071466DB-B6CC-2ABF-05E6-B5BF6BBE0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C5C3D-E299-4303-8736-687B5BD3BF9B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D8DD964C-D852-63AA-DED8-0286EBA16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C752D870-4E23-E5D1-2FEB-AC5ABC906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78B9EE-FB6A-4DF5-BC36-5FCF77F6CC5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645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42B559F2-9195-F299-366A-9D6FD188B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A0D3B2-30C1-488B-BABB-C89F306496FA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5CE4BC5F-6EBC-00F2-68F2-8667AB179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4F27D774-04B5-2A4D-B7FD-1B27563A8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8F2EA7-12BE-487E-9DC5-50036DF54709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9516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BAAD4AB3-8875-629E-D797-4E939C820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7ADAAD-FCD6-4B5C-AB1C-B98F1388BF5C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92A7E148-AE02-E044-A23F-0A43B6057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9C1C9129-D67F-6214-27F0-397B5102F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411FFD-B347-432E-80F8-7A6FE503A1C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4322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1F942324-3111-2242-6CCC-ED7AD2E38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AE3F7A-0A77-4964-A9B8-42E6C1124C0D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0A3BC203-3A8E-304D-B773-E9896F5B0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2C18F1DC-7654-0BF6-0273-672A527D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8312E8-22D6-4AA0-B85A-BCD08871B01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866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27858186-2864-970A-8D26-D433C85E7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14E959-0DFF-49CE-888A-83FDCF878A90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08B54406-C504-AA96-C43C-7D8B1614F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166000FA-A86D-93B9-29DE-A65F03E87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6C845B-C551-4CA8-93EA-5A71E5BC8FE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3400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0C5930-4C14-8A39-3FB7-C18ED9A0B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97BA58-1A8C-404E-B53A-9872338D04B2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2D54BF-1205-64F7-2D4A-97D7C9969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EE623A-B01F-60E8-99FF-D33B077CF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EBB257-90E7-45A2-B83C-D4771440FB6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2074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E63A43-365F-C8DA-6F07-F7C76DFFB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ECC4CF-AC75-4715-9819-D59CC9E04C55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823C29-6EFE-560D-96A2-7AFEED05E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06E443-DDD9-10F7-8F14-54DE1D6AB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1609EC-EF09-4854-9305-3AA36B860C9F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713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772B7C63-8631-F6F6-BCCA-1BB937B8BB5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158F4D28-5953-8ABD-38B7-08031871A36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88199E-5BF1-0613-EA36-0D73BF4760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7D48DD9-E4D7-4892-9AFE-566EDCC103F6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E45B18-0660-38B7-D26F-9B9416328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EF5D49-8D07-2B81-91EC-DF8DDEF5E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3935E7C-7AFF-4AD8-A4CE-1ABD79320140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5E31C616-A31B-62E7-26B4-E42127BF0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866900"/>
            <a:ext cx="5976938" cy="55403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8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401</a:t>
            </a:r>
            <a:r>
              <a:rPr kumimoji="0" lang="ko-KR" altLang="en-US" sz="3000" b="1"/>
              <a:t>호 수장공사 작업의뢰서</a:t>
            </a:r>
            <a:endParaRPr kumimoji="0" lang="ko-KR" altLang="en-US" sz="3000" b="1">
              <a:solidFill>
                <a:srgbClr val="FF0000"/>
              </a:solidFill>
            </a:endParaRP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58629C11-B699-A9A2-8197-9B2B67085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7EDC613F-E787-5F98-A3D2-A1A36BA1BB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2026. 04. 09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18C3C458-C860-5375-8941-2A27AA4446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8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401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45A51643-30B6-9E24-DF4F-93F07B87A0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58888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04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09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66588C57-C390-26E8-6A45-2017A356EB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1131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A7B29CD8-BCC8-40F6-FDF5-2457E6FCB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8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401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7EEA6DBA-5F9F-D5A3-D201-2F76010D4F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2636838"/>
            <a:ext cx="844232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천정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장판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문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문틀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방화문내부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거실 걸레받이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보수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공사 요함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</a:p>
        </p:txBody>
      </p:sp>
      <p:sp>
        <p:nvSpPr>
          <p:cNvPr id="5127" name="TextBox 45">
            <a:extLst>
              <a:ext uri="{FF2B5EF4-FFF2-40B4-BE49-F238E27FC236}">
                <a16:creationId xmlns:a16="http://schemas.microsoft.com/office/drawing/2014/main" id="{38D887D1-B7B9-E9BB-9E23-313D94BFD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635375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5128" name="TextBox 4">
            <a:extLst>
              <a:ext uri="{FF2B5EF4-FFF2-40B4-BE49-F238E27FC236}">
                <a16:creationId xmlns:a16="http://schemas.microsoft.com/office/drawing/2014/main" id="{99598AD9-20EB-3CAA-41AB-AA852E662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925638"/>
            <a:ext cx="28384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 월 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9" name="TextBox 21">
            <a:extLst>
              <a:ext uri="{FF2B5EF4-FFF2-40B4-BE49-F238E27FC236}">
                <a16:creationId xmlns:a16="http://schemas.microsoft.com/office/drawing/2014/main" id="{4BC152EC-4EF2-CD65-9B89-E88C3F667F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2263775"/>
            <a:ext cx="27844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 월      일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7D1CD5C1-D572-4797-E215-FF6B51A66C61}"/>
              </a:ext>
            </a:extLst>
          </p:cNvPr>
          <p:cNvSpPr/>
          <p:nvPr/>
        </p:nvSpPr>
        <p:spPr bwMode="auto">
          <a:xfrm>
            <a:off x="3425825" y="4275138"/>
            <a:ext cx="2509838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47" name="아래쪽 화살표 46">
            <a:extLst>
              <a:ext uri="{FF2B5EF4-FFF2-40B4-BE49-F238E27FC236}">
                <a16:creationId xmlns:a16="http://schemas.microsoft.com/office/drawing/2014/main" id="{1EA9E749-67B5-C40D-59C3-56AFE3053BC6}"/>
              </a:ext>
            </a:extLst>
          </p:cNvPr>
          <p:cNvSpPr/>
          <p:nvPr/>
        </p:nvSpPr>
        <p:spPr>
          <a:xfrm>
            <a:off x="4284663" y="5229225"/>
            <a:ext cx="792162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99E44C-E244-FCC6-358B-81B39F2ED27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/>
              <a:t>도배</a:t>
            </a:r>
            <a:r>
              <a:rPr lang="en-US" altLang="ko-KR" b="1"/>
              <a:t>(</a:t>
            </a:r>
            <a:r>
              <a:rPr lang="ko-KR" altLang="en-US" b="1"/>
              <a:t>벽</a:t>
            </a:r>
            <a:r>
              <a:rPr lang="en-US" altLang="ko-KR" b="1"/>
              <a:t>-</a:t>
            </a:r>
            <a:r>
              <a:rPr lang="ko-KR" altLang="en-US" b="1"/>
              <a:t>거실</a:t>
            </a:r>
            <a:r>
              <a:rPr lang="en-US" altLang="ko-KR" b="1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501C1A-6302-A2A4-90A2-AE89A9AF85B3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7">
            <a:extLst>
              <a:ext uri="{FF2B5EF4-FFF2-40B4-BE49-F238E27FC236}">
                <a16:creationId xmlns:a16="http://schemas.microsoft.com/office/drawing/2014/main" id="{4831DA0E-75FD-744B-B561-337EADC0A3E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C51DDC14-ECE8-6FDA-FBC0-4B780795DD4C}"/>
              </a:ext>
            </a:extLst>
          </p:cNvPr>
          <p:cNvSpPr/>
          <p:nvPr/>
        </p:nvSpPr>
        <p:spPr>
          <a:xfrm>
            <a:off x="2843213" y="2709863"/>
            <a:ext cx="3743325" cy="24479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7AAB0C-023B-A9C4-1C2D-A54C3B89AE5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/>
              <a:t>도배</a:t>
            </a:r>
            <a:r>
              <a:rPr lang="en-US" altLang="ko-KR" b="1"/>
              <a:t>(</a:t>
            </a:r>
            <a:r>
              <a:rPr lang="ko-KR" altLang="en-US" b="1"/>
              <a:t>벽</a:t>
            </a:r>
            <a:r>
              <a:rPr lang="en-US" altLang="ko-KR" b="1"/>
              <a:t>-</a:t>
            </a:r>
            <a:r>
              <a:rPr lang="ko-KR" altLang="en-US" b="1"/>
              <a:t>방</a:t>
            </a:r>
            <a:r>
              <a:rPr lang="en-US" altLang="ko-KR" b="1"/>
              <a:t>3</a:t>
            </a:r>
            <a:r>
              <a:rPr lang="ko-KR" altLang="en-US" b="1"/>
              <a:t>곳</a:t>
            </a:r>
            <a:r>
              <a:rPr lang="en-US" altLang="ko-KR" b="1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CD19B31-638A-2868-7924-9C43649B6746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8">
            <a:extLst>
              <a:ext uri="{FF2B5EF4-FFF2-40B4-BE49-F238E27FC236}">
                <a16:creationId xmlns:a16="http://schemas.microsoft.com/office/drawing/2014/main" id="{2B097B4F-4B24-D1A3-FEDA-D2BD805A8F4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4500" y="1628775"/>
            <a:ext cx="8207375" cy="4468813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417843EC-9641-D2E2-8FE0-06E405E05863}"/>
              </a:ext>
            </a:extLst>
          </p:cNvPr>
          <p:cNvSpPr/>
          <p:nvPr/>
        </p:nvSpPr>
        <p:spPr>
          <a:xfrm>
            <a:off x="2339975" y="2636838"/>
            <a:ext cx="5040313" cy="24479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01D570-0922-C9DC-4DE0-37BD11DB76D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>
                <a:latin typeface="+mj-ea"/>
              </a:rPr>
              <a:t>도배</a:t>
            </a:r>
            <a:r>
              <a:rPr lang="en-US" altLang="ko-KR" b="1">
                <a:latin typeface="+mj-ea"/>
              </a:rPr>
              <a:t>(</a:t>
            </a:r>
            <a:r>
              <a:rPr lang="ko-KR" altLang="en-US" b="1">
                <a:latin typeface="+mj-ea"/>
              </a:rPr>
              <a:t>천정</a:t>
            </a:r>
            <a:r>
              <a:rPr lang="en-US" altLang="ko-KR" b="1">
                <a:latin typeface="+mj-ea"/>
              </a:rPr>
              <a:t>-</a:t>
            </a:r>
            <a:r>
              <a:rPr lang="ko-KR" altLang="en-US" b="1">
                <a:latin typeface="+mj-ea"/>
              </a:rPr>
              <a:t>거실</a:t>
            </a:r>
            <a:r>
              <a:rPr lang="en-US" altLang="ko-KR" b="1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EC48869-BB99-0BD1-3A99-3E2ADBD0F083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6" name="Picture 29">
            <a:extLst>
              <a:ext uri="{FF2B5EF4-FFF2-40B4-BE49-F238E27FC236}">
                <a16:creationId xmlns:a16="http://schemas.microsoft.com/office/drawing/2014/main" id="{77C604DD-41BF-F044-C3D4-6BA8AC88AE1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628775"/>
            <a:ext cx="8229600" cy="4468813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E24A38EC-C2F7-8D6E-5DC4-FE598A6428FB}"/>
              </a:ext>
            </a:extLst>
          </p:cNvPr>
          <p:cNvSpPr/>
          <p:nvPr/>
        </p:nvSpPr>
        <p:spPr>
          <a:xfrm>
            <a:off x="3132138" y="2852738"/>
            <a:ext cx="3240087" cy="26638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B1428A-BF85-18CB-17F0-29FFDADB6D73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>
                <a:latin typeface="+mj-ea"/>
              </a:rPr>
              <a:t>장판</a:t>
            </a:r>
            <a:r>
              <a:rPr lang="en-US" altLang="ko-KR" b="1">
                <a:latin typeface="+mj-ea"/>
              </a:rPr>
              <a:t>(</a:t>
            </a:r>
            <a:r>
              <a:rPr lang="ko-KR" altLang="en-US" b="1">
                <a:latin typeface="+mj-ea"/>
              </a:rPr>
              <a:t>거실</a:t>
            </a:r>
            <a:r>
              <a:rPr lang="en-US" altLang="ko-KR" b="1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01B891-263F-DFE4-DEB9-1E16D1CD000A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220" name="Picture 32">
            <a:extLst>
              <a:ext uri="{FF2B5EF4-FFF2-40B4-BE49-F238E27FC236}">
                <a16:creationId xmlns:a16="http://schemas.microsoft.com/office/drawing/2014/main" id="{4EAFE058-1FB7-2C0E-48B4-88A3501FB89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E92FC2EB-8250-87F1-A23C-63ACE65113C8}"/>
              </a:ext>
            </a:extLst>
          </p:cNvPr>
          <p:cNvSpPr/>
          <p:nvPr/>
        </p:nvSpPr>
        <p:spPr>
          <a:xfrm>
            <a:off x="4140200" y="3068638"/>
            <a:ext cx="1368425" cy="1295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D2A768-9B71-4116-681D-E7BBC6B408E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장판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방</a:t>
            </a:r>
            <a:r>
              <a:rPr lang="en-US" altLang="ko-KR" b="1" dirty="0">
                <a:latin typeface="+mj-ea"/>
              </a:rPr>
              <a:t>3</a:t>
            </a:r>
            <a:r>
              <a:rPr lang="ko-KR" altLang="en-US" b="1" dirty="0">
                <a:latin typeface="+mj-ea"/>
              </a:rPr>
              <a:t>곳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E86A328-3A25-986F-50C7-B704CBCCCB42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244" name="Picture 31">
            <a:extLst>
              <a:ext uri="{FF2B5EF4-FFF2-40B4-BE49-F238E27FC236}">
                <a16:creationId xmlns:a16="http://schemas.microsoft.com/office/drawing/2014/main" id="{501CADF8-570E-540E-801D-8AE4A131B9A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8B01C768-99AA-2BA3-5FCF-F3EC4BD46539}"/>
              </a:ext>
            </a:extLst>
          </p:cNvPr>
          <p:cNvSpPr/>
          <p:nvPr/>
        </p:nvSpPr>
        <p:spPr>
          <a:xfrm>
            <a:off x="4211638" y="3284538"/>
            <a:ext cx="1296987" cy="12239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9CD5EF-F09B-6F8B-6EB9-D240721508B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문</a:t>
            </a:r>
            <a:r>
              <a:rPr lang="en-US" altLang="ko-KR" b="1" dirty="0">
                <a:latin typeface="+mj-ea"/>
              </a:rPr>
              <a:t>,</a:t>
            </a:r>
            <a:r>
              <a:rPr lang="ko-KR" altLang="en-US" b="1" dirty="0">
                <a:latin typeface="+mj-ea"/>
              </a:rPr>
              <a:t>문틀</a:t>
            </a:r>
            <a:r>
              <a:rPr lang="en-US" altLang="ko-KR" b="1" dirty="0">
                <a:latin typeface="+mj-ea"/>
              </a:rPr>
              <a:t>-</a:t>
            </a:r>
            <a:r>
              <a:rPr lang="ko-KR" altLang="en-US" b="1" dirty="0">
                <a:latin typeface="+mj-ea"/>
              </a:rPr>
              <a:t>방</a:t>
            </a:r>
            <a:r>
              <a:rPr lang="en-US" altLang="ko-KR" b="1" dirty="0">
                <a:latin typeface="+mj-ea"/>
              </a:rPr>
              <a:t>3</a:t>
            </a:r>
            <a:r>
              <a:rPr lang="ko-KR" altLang="en-US" b="1" dirty="0">
                <a:latin typeface="+mj-ea"/>
              </a:rPr>
              <a:t>곳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766155C-6E94-F5B3-D7CB-C15BFB2DAF60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1268" name="Picture 33">
            <a:extLst>
              <a:ext uri="{FF2B5EF4-FFF2-40B4-BE49-F238E27FC236}">
                <a16:creationId xmlns:a16="http://schemas.microsoft.com/office/drawing/2014/main" id="{AE10A089-16A7-C731-9710-6C4EDE95BFF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18EBE2D7-B692-EAE9-23EE-DA7CD8E64481}"/>
              </a:ext>
            </a:extLst>
          </p:cNvPr>
          <p:cNvSpPr/>
          <p:nvPr/>
        </p:nvSpPr>
        <p:spPr>
          <a:xfrm>
            <a:off x="2871788" y="3213100"/>
            <a:ext cx="4003675" cy="13652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4F733A-BEBA-5754-7AC3-B5167557541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 err="1">
                <a:latin typeface="+mj-ea"/>
              </a:rPr>
              <a:t>방화문내부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07CD533-2516-CCA5-2090-80BACC178196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2292" name="Picture 33">
            <a:extLst>
              <a:ext uri="{FF2B5EF4-FFF2-40B4-BE49-F238E27FC236}">
                <a16:creationId xmlns:a16="http://schemas.microsoft.com/office/drawing/2014/main" id="{D9DF077E-1EC0-6F4B-6995-F7F22B252A1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DEE7E0A6-7086-075F-A831-3D0F0796FDE4}"/>
              </a:ext>
            </a:extLst>
          </p:cNvPr>
          <p:cNvSpPr/>
          <p:nvPr/>
        </p:nvSpPr>
        <p:spPr>
          <a:xfrm>
            <a:off x="4572000" y="2925763"/>
            <a:ext cx="792163" cy="19431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626286-2CA4-C2E9-78A2-B2FE1E637B3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거실걸레받이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F38D73E-3DB4-7DF3-E642-DD1A5BAD11A8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3316" name="Picture 27">
            <a:extLst>
              <a:ext uri="{FF2B5EF4-FFF2-40B4-BE49-F238E27FC236}">
                <a16:creationId xmlns:a16="http://schemas.microsoft.com/office/drawing/2014/main" id="{2FDDD70F-041A-D052-07C2-79CF34FFCDB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9425" y="1628775"/>
            <a:ext cx="8207375" cy="4492625"/>
          </a:xfrm>
          <a:noFill/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030C19BB-6BE0-F16C-9040-9E89E8AA6E56}"/>
              </a:ext>
            </a:extLst>
          </p:cNvPr>
          <p:cNvSpPr/>
          <p:nvPr/>
        </p:nvSpPr>
        <p:spPr>
          <a:xfrm rot="21068833">
            <a:off x="3841750" y="3341688"/>
            <a:ext cx="2309813" cy="8683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2729</TotalTime>
  <Words>189</Words>
  <Application>Microsoft Office PowerPoint</Application>
  <PresentationFormat>화면 슬라이드 쇼(4:3)</PresentationFormat>
  <Paragraphs>24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도배(벽-거실)</vt:lpstr>
      <vt:lpstr>도배(벽-방3곳)</vt:lpstr>
      <vt:lpstr>도배(천정-거실)</vt:lpstr>
      <vt:lpstr>장판(거실)</vt:lpstr>
      <vt:lpstr> 장판(방3곳) </vt:lpstr>
      <vt:lpstr> 도색(문,문틀-방3곳) </vt:lpstr>
      <vt:lpstr> 도색(방화문내부) </vt:lpstr>
      <vt:lpstr> 도색(거실걸레받이)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495</cp:revision>
  <dcterms:created xsi:type="dcterms:W3CDTF">2012-05-23T04:33:26Z</dcterms:created>
  <dcterms:modified xsi:type="dcterms:W3CDTF">2026-05-09T05:17:54Z</dcterms:modified>
</cp:coreProperties>
</file>