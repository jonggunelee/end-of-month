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2026-06-14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latin typeface="+mn-ea"/>
              </a:rPr>
              <a:t>기숙사 </a:t>
            </a:r>
            <a:r>
              <a:rPr lang="en-US" altLang="ko-KR" b="1" dirty="0">
                <a:latin typeface="+mn-ea"/>
              </a:rPr>
              <a:t>AB</a:t>
            </a:r>
            <a:r>
              <a:rPr lang="ko-KR" altLang="en-US" b="1" dirty="0">
                <a:latin typeface="+mn-ea"/>
              </a:rPr>
              <a:t>동 출입통제 시스템 교체 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24410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b="1" dirty="0">
                <a:latin typeface="+mn-ea"/>
              </a:rPr>
              <a:t>기숙사 </a:t>
            </a:r>
            <a:r>
              <a:rPr lang="en-US" altLang="ko-KR" sz="1000" b="1" dirty="0">
                <a:latin typeface="+mn-ea"/>
              </a:rPr>
              <a:t>AB</a:t>
            </a:r>
            <a:r>
              <a:rPr lang="ko-KR" altLang="en-US" sz="1000" b="1" dirty="0">
                <a:latin typeface="+mn-ea"/>
              </a:rPr>
              <a:t>동 출입통제 시스템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1026823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 dirty="0">
                <a:latin typeface="+mn-ea"/>
              </a:rPr>
              <a:t>기술연구원 기숙사  </a:t>
            </a:r>
            <a:r>
              <a:rPr lang="en-US" altLang="ko-KR" sz="1000" dirty="0">
                <a:latin typeface="+mn-ea"/>
              </a:rPr>
              <a:t>AB</a:t>
            </a:r>
            <a:r>
              <a:rPr lang="ko-KR" altLang="en-US" sz="1000" dirty="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69358" y="1314364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83672" y="1440461"/>
            <a:ext cx="6000792" cy="1947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고장 </a:t>
            </a:r>
            <a:r>
              <a:rPr lang="ko-KR" altLang="en-US" sz="1000" dirty="0" err="1"/>
              <a:t>슈프리마</a:t>
            </a:r>
            <a:r>
              <a:rPr lang="en-US" altLang="ko-KR" sz="1000" dirty="0"/>
              <a:t>(</a:t>
            </a:r>
            <a:r>
              <a:rPr lang="ko-KR" altLang="en-US" sz="1000" dirty="0"/>
              <a:t>리더기</a:t>
            </a:r>
            <a:r>
              <a:rPr lang="en-US" altLang="ko-KR" sz="1000" dirty="0"/>
              <a:t>) 11</a:t>
            </a:r>
            <a:r>
              <a:rPr lang="ko-KR" altLang="en-US" sz="1000" dirty="0"/>
              <a:t>개 교체</a:t>
            </a:r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인터폰 모기 </a:t>
            </a:r>
            <a:r>
              <a:rPr lang="en-US" altLang="ko-KR" sz="1000" dirty="0"/>
              <a:t>1</a:t>
            </a:r>
            <a:r>
              <a:rPr lang="ko-KR" altLang="en-US" sz="1000" dirty="0"/>
              <a:t>개 교체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 err="1"/>
              <a:t>도어폰</a:t>
            </a:r>
            <a:r>
              <a:rPr lang="ko-KR" altLang="en-US" sz="1000" dirty="0"/>
              <a:t> </a:t>
            </a:r>
            <a:r>
              <a:rPr lang="en-US" altLang="ko-KR" sz="1000" dirty="0"/>
              <a:t>11</a:t>
            </a:r>
            <a:r>
              <a:rPr lang="ko-KR" altLang="en-US" sz="1000" dirty="0"/>
              <a:t>개 교체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통합 운영 </a:t>
            </a:r>
            <a:r>
              <a:rPr lang="en-US" altLang="ko-KR" sz="1000" dirty="0"/>
              <a:t>PC 1</a:t>
            </a:r>
            <a:r>
              <a:rPr lang="ko-KR" altLang="en-US" sz="1000" dirty="0"/>
              <a:t>개 외 기타 시스템 운영 자재 교체</a:t>
            </a:r>
            <a:endParaRPr lang="en-US" altLang="ko-KR" sz="1000" dirty="0"/>
          </a:p>
          <a:p>
            <a:pPr marL="228600" indent="-228600">
              <a:lnSpc>
                <a:spcPct val="250000"/>
              </a:lnSpc>
              <a:buFontTx/>
              <a:buAutoNum type="arabicParenR"/>
            </a:pPr>
            <a:r>
              <a:rPr lang="ko-KR" altLang="en-US" sz="1000" dirty="0"/>
              <a:t>설치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테스트 진행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818</Words>
  <Application>Microsoft Office PowerPoint</Application>
  <PresentationFormat>화면 슬라이드 쇼(4:3)</PresentationFormat>
  <Paragraphs>83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493</cp:revision>
  <dcterms:created xsi:type="dcterms:W3CDTF">2015-01-28T03:52:40Z</dcterms:created>
  <dcterms:modified xsi:type="dcterms:W3CDTF">2026-06-14T00:00:30Z</dcterms:modified>
</cp:coreProperties>
</file>