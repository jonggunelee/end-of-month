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67" r:id="rId5"/>
    <p:sldId id="268" r:id="rId6"/>
    <p:sldId id="270" r:id="rId7"/>
    <p:sldId id="271" r:id="rId8"/>
    <p:sldId id="272" r:id="rId9"/>
    <p:sldId id="273" r:id="rId10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BA70280-A0F0-9850-4C5D-2F4B7B81EA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8CF835-6DD6-EB1E-5CD9-175EBE5A758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DEA4930-60A9-4D98-8D67-5B0112465483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13383D7-5B63-6A63-0E69-1A092EEDA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49D1E85-FB7B-B4BD-7B88-48C579AA2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948E93-3ACC-C0A8-62C0-150696148E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492339-3F05-2A4D-ACD7-48171C2B6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9323FB94-A0AF-4F77-8130-7D162706C4D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984E6F2-32AA-5D80-4C91-F527DDE71A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552F56EB-0B3A-035C-5D9C-1CCB237D71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4296972-AC50-7F20-1AEA-7A0CAB5B5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A05309D-D4AB-4781-B4E5-6465DCA7E108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DB705-4C9B-1519-52F6-8DE479A8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D15C8-7103-486A-A633-E2D9419B2C2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F8327A-4FB7-561C-D5B8-1CF05084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B8C51-58DA-58A7-03D9-6840B4D3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42BB11-59D6-4104-89A6-39FD4A56032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74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A603AB-FA47-7E65-CCD6-CCFB9DBB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52A62-DE88-4259-8623-AD49E1BFB6C9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D6DCF-07F4-EC25-1462-17C96B5C4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7A492-69C0-B6B0-1DE1-38F15D43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FF2AE9-51A9-4970-8585-F4DACEAA05A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850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406B63-D026-EEE3-8988-0657373A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10637-5AC7-4616-AB38-94E74E62509F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57E268-E0D0-1A27-9E4A-C5473244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2C59A-2D44-8E0D-85DD-3230544C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0A2839-FDCC-401D-B323-8A895938EC2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21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850C5B1-FF9C-4767-9CFC-CFB0CBA8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94C53-8E5E-4896-B2E3-6E9D2871B9E9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7E49189-B0B1-B0AC-1503-132604FE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93D3C55-74E6-A17B-CF66-4D03AF32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8A7CEB-3EA1-4E4E-8262-5E1421DDA12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13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8548C197-0CF9-5142-A65F-5EA902B9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75C31-C5BF-4CE8-B9EB-7100257A1080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512C6517-33DC-FEE5-2399-513CF4E0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7C16403-1E87-7DE9-B2F8-C3FEE8301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0CDF1-DE0E-497C-87DA-64967563012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42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B8EB780-2C62-0762-D519-C8BB08C6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42316-C4B1-42F8-AA13-D772DC4B619E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1739727-2477-B798-3161-08857150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471B7BE-80A4-2FA0-E12C-12F61E6E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AE8CF9-FD15-4C6E-ACC3-596D5D0059A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58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DB4D6F3D-9DC5-95EB-6503-92EA90FD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B4A18-DC2F-4369-B5A9-433EE5E7FFD4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AEB47189-844F-072B-C439-80088F06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94B44CF5-EE1C-2A11-ABC0-40A704EF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23A9A2-AA72-462B-A6EE-6D7485A0FBD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305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6A176A2-7EDC-8EA7-BB5F-F60435A3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41241-FB2D-416F-A42B-3D1383AE5CAD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2BF7464-6BF9-D2DC-BE47-E025121F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5BF2401-8817-90B9-EEB3-0817FBA2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D013C-6CA7-4DDD-A72A-74904658242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77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F2F40D9-6BFA-2A90-69BF-EC056CCB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6425B-5457-42EC-BFF4-3E4EBEB78E0B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1FB7B51-83F0-9E81-A147-4100F699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16CD88E-706A-197C-1F6D-0781CB6B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256A24-71BE-4DE6-98AD-7F06C17EF9D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05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82A04-6BFC-84D5-C9EC-59119EE5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1263D-7820-4ADF-913B-44A18D9D8362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4D9F5A-9B4F-F9AF-9225-CF4CD70F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A0932B-710F-53CC-C47A-C13291FA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8A382A-3619-4320-9EF8-AED2C474BEE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46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D2AAA-8B20-2366-B324-A0AE4F4C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C42E8-A9FF-459F-96AD-24A604416AE3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11668E-7657-2799-50AC-0B76BC5D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A017C2-EE3E-0C62-62A8-4D4BA222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4524FA-3A82-472B-B0EC-2972DB9DC6F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5391DF31-9F89-3B04-E3A4-9856633ACCF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998EBBFD-9190-90D5-29D2-56B6D63357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7F667-47AD-34BE-18E5-39BBC8673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CABC4B-2F56-4F68-BF7B-52D2A07B82BE}" type="datetimeFigureOut">
              <a:rPr lang="ko-KR" altLang="en-US"/>
              <a:pPr>
                <a:defRPr/>
              </a:pPr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46A0D3-6488-3732-1E33-4A2F5D3C4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6EC7D5-8593-F7C7-EAE7-9CB66266E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BA24B23-3722-4419-87F8-8C5A7882F7D1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984F5D37-7720-B08D-D87B-5355A99A4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9F14FD0-AB59-4680-CA1C-EBE564DD7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8F3FC732-12AD-5FAE-4499-DC778EC09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6AB3660-D100-A4C0-936A-B0C4C0AA2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1AF4EE5D-64FB-0C7D-1B54-8D4822FB5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E302492-B020-75CB-7CA4-DC0D74FC7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661F21A2-145B-F302-A35D-22B0CFBAB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FDE83CC8-89EB-B5CD-F817-41B1320DA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852738"/>
            <a:ext cx="8632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요함</a:t>
            </a:r>
            <a:r>
              <a:rPr kumimoji="0" lang="en-US" altLang="ko-KR" sz="1200" b="1"/>
              <a:t>.      </a:t>
            </a:r>
            <a:r>
              <a:rPr kumimoji="0" lang="ko-KR" altLang="en-US" sz="1200" b="1"/>
              <a:t>   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63D200FE-912D-ED1E-FC6D-ACBC8DCCE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8BCF3A8F-A8CD-B2FE-49FF-407BC2282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9A5E4137-85EA-8D38-DDA4-367D7E107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147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7BE77A-6D76-5DF7-4CA5-5ADAABDEC2DD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84F0E424-6EB7-C084-6F78-2F5AF7AA93BE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F8EC-4A77-CA59-96BF-EBBDCBA84B4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158CD3-C4AB-CE4C-49F8-58402F1A7FE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F330E0DA-921A-EE4C-27FD-1A455C24F8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815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21F8A54-1271-6AC1-5234-CC5E6698CACF}"/>
              </a:ext>
            </a:extLst>
          </p:cNvPr>
          <p:cNvSpPr/>
          <p:nvPr/>
        </p:nvSpPr>
        <p:spPr>
          <a:xfrm>
            <a:off x="2268538" y="2708275"/>
            <a:ext cx="4824412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7C173-0FAD-055E-81D5-A0308BBC485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4ACD77-B11A-A0E5-8D84-7774BE24E45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AD6BAD6B-8EB8-5702-FBF3-DA332C0C4D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A737A42-2B2B-8F84-4417-E85C93E48D2C}"/>
              </a:ext>
            </a:extLst>
          </p:cNvPr>
          <p:cNvSpPr/>
          <p:nvPr/>
        </p:nvSpPr>
        <p:spPr>
          <a:xfrm>
            <a:off x="3203575" y="2565400"/>
            <a:ext cx="3168650" cy="3168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D384D-3665-89A1-C26B-0758F8CB558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B1A11A-A7AD-3FBC-7A5B-63E5B2C481D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32345972-211A-2794-D817-7C7B348EB5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2C7DC97-CB4B-9508-6E55-E1073DC3EA6D}"/>
              </a:ext>
            </a:extLst>
          </p:cNvPr>
          <p:cNvSpPr/>
          <p:nvPr/>
        </p:nvSpPr>
        <p:spPr>
          <a:xfrm>
            <a:off x="3348038" y="3141663"/>
            <a:ext cx="2303462" cy="172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8B473-DD46-3921-BDC5-57E6876A73E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601451-124A-1830-B78D-94C96C55D54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479AC240-306D-2728-245A-62F016E4B9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EFC5A3F-A74B-48A7-4B9D-62A6386AFF06}"/>
              </a:ext>
            </a:extLst>
          </p:cNvPr>
          <p:cNvSpPr/>
          <p:nvPr/>
        </p:nvSpPr>
        <p:spPr>
          <a:xfrm>
            <a:off x="3348038" y="2924175"/>
            <a:ext cx="3311525" cy="16573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060CA-F522-1D73-48F9-746DDD31374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E13E82-FAD8-D90B-B0D9-FA7627ACAD2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1">
            <a:extLst>
              <a:ext uri="{FF2B5EF4-FFF2-40B4-BE49-F238E27FC236}">
                <a16:creationId xmlns:a16="http://schemas.microsoft.com/office/drawing/2014/main" id="{3E72F205-0AF9-9437-D236-0BF7B19BC4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921D199-0A13-DC3A-765A-DB995383BA3C}"/>
              </a:ext>
            </a:extLst>
          </p:cNvPr>
          <p:cNvSpPr/>
          <p:nvPr/>
        </p:nvSpPr>
        <p:spPr>
          <a:xfrm>
            <a:off x="3348038" y="3286125"/>
            <a:ext cx="2592387" cy="11509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63FC8-BD98-0447-1D5F-16D03858264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6466A8-AE17-1124-3154-4844FA702FD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2">
            <a:extLst>
              <a:ext uri="{FF2B5EF4-FFF2-40B4-BE49-F238E27FC236}">
                <a16:creationId xmlns:a16="http://schemas.microsoft.com/office/drawing/2014/main" id="{4DF59EAF-DFE2-ADE5-258D-26286263A5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609A95E-868C-3890-40B4-ECE416D4EAC5}"/>
              </a:ext>
            </a:extLst>
          </p:cNvPr>
          <p:cNvSpPr/>
          <p:nvPr/>
        </p:nvSpPr>
        <p:spPr>
          <a:xfrm>
            <a:off x="4140200" y="3357563"/>
            <a:ext cx="1223963" cy="1223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20698-683F-BC6F-0E01-25112A8939A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도색</a:t>
            </a:r>
            <a:r>
              <a:rPr lang="en-US" altLang="ko-KR" b="1" dirty="0"/>
              <a:t>(</a:t>
            </a:r>
            <a:r>
              <a:rPr lang="ko-KR" altLang="en-US" b="1" dirty="0"/>
              <a:t>앞</a:t>
            </a:r>
            <a:r>
              <a:rPr lang="en-US" altLang="ko-KR" b="1" dirty="0"/>
              <a:t>, </a:t>
            </a:r>
            <a:r>
              <a:rPr lang="ko-KR" altLang="en-US" b="1" dirty="0" err="1"/>
              <a:t>뒤베란다</a:t>
            </a:r>
            <a:r>
              <a:rPr lang="ko-KR" altLang="en-US" b="1" dirty="0"/>
              <a:t> 전체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9F186F-7157-922C-2C97-0FDD4F39BF0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423FCCBC-6C43-28BC-9530-8C23D88BB7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047B846-9575-0F1C-8119-98F2ADF4C149}"/>
              </a:ext>
            </a:extLst>
          </p:cNvPr>
          <p:cNvSpPr/>
          <p:nvPr/>
        </p:nvSpPr>
        <p:spPr>
          <a:xfrm>
            <a:off x="2555875" y="2565400"/>
            <a:ext cx="3960813" cy="2879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2401</TotalTime>
  <Words>175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도배(벽-방3곳) </vt:lpstr>
      <vt:lpstr>도배(천정-거실)</vt:lpstr>
      <vt:lpstr>도배(천정-방3곳)</vt:lpstr>
      <vt:lpstr>장판(거실)</vt:lpstr>
      <vt:lpstr>장판(방3곳)</vt:lpstr>
      <vt:lpstr>도색(앞, 뒤베란다 전체)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406</cp:revision>
  <cp:lastPrinted>2022-08-17T02:53:58Z</cp:lastPrinted>
  <dcterms:created xsi:type="dcterms:W3CDTF">2012-05-23T04:33:26Z</dcterms:created>
  <dcterms:modified xsi:type="dcterms:W3CDTF">2026-06-01T02:06:37Z</dcterms:modified>
</cp:coreProperties>
</file>