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9-301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9-301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9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천장</a:t>
            </a:r>
            <a:r>
              <a:rPr lang="en-US" altLang="ko-KR" sz="1000"/>
              <a:t>- </a:t>
            </a:r>
            <a:r>
              <a:rPr lang="ko-KR" altLang="en-US" sz="1000"/>
              <a:t>방</a:t>
            </a:r>
            <a:r>
              <a:rPr lang="en-US" altLang="ko-KR" sz="1000"/>
              <a:t>1</a:t>
            </a:r>
            <a:r>
              <a:rPr lang="ko-KR" altLang="en-US" sz="1000"/>
              <a:t>곳</a:t>
            </a:r>
            <a:r>
              <a:rPr lang="en-US" altLang="ko-KR" sz="1000"/>
              <a:t>(</a:t>
            </a:r>
            <a:r>
              <a:rPr lang="ko-KR" altLang="en-US" sz="1000"/>
              <a:t>화장실좌측방</a:t>
            </a:r>
            <a:r>
              <a:rPr lang="en-US" altLang="ko-KR" sz="1000"/>
              <a:t>)) </a:t>
            </a:r>
            <a:r>
              <a:rPr lang="ko-KR" altLang="en-US" sz="1000"/>
              <a:t>작업
부분도배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 커튼박스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방문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_ </a:t>
            </a:r>
            <a:r>
              <a:rPr lang="ko-KR" altLang="en-US" sz="1000"/>
              <a:t>방화문내부</a:t>
            </a:r>
            <a:r>
              <a:rPr lang="en-US" altLang="ko-KR" sz="1000"/>
              <a:t>_</a:t>
            </a:r>
            <a:r>
              <a:rPr lang="ko-KR" altLang="en-US" sz="1000"/>
              <a:t>계량기함</a:t>
            </a:r>
            <a:r>
              <a:rPr lang="en-US" altLang="ko-KR" sz="1000"/>
              <a:t>_ </a:t>
            </a:r>
            <a:r>
              <a:rPr lang="ko-KR" altLang="en-US" sz="1000"/>
              <a:t>거실 걸레받이</a:t>
            </a:r>
            <a:r>
              <a:rPr lang="en-US" altLang="ko-KR" sz="1000"/>
              <a:t>)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 </a:t>
            </a:r>
            <a:r>
              <a:rPr lang="ko-KR" altLang="en-US" sz="1000"/>
              <a:t>뒤베란다 전체</a:t>
            </a:r>
            <a:r>
              <a:rPr lang="en-US" altLang="ko-KR" sz="1000"/>
              <a:t>(</a:t>
            </a:r>
            <a:r>
              <a:rPr lang="ko-KR" altLang="en-US" sz="1000"/>
              <a:t>벽면</a:t>
            </a:r>
            <a:r>
              <a:rPr lang="en-US" altLang="ko-KR" sz="1000"/>
              <a:t>_ </a:t>
            </a:r>
            <a:r>
              <a:rPr lang="ko-KR" altLang="en-US" sz="1000"/>
              <a:t>천장 곰팡이제거 포함</a:t>
            </a:r>
            <a:r>
              <a:rPr lang="en-US" altLang="ko-KR" sz="1000"/>
              <a:t>)) </a:t>
            </a:r>
            <a:r>
              <a:rPr lang="ko-KR" altLang="en-US" sz="1000"/>
              <a:t>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857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2026-06-08T06:29:21Z</dcterms:modified>
</cp:coreProperties>
</file>