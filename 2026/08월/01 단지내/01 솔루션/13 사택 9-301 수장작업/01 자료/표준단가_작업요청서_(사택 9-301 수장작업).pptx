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61" r:id="rId5"/>
    <p:sldId id="263" r:id="rId6"/>
    <p:sldId id="273" r:id="rId7"/>
    <p:sldId id="264" r:id="rId8"/>
    <p:sldId id="266" r:id="rId9"/>
    <p:sldId id="267" r:id="rId10"/>
    <p:sldId id="268" r:id="rId11"/>
    <p:sldId id="269" r:id="rId12"/>
    <p:sldId id="271" r:id="rId13"/>
    <p:sldId id="272" r:id="rId1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560" autoAdjust="0"/>
  </p:normalViewPr>
  <p:slideViewPr>
    <p:cSldViewPr>
      <p:cViewPr varScale="1">
        <p:scale>
          <a:sx n="108" d="100"/>
          <a:sy n="108" d="100"/>
        </p:scale>
        <p:origin x="18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49BE95E-E6E8-357E-C985-4125B068F2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46BFF2-EF72-0A7C-178D-DE2CF91134D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3F883545-E0F3-413C-AB26-CC1B1320AF4F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2E84146-7EDC-6738-E407-8615667E2D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784FCEA-30A3-1183-8B84-D7C1EA562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9B5345-4A4D-0CFC-A8E2-35FB167C6C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100046-8174-7B4F-2BE7-85E8C8D6F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013DA552-6596-4BB5-BCDE-65BF2257688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D6F31E88-7ABA-D3B5-B85B-ED2C55934D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6A831872-4BE2-52A9-4BB6-85733A2F27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8E55E94-2D0B-5BA8-DE78-49898AC6B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EFAFED2-CB43-44C7-A4A0-1AB8EA527D46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>
            <a:extLst>
              <a:ext uri="{FF2B5EF4-FFF2-40B4-BE49-F238E27FC236}">
                <a16:creationId xmlns:a16="http://schemas.microsoft.com/office/drawing/2014/main" id="{F030CCCA-5B8A-5A61-351B-2C7CDC7D61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슬라이드 노트 개체 틀 2">
            <a:extLst>
              <a:ext uri="{FF2B5EF4-FFF2-40B4-BE49-F238E27FC236}">
                <a16:creationId xmlns:a16="http://schemas.microsoft.com/office/drawing/2014/main" id="{0776A57E-D2D5-6AE5-664F-3FEE620814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220" name="슬라이드 번호 개체 틀 3">
            <a:extLst>
              <a:ext uri="{FF2B5EF4-FFF2-40B4-BE49-F238E27FC236}">
                <a16:creationId xmlns:a16="http://schemas.microsoft.com/office/drawing/2014/main" id="{42F8E4BF-41C6-2DD3-B5E6-5CD744713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726F177-37E4-48A7-AA75-3774280394A3}" type="slidenum">
              <a:rPr lang="ko-KR" altLang="en-US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>
            <a:extLst>
              <a:ext uri="{FF2B5EF4-FFF2-40B4-BE49-F238E27FC236}">
                <a16:creationId xmlns:a16="http://schemas.microsoft.com/office/drawing/2014/main" id="{45397234-4250-C232-665A-EC66E0A732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슬라이드 노트 개체 틀 2">
            <a:extLst>
              <a:ext uri="{FF2B5EF4-FFF2-40B4-BE49-F238E27FC236}">
                <a16:creationId xmlns:a16="http://schemas.microsoft.com/office/drawing/2014/main" id="{866A116C-7C80-01F3-9287-996CD7C10D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18B4322E-858F-FF36-C1D5-F8D9EB4C9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7E51671E-AC2B-4DC1-8CA5-78850624EC9F}" type="slidenum">
              <a:rPr lang="ko-KR" altLang="en-US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B47610-E7DB-C033-FA6D-A995CC69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6BFD8-100B-4D6F-857F-F3C257FA5582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7190D0-18A4-7FA0-92CC-BC88178B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F50DC3-AD07-142C-4857-349966677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898269-E2BA-44C1-BA6D-18D9DE6A7AE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66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E3E51-6E50-C79E-912E-79B0AB23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534C4-7854-4F16-9554-2027316F34F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C47B95-5442-9D06-D31D-FC5EC67C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C9CFFF-E0C7-F509-5BC1-2DAC6E74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8AEAD3-113F-4F9A-A443-7C07EEF31AB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98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31072A-71DF-89EE-8152-B4EA9BA4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26C412-0E83-4B8E-AF71-058E67F100E5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D575A5-B240-A7AE-573F-1B31F16F5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12D47-C0A2-BAB7-C41B-036BF498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A5B172-7732-4E06-9A3E-5DD676F8440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14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4D71345-6B42-7677-D33F-24D781A4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F04AF-1F99-479A-BB8B-C81B5E0874A5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A989F4D-43DE-3FA3-6E83-C4A49B3A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07F58BF-F181-06AC-6787-E782F4EA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7E827-0DE3-4224-937F-96A49DF529E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228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AA32AC86-8C41-2572-48AE-505F09F73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ED7771-369A-4BB9-A5D4-1D24295ABFCA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60259AA-82A3-C5DC-0CD8-68CF07B6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2F218105-F80D-4AA9-4FA0-E15FE74F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512DA0-7ECE-4CA9-8E7D-1CB3AC762D1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37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7DEBD65B-22C9-2679-49E2-FE3A5066C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C1FC9-02F6-4717-99DC-5AC1B9DC1DEB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12F21CEA-C12B-FA10-A838-7BA8172A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0EFE45B-528E-C11D-7D76-49167690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50012-B4C0-45B7-9C3E-851E8B05BF6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41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F4F25AA-9E50-97F3-4B1B-8E76C3BFD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2339C-A858-4E8D-9496-DA841596C7FC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15670C7F-9B9F-BBA8-3746-031F9E28A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A05F3369-B9BC-0D23-B6DA-07BEA4D0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FAAED-90EC-412D-BD50-40B17CF8C2F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450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94BAC47-F993-56D5-A568-74D79A2F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A3757-4FF0-4273-8E1C-8F77D3EFBE91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32341E2-A815-E26B-4414-A6D17F94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3CF85B0-8FBA-5AE0-EF7B-664CF3CB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5C681B-55D4-4FBD-833D-3204337128D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24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9BF1013-2028-9DD6-0E89-8A63B233A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4AFAF-9F70-48C7-9A09-B5393F574E32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2BF30E4-5B8F-E8C9-3A56-7573A320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29B4FCC-03D9-7766-EAA3-CC43D618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E621F7-BA98-41A6-BB33-F263068F0F1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59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9A3FEC-43F9-B264-0B86-041C64D8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603625-8075-47AD-B730-4664F78BA4DB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DE04A1-E5C5-1309-86A4-8FBDA4D71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89562-F47F-4FF6-B169-D12D6B43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8FD77B-8AEF-4C8E-9DA2-331137C2380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65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97DBE5-BE7B-46FD-8049-277930307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7386D-DC7C-4592-B4E2-FF0D4928A00F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340F7C-EA6D-C659-88D3-19AD8584F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25767E-7E14-C545-4982-1D81D3312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B441D-1232-4F94-B06D-0AE44A0F26C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719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4C0D7E9C-BCE1-5D1D-7DFD-55B0739E5C2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16A2FB4A-B8DA-5DAE-77F2-A95E15D220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4726A9-6006-1962-1374-FFF39AEAFC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D69300A-EC61-40ED-874D-1BAE8B04F8FC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65C01-CA92-B7B8-6BBE-BB482D033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C737B3-52CA-4FB2-FA82-2370359F0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81C218B-3FAB-41F6-8A3B-E209176A2F9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B99764D-A64E-5DAA-1625-7368D1A0E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6048375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301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45FED07-438F-51A1-32DC-72C23931E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DA4AF0E6-9BF3-0595-AE80-895D7FEE4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D6AAF8B6-DE20-B6F5-5563-2E8EF081E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ADB26869-94A0-5BBB-8BA8-51819ACA1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11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80F1B149-7976-DA56-EE81-F0494AFA4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0A5F09B6-EFC2-F976-0BB7-E89ED7F8C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9FD2E50-4F99-C25C-E0D1-2B27A5D1F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743200"/>
            <a:ext cx="97726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천장</a:t>
            </a:r>
            <a:r>
              <a:rPr kumimoji="0" lang="en-US" altLang="ko-KR" sz="1200" b="1"/>
              <a:t>-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화장실좌측방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부분도배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방 커튼박스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현관 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수도계량기함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개소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전체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천장 곰팡이제거 포함</a:t>
            </a:r>
            <a:r>
              <a:rPr kumimoji="0" lang="en-US" altLang="ko-KR" sz="1200" b="1"/>
              <a:t>)),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03EE2A24-E9F9-BF71-6CE9-F677BDE71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292C9C79-89D2-8BC9-D4E4-73DBDD657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9138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DAEE08D9-5A06-A554-1B98-FBD2A825B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035CE3B-F979-BD5B-47E8-25812EE1FC73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1D75E619-D7C4-F855-D79E-DD53F18B8616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924FAB-D13D-0951-E3A1-A872B5C9DE2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2994D6-1821-EE14-DCD3-CCB0D20AFFE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5">
            <a:extLst>
              <a:ext uri="{FF2B5EF4-FFF2-40B4-BE49-F238E27FC236}">
                <a16:creationId xmlns:a16="http://schemas.microsoft.com/office/drawing/2014/main" id="{9EA3E619-5D56-4D83-710E-CD919E388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525963"/>
          </a:xfr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381FA117-1C70-6284-CF0F-140C6B98AA1B}"/>
              </a:ext>
            </a:extLst>
          </p:cNvPr>
          <p:cNvSpPr/>
          <p:nvPr/>
        </p:nvSpPr>
        <p:spPr>
          <a:xfrm>
            <a:off x="3708400" y="3716338"/>
            <a:ext cx="1727200" cy="10810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1F3A6A4-7300-0879-3F35-1189E1CC75D7}"/>
              </a:ext>
            </a:extLst>
          </p:cNvPr>
          <p:cNvSpPr/>
          <p:nvPr/>
        </p:nvSpPr>
        <p:spPr>
          <a:xfrm>
            <a:off x="6588125" y="3316288"/>
            <a:ext cx="863600" cy="431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A4467-A3E4-C659-E564-C7C4DE636E4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A03DB2-EE4E-D5ED-555C-E798836C089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내용 개체 틀 5">
            <a:extLst>
              <a:ext uri="{FF2B5EF4-FFF2-40B4-BE49-F238E27FC236}">
                <a16:creationId xmlns:a16="http://schemas.microsoft.com/office/drawing/2014/main" id="{E0034833-E9DA-0F9C-78E1-2E2609274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218488" cy="4525963"/>
          </a:xfr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4A3533E4-816E-D6D2-277B-B029C9E3BD71}"/>
              </a:ext>
            </a:extLst>
          </p:cNvPr>
          <p:cNvSpPr/>
          <p:nvPr/>
        </p:nvSpPr>
        <p:spPr>
          <a:xfrm>
            <a:off x="2051050" y="3284538"/>
            <a:ext cx="1944688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639FFA0-DBAE-7939-0AE6-98698AD6E2A3}"/>
              </a:ext>
            </a:extLst>
          </p:cNvPr>
          <p:cNvSpPr/>
          <p:nvPr/>
        </p:nvSpPr>
        <p:spPr>
          <a:xfrm>
            <a:off x="5148263" y="2636838"/>
            <a:ext cx="1727200" cy="1584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0EFB9-1EB4-EA45-D571-9EB49E6DDBB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4000" b="1" dirty="0"/>
            </a:br>
            <a:r>
              <a:rPr lang="ko-KR" altLang="en-US" sz="4000" b="1" dirty="0"/>
              <a:t>도배</a:t>
            </a:r>
            <a:r>
              <a:rPr lang="en-US" altLang="ko-KR" sz="4000" b="1" dirty="0"/>
              <a:t>(</a:t>
            </a:r>
            <a:r>
              <a:rPr lang="ko-KR" altLang="en-US" sz="4000" b="1" dirty="0"/>
              <a:t>천장</a:t>
            </a:r>
            <a:r>
              <a:rPr lang="en-US" altLang="ko-KR" sz="4000" b="1" dirty="0"/>
              <a:t>-</a:t>
            </a:r>
            <a:r>
              <a:rPr lang="ko-KR" altLang="en-US" sz="4000" b="1" dirty="0"/>
              <a:t>방</a:t>
            </a:r>
            <a:r>
              <a:rPr lang="en-US" altLang="ko-KR" sz="4000" b="1" dirty="0"/>
              <a:t>1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(</a:t>
            </a:r>
            <a:r>
              <a:rPr lang="ko-KR" altLang="en-US" sz="4000" b="1" dirty="0"/>
              <a:t>화장실좌측방</a:t>
            </a:r>
            <a:r>
              <a:rPr lang="en-US" altLang="ko-KR" sz="4000" b="1" dirty="0"/>
              <a:t>))</a:t>
            </a:r>
            <a:br>
              <a:rPr lang="ko-KR" altLang="en-US" sz="4000" b="1" dirty="0">
                <a:latin typeface="+mj-ea"/>
              </a:rPr>
            </a:br>
            <a:endParaRPr lang="ko-KR" altLang="en-US" sz="4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9E2A2A-5417-1119-1594-1C814218F53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내용 개체 틀 4">
            <a:extLst>
              <a:ext uri="{FF2B5EF4-FFF2-40B4-BE49-F238E27FC236}">
                <a16:creationId xmlns:a16="http://schemas.microsoft.com/office/drawing/2014/main" id="{9CEDD353-F3E1-02D0-E3A4-DBD45138F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BF2B7E17-9814-96D8-E7CE-2A25113EA4BD}"/>
              </a:ext>
            </a:extLst>
          </p:cNvPr>
          <p:cNvSpPr/>
          <p:nvPr/>
        </p:nvSpPr>
        <p:spPr>
          <a:xfrm>
            <a:off x="4140200" y="2781300"/>
            <a:ext cx="1439863" cy="863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D1B69-D368-622E-35D9-EFAC502B5EF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4000" b="1" dirty="0"/>
            </a:br>
            <a:r>
              <a:rPr lang="ko-KR" altLang="en-US" sz="4000" b="1" dirty="0" err="1"/>
              <a:t>부분도배</a:t>
            </a:r>
            <a:r>
              <a:rPr lang="en-US" altLang="ko-KR" sz="4000" b="1" dirty="0"/>
              <a:t>(</a:t>
            </a:r>
            <a:r>
              <a:rPr lang="ko-KR" altLang="en-US" sz="4000" b="1" dirty="0"/>
              <a:t>천장</a:t>
            </a:r>
            <a:r>
              <a:rPr lang="en-US" altLang="ko-KR" sz="4000" b="1" dirty="0"/>
              <a:t>-</a:t>
            </a:r>
            <a:r>
              <a:rPr lang="ko-KR" altLang="en-US" sz="4000" b="1" dirty="0"/>
              <a:t>거실</a:t>
            </a:r>
            <a:r>
              <a:rPr lang="en-US" altLang="ko-KR" sz="4000" b="1" dirty="0"/>
              <a:t>,</a:t>
            </a:r>
            <a:r>
              <a:rPr lang="ko-KR" altLang="en-US" sz="4000" b="1" dirty="0"/>
              <a:t>방 </a:t>
            </a:r>
            <a:r>
              <a:rPr lang="ko-KR" altLang="en-US" sz="4000" b="1" dirty="0" err="1"/>
              <a:t>커튼박스</a:t>
            </a:r>
            <a:r>
              <a:rPr lang="en-US" altLang="ko-KR" sz="4000" b="1" dirty="0"/>
              <a:t>)</a:t>
            </a:r>
            <a:br>
              <a:rPr lang="ko-KR" altLang="en-US" sz="4000" b="1" dirty="0">
                <a:latin typeface="+mj-ea"/>
              </a:rPr>
            </a:br>
            <a:endParaRPr lang="ko-KR" altLang="en-US" sz="4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173FD3-835D-D929-1E70-F96ED308876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내용 개체 틀 6">
            <a:extLst>
              <a:ext uri="{FF2B5EF4-FFF2-40B4-BE49-F238E27FC236}">
                <a16:creationId xmlns:a16="http://schemas.microsoft.com/office/drawing/2014/main" id="{CADAEEAD-7318-6815-FB05-B3040CB5C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3970338" cy="4525963"/>
          </a:xfrm>
        </p:spPr>
      </p:pic>
      <p:pic>
        <p:nvPicPr>
          <p:cNvPr id="10245" name="그림 7">
            <a:extLst>
              <a:ext uri="{FF2B5EF4-FFF2-40B4-BE49-F238E27FC236}">
                <a16:creationId xmlns:a16="http://schemas.microsoft.com/office/drawing/2014/main" id="{0B7AC158-7A2B-4592-406E-3C38998825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28775"/>
            <a:ext cx="4103688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14998EBE-B4A4-7EF0-07D8-EA41982BA124}"/>
              </a:ext>
            </a:extLst>
          </p:cNvPr>
          <p:cNvSpPr/>
          <p:nvPr/>
        </p:nvSpPr>
        <p:spPr>
          <a:xfrm>
            <a:off x="1258888" y="3429000"/>
            <a:ext cx="2520950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9FFA52D-0580-548E-0088-CFFDD9B7E241}"/>
              </a:ext>
            </a:extLst>
          </p:cNvPr>
          <p:cNvSpPr/>
          <p:nvPr/>
        </p:nvSpPr>
        <p:spPr>
          <a:xfrm>
            <a:off x="5021263" y="3228975"/>
            <a:ext cx="3671887" cy="7762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288A1-5145-051B-572F-EA20656994A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41E141-BA34-A41F-6AAC-65B287B4D04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내용 개체 틀 4">
            <a:extLst>
              <a:ext uri="{FF2B5EF4-FFF2-40B4-BE49-F238E27FC236}">
                <a16:creationId xmlns:a16="http://schemas.microsoft.com/office/drawing/2014/main" id="{9D24CA18-E211-040E-800A-1DC7E633DA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3C66FD93-44A7-ACD1-5668-22295A516461}"/>
              </a:ext>
            </a:extLst>
          </p:cNvPr>
          <p:cNvSpPr/>
          <p:nvPr/>
        </p:nvSpPr>
        <p:spPr>
          <a:xfrm>
            <a:off x="3563938" y="2781300"/>
            <a:ext cx="2160587" cy="23764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68B16-C344-14B5-717E-65A198F94D5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3B59A5-ABDC-DEA9-FCB4-5775D61CB29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내용 개체 틀 4">
            <a:extLst>
              <a:ext uri="{FF2B5EF4-FFF2-40B4-BE49-F238E27FC236}">
                <a16:creationId xmlns:a16="http://schemas.microsoft.com/office/drawing/2014/main" id="{9E796B1F-D15A-B41E-D6EC-5E5ADE863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E8856E0-011D-5E0C-0A34-4584FAAF4660}"/>
              </a:ext>
            </a:extLst>
          </p:cNvPr>
          <p:cNvSpPr/>
          <p:nvPr/>
        </p:nvSpPr>
        <p:spPr>
          <a:xfrm>
            <a:off x="3059113" y="2636838"/>
            <a:ext cx="3241675" cy="2232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BAC21-5E35-5362-9E68-62E97B7CAC7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3600" b="1" dirty="0"/>
              <a:t>도색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문</a:t>
            </a:r>
            <a:r>
              <a:rPr lang="en-US" altLang="ko-KR" sz="3600" b="1" dirty="0"/>
              <a:t>,</a:t>
            </a:r>
            <a:r>
              <a:rPr lang="ko-KR" altLang="en-US" sz="3600" b="1" dirty="0"/>
              <a:t>문틀</a:t>
            </a:r>
            <a:r>
              <a:rPr lang="en-US" altLang="ko-KR" sz="3600" b="1" dirty="0"/>
              <a:t>-</a:t>
            </a:r>
            <a:r>
              <a:rPr lang="ko-KR" altLang="en-US" sz="3600" b="1" dirty="0"/>
              <a:t>방</a:t>
            </a:r>
            <a:r>
              <a:rPr lang="en-US" altLang="ko-KR" sz="3600" b="1" dirty="0"/>
              <a:t>3</a:t>
            </a:r>
            <a:r>
              <a:rPr lang="ko-KR" altLang="en-US" sz="3600" b="1" dirty="0"/>
              <a:t>곳</a:t>
            </a:r>
            <a:r>
              <a:rPr lang="en-US" altLang="ko-KR" sz="3600" b="1" dirty="0"/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2A1DBF-2360-60CE-E329-6BD34F972FC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내용 개체 틀 5">
            <a:extLst>
              <a:ext uri="{FF2B5EF4-FFF2-40B4-BE49-F238E27FC236}">
                <a16:creationId xmlns:a16="http://schemas.microsoft.com/office/drawing/2014/main" id="{C7EF28FA-9BD8-0308-D942-BEE84BC35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218488" cy="4525963"/>
          </a:xfr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D6F31E1-29CD-E21D-0CAB-855FEB48076D}"/>
              </a:ext>
            </a:extLst>
          </p:cNvPr>
          <p:cNvSpPr/>
          <p:nvPr/>
        </p:nvSpPr>
        <p:spPr>
          <a:xfrm>
            <a:off x="1908175" y="3357563"/>
            <a:ext cx="4608513" cy="14398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97CFE-6A7A-EFBC-2C78-8F3B726F21E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en-US" altLang="ko-KR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49DBC3-02F8-B54A-3628-6A4E2AC5744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5364" name="내용 개체 틀 7">
            <a:extLst>
              <a:ext uri="{FF2B5EF4-FFF2-40B4-BE49-F238E27FC236}">
                <a16:creationId xmlns:a16="http://schemas.microsoft.com/office/drawing/2014/main" id="{C2A508CB-1DA4-4B49-FB75-FCD4C6DD6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ED5E3B45-F189-ADBD-BC73-9CCA6B7C8635}"/>
              </a:ext>
            </a:extLst>
          </p:cNvPr>
          <p:cNvSpPr/>
          <p:nvPr/>
        </p:nvSpPr>
        <p:spPr>
          <a:xfrm>
            <a:off x="2987675" y="3141663"/>
            <a:ext cx="1584325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BFEE185-FD1A-7D7E-8850-A339B80554F3}"/>
              </a:ext>
            </a:extLst>
          </p:cNvPr>
          <p:cNvSpPr/>
          <p:nvPr/>
        </p:nvSpPr>
        <p:spPr>
          <a:xfrm>
            <a:off x="4643438" y="4292600"/>
            <a:ext cx="792162" cy="504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DCDA0-04B2-AB6D-E19F-E2D035BE983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수도계량기함</a:t>
            </a:r>
            <a:r>
              <a:rPr lang="en-US" altLang="ko-KR" b="1" dirty="0"/>
              <a:t>(1</a:t>
            </a:r>
            <a:r>
              <a:rPr lang="ko-KR" altLang="en-US" b="1" dirty="0"/>
              <a:t>개소</a:t>
            </a:r>
            <a:r>
              <a:rPr lang="en-US" altLang="ko-KR" b="1" dirty="0"/>
              <a:t>)</a:t>
            </a:r>
            <a:r>
              <a:rPr lang="en-US" altLang="ko-KR" b="1" dirty="0">
                <a:latin typeface="+mj-ea"/>
              </a:rPr>
              <a:t>)</a:t>
            </a:r>
            <a:r>
              <a:rPr lang="ko-KR" altLang="en-US" b="1" dirty="0">
                <a:latin typeface="+mj-ea"/>
              </a:rPr>
              <a:t> 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9A0502-9E10-7E01-23CF-8F8A5E7039C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6388" name="내용 개체 틀 6">
            <a:extLst>
              <a:ext uri="{FF2B5EF4-FFF2-40B4-BE49-F238E27FC236}">
                <a16:creationId xmlns:a16="http://schemas.microsoft.com/office/drawing/2014/main" id="{9F2152C6-761D-C17B-3BBC-93D3B42F7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5BCB6890-404B-87B8-DF4B-D4C68182DF18}"/>
              </a:ext>
            </a:extLst>
          </p:cNvPr>
          <p:cNvSpPr/>
          <p:nvPr/>
        </p:nvSpPr>
        <p:spPr>
          <a:xfrm>
            <a:off x="3924300" y="3141663"/>
            <a:ext cx="1439863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E5A54A11-D8C2-2EDE-4115-3D09DC966C4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latin typeface="+mj-ea"/>
              </a:rPr>
              <a:t>도색</a:t>
            </a:r>
            <a:r>
              <a:rPr lang="en-US" altLang="ko-KR" sz="2000" b="1" dirty="0">
                <a:latin typeface="+mj-ea"/>
              </a:rPr>
              <a:t>(</a:t>
            </a:r>
            <a:r>
              <a:rPr lang="ko-KR" altLang="en-US" sz="2000" b="1" dirty="0"/>
              <a:t>앞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뒤베란다전체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앞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뒤베란다</a:t>
            </a:r>
            <a:r>
              <a:rPr lang="ko-KR" altLang="en-US" sz="2000" b="1" dirty="0"/>
              <a:t> 벽면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천장 </a:t>
            </a:r>
            <a:r>
              <a:rPr lang="ko-KR" altLang="en-US" sz="2000" b="1" dirty="0" err="1"/>
              <a:t>곰팡이제거</a:t>
            </a:r>
            <a:r>
              <a:rPr lang="ko-KR" altLang="en-US" sz="2000" b="1" dirty="0"/>
              <a:t> 포함</a:t>
            </a:r>
            <a:r>
              <a:rPr lang="en-US" altLang="ko-KR" sz="2000" b="1" dirty="0"/>
              <a:t>)</a:t>
            </a:r>
            <a:r>
              <a:rPr lang="en-US" altLang="ko-KR" sz="2000" b="1" dirty="0">
                <a:latin typeface="+mj-ea"/>
              </a:rPr>
              <a:t>)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4F75E9-220F-DB02-C189-581DF4352A3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7412" name="내용 개체 틀 2">
            <a:extLst>
              <a:ext uri="{FF2B5EF4-FFF2-40B4-BE49-F238E27FC236}">
                <a16:creationId xmlns:a16="http://schemas.microsoft.com/office/drawing/2014/main" id="{5B9A2CA1-2C27-1418-F35E-B3FF33207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3970338" cy="4525963"/>
          </a:xfrm>
        </p:spPr>
      </p:pic>
      <p:pic>
        <p:nvPicPr>
          <p:cNvPr id="17413" name="그림 4">
            <a:extLst>
              <a:ext uri="{FF2B5EF4-FFF2-40B4-BE49-F238E27FC236}">
                <a16:creationId xmlns:a16="http://schemas.microsoft.com/office/drawing/2014/main" id="{CA900A70-295F-1C06-C56C-6445B0321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628775"/>
            <a:ext cx="4175125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9F56D77-6F8F-25FC-A298-DA4DF77DB430}"/>
              </a:ext>
            </a:extLst>
          </p:cNvPr>
          <p:cNvSpPr/>
          <p:nvPr/>
        </p:nvSpPr>
        <p:spPr>
          <a:xfrm>
            <a:off x="1908175" y="3644900"/>
            <a:ext cx="360363" cy="2016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EB1EC99-24D7-E0A7-89F5-C7C37D3249D9}"/>
              </a:ext>
            </a:extLst>
          </p:cNvPr>
          <p:cNvSpPr/>
          <p:nvPr/>
        </p:nvSpPr>
        <p:spPr>
          <a:xfrm>
            <a:off x="5940425" y="2205038"/>
            <a:ext cx="1368425" cy="34559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079936A-69BA-D0B3-EA24-34869CC36F52}"/>
              </a:ext>
            </a:extLst>
          </p:cNvPr>
          <p:cNvSpPr/>
          <p:nvPr/>
        </p:nvSpPr>
        <p:spPr>
          <a:xfrm rot="1320001">
            <a:off x="6948488" y="1628775"/>
            <a:ext cx="360362" cy="792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3D792B04-702F-FF8F-9F36-D45E4D577E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800" b="1" dirty="0">
                <a:latin typeface="+mj-ea"/>
              </a:rPr>
              <a:t>도색</a:t>
            </a:r>
            <a:r>
              <a:rPr lang="en-US" altLang="ko-KR" sz="4800" b="1" dirty="0">
                <a:latin typeface="+mj-ea"/>
              </a:rPr>
              <a:t>(</a:t>
            </a:r>
            <a:r>
              <a:rPr lang="ko-KR" altLang="en-US" sz="4800" b="1" dirty="0"/>
              <a:t>거실걸레받이</a:t>
            </a:r>
            <a:r>
              <a:rPr lang="en-US" altLang="ko-KR" sz="4800" b="1" dirty="0">
                <a:latin typeface="+mj-ea"/>
              </a:rPr>
              <a:t>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EFBB99-3717-096C-C82C-B8D56CD933C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8436" name="내용 개체 틀 2">
            <a:extLst>
              <a:ext uri="{FF2B5EF4-FFF2-40B4-BE49-F238E27FC236}">
                <a16:creationId xmlns:a16="http://schemas.microsoft.com/office/drawing/2014/main" id="{61B05712-A479-6F17-23CF-1CC3DAC05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33ABA93-8D5B-E768-E02F-234489A562B8}"/>
              </a:ext>
            </a:extLst>
          </p:cNvPr>
          <p:cNvSpPr/>
          <p:nvPr/>
        </p:nvSpPr>
        <p:spPr>
          <a:xfrm>
            <a:off x="3708400" y="3573463"/>
            <a:ext cx="2447925" cy="7191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2473</TotalTime>
  <Words>260</Words>
  <Application>Microsoft Office PowerPoint</Application>
  <PresentationFormat>화면 슬라이드 쇼(4:3)</PresentationFormat>
  <Paragraphs>29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도배(벽-거실) </vt:lpstr>
      <vt:lpstr> 도배(벽-방3곳) </vt:lpstr>
      <vt:lpstr> 도배(천장-방1곳(화장실좌측방)) </vt:lpstr>
      <vt:lpstr> 부분도배(천장-거실,방 커튼박스) </vt:lpstr>
      <vt:lpstr>장판(거실)</vt:lpstr>
      <vt:lpstr>장판(방3곳)</vt:lpstr>
      <vt:lpstr>도색(문,문틀-방3곳)</vt:lpstr>
      <vt:lpstr> 도색(방화문내부) </vt:lpstr>
      <vt:lpstr> 도색(수도계량기함(1개소))  </vt:lpstr>
      <vt:lpstr>도색(앞, 뒤베란다전체(앞, 뒤베란다 벽면, 천장 곰팡이제거 포함))</vt:lpstr>
      <vt:lpstr>도색(거실걸레받이)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465</cp:revision>
  <cp:lastPrinted>2023-01-13T00:22:17Z</cp:lastPrinted>
  <dcterms:created xsi:type="dcterms:W3CDTF">2012-05-23T04:33:26Z</dcterms:created>
  <dcterms:modified xsi:type="dcterms:W3CDTF">2026-06-08T05:27:58Z</dcterms:modified>
</cp:coreProperties>
</file>