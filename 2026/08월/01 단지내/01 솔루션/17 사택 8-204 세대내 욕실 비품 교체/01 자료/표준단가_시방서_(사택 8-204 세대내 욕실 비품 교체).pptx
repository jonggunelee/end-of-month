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8-204 </a:t>
            </a:r>
            <a:r>
              <a:rPr lang="ko-KR" altLang="en-US" b="1" dirty="0">
                <a:latin typeface="+mn-ea"/>
              </a:rPr>
              <a:t>세대내 욕실 비품 교체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827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사택 </a:t>
            </a:r>
            <a:r>
              <a:rPr lang="en-US" altLang="ko-KR" sz="1000" b="1" dirty="0">
                <a:latin typeface="+mn-ea"/>
              </a:rPr>
              <a:t>8-204 </a:t>
            </a:r>
            <a:r>
              <a:rPr lang="ko-KR" altLang="en-US" sz="1000" b="1" dirty="0">
                <a:latin typeface="+mn-ea"/>
              </a:rPr>
              <a:t>세대내 욕실 비품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12843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780380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906477"/>
            <a:ext cx="6000792" cy="96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거울 교체
경첩 전체 교체
베란다 </a:t>
            </a:r>
            <a:r>
              <a:rPr lang="ko-KR" altLang="en-US" sz="1000" dirty="0" err="1"/>
              <a:t>샷시</a:t>
            </a:r>
            <a:r>
              <a:rPr lang="ko-KR" altLang="en-US" sz="1000" dirty="0"/>
              <a:t> 손잡이 </a:t>
            </a:r>
            <a:r>
              <a:rPr lang="en-US" altLang="ko-KR" sz="1000" dirty="0"/>
              <a:t>1</a:t>
            </a:r>
            <a:r>
              <a:rPr lang="ko-KR" altLang="en-US" sz="1000" dirty="0"/>
              <a:t>개 교체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799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493</cp:revision>
  <dcterms:created xsi:type="dcterms:W3CDTF">2015-01-28T03:52:40Z</dcterms:created>
  <dcterms:modified xsi:type="dcterms:W3CDTF">2026-07-02T03:32:57Z</dcterms:modified>
</cp:coreProperties>
</file>