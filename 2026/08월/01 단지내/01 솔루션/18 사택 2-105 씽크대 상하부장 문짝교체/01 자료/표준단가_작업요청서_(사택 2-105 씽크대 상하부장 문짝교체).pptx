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1" r:id="rId4"/>
    <p:sldId id="264" r:id="rId5"/>
    <p:sldId id="266" r:id="rId6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428C3FE-670E-5A3B-DCFF-2997D414B5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FCB7D1-BD54-C833-F48E-03E94DE61E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487AA49F-662A-49FE-91D8-E04E7EFA302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75D3976-BDD0-77F9-32FC-3858D7AD4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278F3B3-8B80-A945-332D-C34E195CE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6ABA32-D08E-237E-7B8E-E6ACB7532E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D0842C-00EA-2A33-E3A6-0BE29E779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25FC50A-9ED5-46E3-A7AC-C5F4DBD25E8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6A0FDAA-01C3-5FD0-BBA7-0E75CB2E80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7784B4D-2CAA-791A-4DFB-7A6CB01098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8A11CB7-40B9-F62B-F563-0FF854348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E78D380-952B-4FCF-8071-BF659AF37D3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FD14E0B3-82A3-4537-1037-8D2F5B496D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E70EC447-DD25-B915-D316-D575F961A1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F42F4A3C-E1B3-6865-1785-D5049628F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5AB8732-F16A-48AD-84C5-8A92E96EB4AA}" type="slidenum">
              <a:rPr lang="ko-KR" altLang="en-US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B45525-FAAE-2CFC-6984-50AD7242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911E9-0D2A-4A9A-950C-B60149FD5B5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C2629-FC82-60AA-E850-85D8ED39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63686-EC7C-FAE0-4F09-03CD8FAF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F2E19-223B-41A2-A141-A036187D709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3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EC847A-F66C-F425-0412-6F5A5103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76062-137E-4A00-A5E1-4B78ECDE5BC4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52C00F-9337-375B-7A50-50351875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490FC-14D8-01F3-748C-EFB99254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D3F0-2853-4FF5-960B-9AA3B634AA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9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65A39F-53C3-F91B-E94F-57F91A63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493EB-AB17-4438-8673-23E67BE2186D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7797D-B8E9-09B8-1A28-7D80C67F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51FB3F-54FB-A422-25D9-B39F20F6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5FF66-43A8-425C-8415-0716D02C62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76AF6CC-A272-D262-CE9F-5440799DB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D1DF4-A4B4-4703-9D1C-E8D77BE2F9B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FCAEBA5-5FF1-4F42-DE2D-01FCB04F2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209586F-EDF4-F184-A0A2-F3B8638AC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5B306-F5A8-48CE-9B86-D23BFCF751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34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34EF0EC-C787-C5A6-8D4A-4E1B6E2E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E4AF7-7344-4B15-A7FB-49416DE83DB3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E541759-83BB-0D74-7BA5-19EEC133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C15D48B-229F-4A8E-117D-3A5866A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85946-708B-4B14-8010-1FF57151A8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2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657C15F-244B-6642-BF79-09782288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3754A-E539-4727-9F34-12F31D4E95D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1E2EB323-7F75-A56D-AF27-A9D98697E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61D8B01-F637-7173-04F3-141C0C91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2205AF-D2CB-4CB1-B13B-8FA54BCE1EC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1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9050CE2-E731-5D14-4E02-0277E86B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EE382-1A23-4369-849F-0B9A8C292D46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AD6EEB7F-FE7A-0FC3-60BD-2E9FAB26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FFA825A-F2CC-B196-62E5-602BE80C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EBEDF-6D0C-4FCE-9348-2A4A9BCAD80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05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D21D469-FE04-2121-7862-907B0898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0DD03-9568-4997-B757-79EE83A6F30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0D97E9C-D2E5-355A-A107-2FC9F38A2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0A17110-4573-CA2B-E5F6-50A201FB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45BDB-2724-4C28-8533-63AC8858187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09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F85588C-231A-F5D6-D827-F10343E6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2E58B-B69F-445B-A179-19EFDB3E65F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05418A1-7425-F6E9-DA9E-B57282DD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CA488B2-66FE-5DD7-9F38-756E3F34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58530-DC02-4F3A-A08E-8E2DBC5B41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8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6164C7-C4C2-88E9-225B-7C7E53D24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3E440-38C8-4E0F-8F47-45B9B872361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ECD87-060F-C047-B294-8524F9EB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843B17-781A-D1D2-CA19-18A37775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81AD5-245E-4BDC-8B7C-AA720E980C9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46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F20F1-82A4-0918-67A4-5CDF820C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0AF4E-417A-4F5E-B14B-7F4E09AB75BF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0326F-C285-47E1-2D5A-CE60C500A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FF958-6178-3EAA-C7CA-E8AFA7E8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09F59B-0A69-4C3D-92A9-4806D6C0C1F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3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ECEB13DC-EE59-D54C-21E5-40C996B71FC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9FFCB8E-FCB4-6F76-567F-B81DD58D70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C0070F-F985-FBDD-E93C-A840E10AA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981B93A-FF94-4248-99DF-BB9D7DF44AE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7A3C60-B094-A64A-991F-B5F4BA1F8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48B3C-54AB-DD0F-5906-396D99A5F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DB9574A-5F61-4680-887B-85F1CB5B100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CBEFBE3-DE6A-5931-5848-BC5FD3FE3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105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FB0C2E5-8E0C-110B-E34C-037C9CF7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9D8BE0C-B7FE-2D9C-8DA0-B285EE0BF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A841A67-0184-1D70-DF81-8E0D059F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105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9CB9910-F5B7-C913-0C76-4686427D6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50A165F-2719-0A06-F7E1-F0D756642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B50F5B6-4825-AC1F-4501-999E6945B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105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F7BA83F-2E4C-8C38-765D-629109482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2588"/>
            <a:ext cx="7696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서랍장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씽크대 상판 전체 실리콘 재코킹 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난방분배기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EB6A8648-13BE-00C8-187A-FA540816B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211638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C835EF5-2BE5-A0E2-9150-21F6DBC21286}"/>
              </a:ext>
            </a:extLst>
          </p:cNvPr>
          <p:cNvSpPr/>
          <p:nvPr/>
        </p:nvSpPr>
        <p:spPr bwMode="auto">
          <a:xfrm>
            <a:off x="3316288" y="47910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7BF50129-8704-E350-3C9F-5DCEA6A4F81D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853CF615-9D8F-2549-9CCE-D81F8565F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F1699B64-3C47-AF51-71DB-FBEB50B37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440DC135-3827-9D0C-B6CB-B84F1CE7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F26646-41B1-5949-D993-9D03BCFB36A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7DD837E5-DF7D-3155-621E-514764643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29600" cy="4525963"/>
          </a:xfr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69F27976-57D2-7399-A5CD-6C9E61FDB571}"/>
              </a:ext>
            </a:extLst>
          </p:cNvPr>
          <p:cNvSpPr/>
          <p:nvPr/>
        </p:nvSpPr>
        <p:spPr>
          <a:xfrm>
            <a:off x="611188" y="1916113"/>
            <a:ext cx="8086725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CF7A30D-5986-CEC2-5340-82FE69A41DEC}"/>
              </a:ext>
            </a:extLst>
          </p:cNvPr>
          <p:cNvSpPr/>
          <p:nvPr/>
        </p:nvSpPr>
        <p:spPr>
          <a:xfrm>
            <a:off x="684213" y="5013325"/>
            <a:ext cx="7775575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215E8D9-F85F-1819-87F7-3E89D1BCAF0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주방 </a:t>
            </a:r>
            <a:r>
              <a:rPr lang="ko-KR" altLang="en-US" sz="3200" b="1" dirty="0" err="1"/>
              <a:t>씽크대</a:t>
            </a:r>
            <a:r>
              <a:rPr lang="ko-KR" altLang="en-US" sz="3200" b="1" dirty="0"/>
              <a:t> 상판 전체 실리콘 </a:t>
            </a:r>
            <a:r>
              <a:rPr lang="ko-KR" altLang="en-US" sz="3200" b="1" dirty="0" err="1"/>
              <a:t>재코킹작업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87FA1C-A0A7-A9B6-9DB2-4A17E15DEFC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2">
            <a:extLst>
              <a:ext uri="{FF2B5EF4-FFF2-40B4-BE49-F238E27FC236}">
                <a16:creationId xmlns:a16="http://schemas.microsoft.com/office/drawing/2014/main" id="{132E692F-E5BA-6B71-966C-84274B85F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24B329B4-ACD1-F3F8-1F4E-C4FED6C4FBF5}"/>
              </a:ext>
            </a:extLst>
          </p:cNvPr>
          <p:cNvSpPr/>
          <p:nvPr/>
        </p:nvSpPr>
        <p:spPr>
          <a:xfrm rot="21087350">
            <a:off x="465138" y="3971925"/>
            <a:ext cx="3455987" cy="360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13346E0-3CD7-0043-C7B3-E8C6EFDCED48}"/>
              </a:ext>
            </a:extLst>
          </p:cNvPr>
          <p:cNvSpPr/>
          <p:nvPr/>
        </p:nvSpPr>
        <p:spPr>
          <a:xfrm rot="404160">
            <a:off x="3865563" y="4008438"/>
            <a:ext cx="4460875" cy="500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89D3ABB6-709B-485F-5E29-DFFA9011D1E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4000" b="1" dirty="0"/>
              <a:t>주방 </a:t>
            </a:r>
            <a:r>
              <a:rPr lang="ko-KR" altLang="en-US" sz="4000" b="1" dirty="0" err="1"/>
              <a:t>난방분배기</a:t>
            </a:r>
            <a:r>
              <a:rPr lang="ko-KR" altLang="en-US" sz="4000" b="1" dirty="0"/>
              <a:t> 교체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9C00A1-B742-8C38-0C3A-47FF444B60D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4">
            <a:extLst>
              <a:ext uri="{FF2B5EF4-FFF2-40B4-BE49-F238E27FC236}">
                <a16:creationId xmlns:a16="http://schemas.microsoft.com/office/drawing/2014/main" id="{D05544CB-03AB-A2F0-ADED-39E079A45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6AE9CD0-0978-907D-CA07-FD9226914817}"/>
              </a:ext>
            </a:extLst>
          </p:cNvPr>
          <p:cNvSpPr/>
          <p:nvPr/>
        </p:nvSpPr>
        <p:spPr>
          <a:xfrm>
            <a:off x="4932363" y="3357563"/>
            <a:ext cx="11525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</TotalTime>
  <Words>145</Words>
  <Application>Microsoft Office PowerPoint</Application>
  <PresentationFormat>화면 슬라이드 쇼(4:3)</PresentationFormat>
  <Paragraphs>20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  <vt:lpstr>주방 씽크대 상판 전체 실리콘 재코킹작업</vt:lpstr>
      <vt:lpstr>주방 난방분배기 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415</cp:revision>
  <dcterms:created xsi:type="dcterms:W3CDTF">2012-05-23T04:33:26Z</dcterms:created>
  <dcterms:modified xsi:type="dcterms:W3CDTF">2026-06-23T03:26:10Z</dcterms:modified>
</cp:coreProperties>
</file>