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1" r:id="rId9"/>
    <p:sldId id="262" r:id="rId10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E184DCE-F443-4D37-91F1-1F01DA146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E4A1643-8C0F-4AE0-A91A-A0C7D92AE42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BA71DDDB-6440-4F2E-AF40-D8A11C8EAC11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1786792E-88D4-2FD3-2327-88486BE05A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E95F6350-95D5-7422-883F-92D869579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0131E7-8653-0529-0B89-4045F5CEF74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81758C-6F53-F83E-D6EF-6E55C7BE0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0E2621FC-67AA-49F9-B88A-F4541C636A28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039BC97A-0D4A-1335-CBFE-75376BD223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6881C4EA-1DA1-5743-9FF0-C9CC097E9D3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F526CD49-4EFF-994F-3383-8BB167A11C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08552198-D2B7-4480-8338-228D879A3591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7D5AE7-E490-DD4F-ACDC-0680359AC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BAF45-4DA5-42B6-A22A-F9819CC0F67E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535612-E440-8B87-3D9C-C7A7C118B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9787B2-946F-84FD-34BB-5E0F1CF9E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E1A44D-703E-48C7-9A02-EAE5BA51FCF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5956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1B4132-BDF7-F421-0FB7-ED897F663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BF8FB1-5C0C-4ABD-9595-0F61F78C4DF7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7B6773-E9C4-E73B-45CF-2308FBD77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B84850-212A-E439-31C3-C83FF1D65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0FDB02-59AA-4E81-ABC7-1CDD4437A51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5773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F2B19E-2DA3-F0C4-BC2D-87226F469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7EBEEA-8F86-4285-9091-9080CFB8D39E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3956B4-71D8-4FBB-25A4-31F8268FC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72A92F-6624-43DD-DFD2-EB7D4136B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9F22E8-B3FD-4573-A812-78FE4229EA9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4450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9602D3A2-1A87-683B-7DA9-9C4829371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8BDC5-A147-409A-A7B3-2006F7A73116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A9F26AAD-2DD9-0022-D0D2-1E064740A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C14FB99A-1FF4-41BF-9E4A-B5C6248FF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A99821-688F-4470-ABE3-F7B15A36430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614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61668C1B-7A29-7205-ADE9-19C05F189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132139-1750-46F1-8D7A-352B2C8ABF14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6B347580-AB3D-AC26-ECEA-75001DEC6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71A13229-639E-E61A-AC87-281B3AD37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2D0986-FFBF-4D18-A7F9-8ADD87E9231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508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3119EAF0-CFD1-AAA2-FC37-5E0CB7CA7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6A2829-56FD-4EA8-A8DE-1ED4EC0B4239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552B828B-0492-A9E4-BC53-564AE2533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65F686FF-8B1E-E6E3-9AA7-1A01871B0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65F47E-61CF-46E2-B254-3AE05504FA7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939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AE8D3906-3C39-672B-4B24-022A0F2A8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DA414-165A-45F6-8605-15D2441563F7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4EF31FC1-20D8-1CEC-0070-1E1E1FDF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497C43D8-135B-1274-C888-4956B2BBC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60B34E-FAD7-4CF2-BD4B-EA3168D6C30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698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449CED70-EF8B-EB2E-D54C-AEBE1B091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3E57FE-7C75-4002-AFB8-C97966238BF4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5AEA298F-EEED-5E5C-52C9-9FF749C47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0AEA3654-B369-625E-4730-14998AB8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40CAF2-2F8A-42A3-85E0-A68283E4AD3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845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0DDDD9E3-FD7C-AD13-1E08-FDADBDFAB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9D02B9-9001-473D-A5E8-4159D58F5335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B52B3658-9EFD-B32D-F1D8-CB5AFE56F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F8432E3-AC3D-3759-21AE-4CF120A7B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48135D-049D-4DCB-892C-324D9129F98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9841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DE193E-B498-B4F0-E6C4-54BD0D4B7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04CEA-9CD0-412B-9770-44D847A528AB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82100C-70FF-F167-4703-7C060E16E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6FCC59-427D-932E-2B40-04229F3FE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AD537E-33B0-44D1-A99F-9ADB3E704B8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5252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65F7B4-96D8-4D69-0053-59D813C5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DCFCE9-9CB1-4513-96E4-7B51F56C7CA3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9E662-36D6-AD78-BA0E-425D93314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DB7556-D5E1-3BED-C894-D4324CAB2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A98F45-9033-4BAC-AAA5-34B0301629D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631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90DF5918-A278-9157-2D7B-AEA46649316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F1BFBF0E-65E3-5D16-BBAF-3AED6A272B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3415E0-8BA2-0EF7-B978-5372A9769D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103E56D-35E3-4EAD-8D69-93FF233E3519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5861C7-6C32-F867-1341-D11656E2A0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C19419-A4F0-5437-9D21-46EDF092B3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A6D05B6-EC5A-4F61-A05F-D6037C309DE9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A5529477-26CB-2852-EDF4-5604002B9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665288"/>
            <a:ext cx="61928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7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104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1CF1CA86-9A86-693B-F7DA-0F8DA3770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F78D5E83-A96D-C128-0C4D-F3D7B6386C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2026. 06. 05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4E6FC84B-98EC-44DB-DBEF-3981C18FD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7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104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2E30D651-EAB3-5772-8BB4-B56203619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05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1B2DFA90-3809-619B-D0A2-0F8EEEF01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BA449197-1C71-7867-CB69-4751A80EE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7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104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EA0D5B39-AD68-C5D1-7897-AD70F058D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852738"/>
            <a:ext cx="8667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 걸레받이 및 벽면 부분도색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 창고바닥포함</a:t>
            </a:r>
            <a:r>
              <a:rPr kumimoji="0" lang="en-US" altLang="ko-KR" sz="1200" b="1"/>
              <a:t>)), </a:t>
            </a:r>
            <a:r>
              <a:rPr kumimoji="0" lang="ko-KR" altLang="en-US" sz="1200" b="1"/>
              <a:t>보수 공사 요함</a:t>
            </a:r>
            <a:r>
              <a:rPr kumimoji="0" lang="en-US" altLang="ko-KR" sz="1200" b="1"/>
              <a:t> </a:t>
            </a:r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0F8223CC-C50C-DA92-BA94-F1617654C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18C5D061-942A-6B0E-9E43-B19E55EB8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685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290ACBA-91D4-9592-8487-F37D0FE3AB3B}"/>
              </a:ext>
            </a:extLst>
          </p:cNvPr>
          <p:cNvSpPr/>
          <p:nvPr/>
        </p:nvSpPr>
        <p:spPr bwMode="auto">
          <a:xfrm>
            <a:off x="3316288" y="4564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607DDB1E-4A53-F8AE-71A7-2663180C0658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1" name="TextBox 45">
            <a:extLst>
              <a:ext uri="{FF2B5EF4-FFF2-40B4-BE49-F238E27FC236}">
                <a16:creationId xmlns:a16="http://schemas.microsoft.com/office/drawing/2014/main" id="{BBF99C73-F1F0-95B0-DA99-420DEC329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3652838"/>
            <a:ext cx="84566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172E4-3C3E-4486-C1F9-3C2987ADCD5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B4423FD-163F-7BDE-D5D7-09E490302298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36">
            <a:extLst>
              <a:ext uri="{FF2B5EF4-FFF2-40B4-BE49-F238E27FC236}">
                <a16:creationId xmlns:a16="http://schemas.microsoft.com/office/drawing/2014/main" id="{0B4EC227-DBF6-E0E4-0EC4-45757DF5D67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1ABBEE93-4AAF-3457-A31E-6A01D8D75BA5}"/>
              </a:ext>
            </a:extLst>
          </p:cNvPr>
          <p:cNvSpPr/>
          <p:nvPr/>
        </p:nvSpPr>
        <p:spPr>
          <a:xfrm>
            <a:off x="1908175" y="2709863"/>
            <a:ext cx="5111750" cy="25193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5C2763-9C8E-F5A7-FAE7-BD87A7F7514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CC53D66-2ED3-3532-F643-41261760A04D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37">
            <a:extLst>
              <a:ext uri="{FF2B5EF4-FFF2-40B4-BE49-F238E27FC236}">
                <a16:creationId xmlns:a16="http://schemas.microsoft.com/office/drawing/2014/main" id="{DFA936E2-2D3C-566D-974B-A2CEED91D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8DE79DD0-D88B-56D9-A527-B0769292DF2F}"/>
              </a:ext>
            </a:extLst>
          </p:cNvPr>
          <p:cNvSpPr/>
          <p:nvPr/>
        </p:nvSpPr>
        <p:spPr>
          <a:xfrm>
            <a:off x="2195513" y="2492375"/>
            <a:ext cx="5400675" cy="28813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E91CDD-CC56-A585-52CF-7A148B2543C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천정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0C7C8B-04EB-C395-59A1-B357E089A62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37">
            <a:extLst>
              <a:ext uri="{FF2B5EF4-FFF2-40B4-BE49-F238E27FC236}">
                <a16:creationId xmlns:a16="http://schemas.microsoft.com/office/drawing/2014/main" id="{026E0E54-6EBD-F654-9EE4-B6772E161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04CFD0A3-42A2-18A1-3560-1F7C94B48A5D}"/>
              </a:ext>
            </a:extLst>
          </p:cNvPr>
          <p:cNvSpPr/>
          <p:nvPr/>
        </p:nvSpPr>
        <p:spPr>
          <a:xfrm>
            <a:off x="2771775" y="2420938"/>
            <a:ext cx="4248150" cy="26654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1E68A7-0B53-6065-99D5-4CFC441F1DE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천정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BF78A5-B56E-1C67-C380-266535F6162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7">
            <a:extLst>
              <a:ext uri="{FF2B5EF4-FFF2-40B4-BE49-F238E27FC236}">
                <a16:creationId xmlns:a16="http://schemas.microsoft.com/office/drawing/2014/main" id="{ADDB5F69-4D5A-F8BA-EB3F-3A11F8BAF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0B1F29A3-D562-4B46-D27B-26418431BB9E}"/>
              </a:ext>
            </a:extLst>
          </p:cNvPr>
          <p:cNvSpPr/>
          <p:nvPr/>
        </p:nvSpPr>
        <p:spPr>
          <a:xfrm>
            <a:off x="3287713" y="3213100"/>
            <a:ext cx="2797175" cy="19446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FC89FA-7536-B683-3CA7-BBDAABE1714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거실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4178E6C-3783-0291-6A0E-9EAA1A087DB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10244" name="내용 개체 틀 2">
            <a:extLst>
              <a:ext uri="{FF2B5EF4-FFF2-40B4-BE49-F238E27FC236}">
                <a16:creationId xmlns:a16="http://schemas.microsoft.com/office/drawing/2014/main" id="{35144224-F09F-57E7-0EE1-6A01384FC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245" name="Picture 38">
            <a:extLst>
              <a:ext uri="{FF2B5EF4-FFF2-40B4-BE49-F238E27FC236}">
                <a16:creationId xmlns:a16="http://schemas.microsoft.com/office/drawing/2014/main" id="{74D78EAE-6637-51DF-0267-3A4D10F07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66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0FDB7D1B-AACF-C1E7-5B4C-22232AE6DAEA}"/>
              </a:ext>
            </a:extLst>
          </p:cNvPr>
          <p:cNvSpPr/>
          <p:nvPr/>
        </p:nvSpPr>
        <p:spPr>
          <a:xfrm>
            <a:off x="4211638" y="3500438"/>
            <a:ext cx="936625" cy="9366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6C7ABD-0FA0-7053-0D16-FFFE88A11D2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4709005-1F9E-1772-0C0E-D31AB8B3B516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39">
            <a:extLst>
              <a:ext uri="{FF2B5EF4-FFF2-40B4-BE49-F238E27FC236}">
                <a16:creationId xmlns:a16="http://schemas.microsoft.com/office/drawing/2014/main" id="{66101C6A-F5DF-C3FF-20C2-AD4396866C8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9890497E-4F93-B2E1-5F63-9E90B4157621}"/>
              </a:ext>
            </a:extLst>
          </p:cNvPr>
          <p:cNvSpPr/>
          <p:nvPr/>
        </p:nvSpPr>
        <p:spPr>
          <a:xfrm>
            <a:off x="3995738" y="3500438"/>
            <a:ext cx="1368425" cy="10080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624F8C-457C-0FFD-96EF-A35CC9E22C3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1800" b="1" dirty="0"/>
              <a:t>도색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앞</a:t>
            </a:r>
            <a:r>
              <a:rPr lang="en-US" altLang="ko-KR" sz="1800" b="1" dirty="0"/>
              <a:t>, </a:t>
            </a:r>
            <a:r>
              <a:rPr lang="ko-KR" altLang="en-US" sz="1800" b="1" dirty="0" err="1"/>
              <a:t>뒤베란다</a:t>
            </a:r>
            <a:r>
              <a:rPr lang="ko-KR" altLang="en-US" sz="1800" b="1" dirty="0"/>
              <a:t> 걸레받이 및 벽면 부분도색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앞</a:t>
            </a:r>
            <a:r>
              <a:rPr lang="en-US" altLang="ko-KR" sz="1800" b="1" dirty="0"/>
              <a:t>, </a:t>
            </a:r>
            <a:r>
              <a:rPr lang="ko-KR" altLang="en-US" sz="1800" b="1" dirty="0" err="1"/>
              <a:t>뒤베란다</a:t>
            </a:r>
            <a:r>
              <a:rPr lang="ko-KR" altLang="en-US" sz="1800" b="1" dirty="0"/>
              <a:t> 창고바닥포함</a:t>
            </a:r>
            <a:r>
              <a:rPr lang="en-US" altLang="ko-KR" sz="1800" b="1" dirty="0"/>
              <a:t>))</a:t>
            </a:r>
            <a:endParaRPr lang="ko-KR" altLang="en-US" sz="18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DA29882-F55A-C877-427E-D57EF14F0FCD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36">
            <a:extLst>
              <a:ext uri="{FF2B5EF4-FFF2-40B4-BE49-F238E27FC236}">
                <a16:creationId xmlns:a16="http://schemas.microsoft.com/office/drawing/2014/main" id="{F3C2B760-674C-7668-6188-42BDD48272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8D7CCCDB-2CCE-723E-70C4-9ADEF537C113}"/>
              </a:ext>
            </a:extLst>
          </p:cNvPr>
          <p:cNvSpPr/>
          <p:nvPr/>
        </p:nvSpPr>
        <p:spPr>
          <a:xfrm rot="159246">
            <a:off x="3009900" y="3646488"/>
            <a:ext cx="3106738" cy="10064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2075</TotalTime>
  <Words>194</Words>
  <Application>Microsoft Office PowerPoint</Application>
  <PresentationFormat>화면 슬라이드 쇼(4:3)</PresentationFormat>
  <Paragraphs>21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도배(벽-거실)</vt:lpstr>
      <vt:lpstr> 도배(벽-방2곳) </vt:lpstr>
      <vt:lpstr> 도배(천정-거실) </vt:lpstr>
      <vt:lpstr> 도배(천정-방2곳) </vt:lpstr>
      <vt:lpstr>장판(거실)</vt:lpstr>
      <vt:lpstr>장판(방2곳)</vt:lpstr>
      <vt:lpstr>도색(앞, 뒤베란다 걸레받이 및 벽면 부분도색(앞, 뒤베란다 창고바닥포함))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378</cp:revision>
  <cp:lastPrinted>2022-08-17T04:02:57Z</cp:lastPrinted>
  <dcterms:created xsi:type="dcterms:W3CDTF">2012-05-23T04:33:26Z</dcterms:created>
  <dcterms:modified xsi:type="dcterms:W3CDTF">2026-06-08T05:25:50Z</dcterms:modified>
</cp:coreProperties>
</file>