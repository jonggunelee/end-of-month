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4" r:id="rId6"/>
    <p:sldId id="265" r:id="rId7"/>
    <p:sldId id="260" r:id="rId8"/>
    <p:sldId id="261" r:id="rId9"/>
    <p:sldId id="262" r:id="rId10"/>
  </p:sldIdLst>
  <p:sldSz cx="9144000" cy="6858000" type="screen4x3"/>
  <p:notesSz cx="6797675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84" autoAdjust="0"/>
    <p:restoredTop sz="94560" autoAdjust="0"/>
  </p:normalViewPr>
  <p:slideViewPr>
    <p:cSldViewPr>
      <p:cViewPr varScale="1">
        <p:scale>
          <a:sx n="108" d="100"/>
          <a:sy n="108" d="100"/>
        </p:scale>
        <p:origin x="186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37F53239-4CF9-91F5-3C48-B2EFF4065BA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5CED344-3FAA-7C33-921F-3C64B8BD80E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1275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C4DB5EA8-BA1B-4304-910C-FF5D2D6075D5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0465719F-1B80-2AB3-90B5-B352E4FE9E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5935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12" tIns="45656" rIns="91312" bIns="45656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FC3237B7-A1D5-430C-127F-F53B83A6A1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312" tIns="45656" rIns="91312" bIns="45656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5BB32D4-1346-E625-5CB0-DFB02F6B7CF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2391CF1-20A7-C224-7F1D-390FF625CF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1275" y="9428163"/>
            <a:ext cx="2944813" cy="496887"/>
          </a:xfrm>
          <a:prstGeom prst="rect">
            <a:avLst/>
          </a:prstGeom>
        </p:spPr>
        <p:txBody>
          <a:bodyPr vert="horz" wrap="square" lIns="91312" tIns="45656" rIns="91312" bIns="45656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34C6F3F7-AECA-4AED-B181-F4DF68DCF6C3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C9CC07A4-75D9-7970-3E8C-5279510F4B9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D72D99B0-005D-6C53-7C71-F02092B1C3E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6CA0A96F-87BF-0758-DBC5-1476031627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9F39E14A-91BE-42DF-A6B4-4B2CCC62B28E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AA82F4-969B-90B0-675E-8C9362443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63C6EB-958D-4345-ABB6-ACB5A6C64ACC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142E89-E196-96C6-EC71-292D21350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A3DAFB-2FC9-15B0-F09D-05BD84353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956DB0-E7D8-455A-8B61-5364FA96F0D9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5434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4393A8-56A9-6BAB-9145-2FED31BDA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FDA8BF-4581-4513-B447-0917155656B7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E120F8-CA81-099A-E9CB-F55F5727E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3CF200-6C23-CBCB-1D84-C08D3C2D1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706BCD-C59B-441C-BA2C-B8BCA2CDA23A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5078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26B40A-0BE3-5D84-591D-8F2A29C90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02E76E-42C3-4246-BF25-016E7F317247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527786-9823-8FA5-58FC-B9E0A57D6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4C9303-0591-4322-0090-7DEA897EC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691400-4127-4CA8-A171-B40BE3C71373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8814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5467166D-D91B-150A-DA7A-82043C84D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B2A13A-1E3F-4796-9D2A-97125C825DF2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68245EA7-8951-24CE-3016-78EE99A58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82AC8D45-64F2-1F68-9695-36CF49C25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00FA92-2BB4-4270-870E-264CDCB1C7E0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1380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ED0ED452-E9EA-C6CE-28B8-DD4F25E31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94DFFD-017C-4150-9F54-632A739E8C3D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EB04F4DE-3C07-8F11-A2F2-5A4610103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68C011D5-6383-8DFE-8A9C-85D6E33F2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0BDEB9-8ECB-4460-B719-2FF4401C8F56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7677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4FE1B2C0-1A56-04D5-8580-77F9FE23A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CD9157-049F-40F6-ACFB-8BD472C43B42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024B978D-F680-AED5-E596-DE19902E9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A3C7221A-061D-54E6-0393-EBB4CABF4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CBC181-7120-4945-940C-E1B920018DED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4010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28B4DF9B-E413-43DF-6139-B39D7A426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AE6001-2469-433D-B7C1-0E2C2A08211F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8EE04D32-C654-EFA5-943E-34B51B158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6709C1B8-2051-BBA3-F87F-D465B9179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E5B429-F6E1-4F8E-AA65-EDBC61E33AC0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5115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9B0FAC98-4AF8-35E7-DE72-21FC4CCD8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7F1C0D-D71D-4D55-AC6B-2ED54561C6B9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53FEB7C5-59E8-1340-7B35-5B6F49C51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53723E33-BA54-684F-0994-30DFA48A1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CC1031-7B31-4D20-BE40-9B74F9F968C9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4383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0F9137D5-0FE5-D7AC-B1ED-466EC7E11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5207B3-F2D0-49F4-8F75-68712E64CAA9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5EEFDE6C-8A52-9648-BFB9-DFDDF8055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58011AAA-B902-4978-B430-DD21C715D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BFBF85-CFC2-4824-8B01-A92D52FEB38D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7859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430C97-0727-CBCD-424B-C330769B4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7F97EA-DEB8-41A3-8362-0BF810C465C0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0786D2-475B-0E02-DFA0-4AE83F1C9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7BE656-4CCE-2F39-8272-1F49FA9D5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A8025F-2330-4DD1-B324-E5A01E419B0D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6473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4B9BF8-B0E8-B259-BA26-9D18B8B3D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20552C-09AD-4DD5-BE2C-B7CFCF502792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06FDD4-AE70-360D-FAA8-7692C4DFF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AD8BE5-7FDE-7F92-ACB0-76C0B5357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67AFC1-E67A-4826-8B71-43DA16AA732A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489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4E65E00E-AAEB-60CE-FABA-615751B8E275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2AD1BFB8-BAE9-3612-AA1C-A7F470C82B3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0AC485A-7D29-9553-4C7A-33537B8576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9E2EC442-4567-4C61-A483-D7B0D5C812B6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647FCE-ADA6-EC53-5EDC-E621F929C2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4322F1-7AAF-94D3-65C3-66D578B950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E042316D-B33D-4A62-8073-6F91DD896DFC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62C52CE0-00E3-40F6-68BF-F9569F6DE9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1665288"/>
            <a:ext cx="6192838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7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305</a:t>
            </a:r>
            <a:r>
              <a:rPr kumimoji="0" lang="ko-KR" altLang="en-US" sz="3000" b="1"/>
              <a:t>호 수장공사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2216E7F6-812D-6073-4E08-7BA183E4C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8DC173C4-B2E8-0639-8C15-15A93ECEF9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2026. 06. 18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8751AA17-F489-28FC-1DD4-9AD41A5348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7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305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0CAE1FCB-2CB8-8215-67B0-E4EC82BED4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06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18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8A27FDBC-B5E4-7E7F-ABEB-D8DB4EF957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04D0D891-3117-525C-E25B-A45DEFF5E4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368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7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305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56F16B26-34C3-6BD1-107A-338DD4078A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852738"/>
            <a:ext cx="86677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벽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2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천정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2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장판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2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  <a:r>
              <a:rPr kumimoji="0" lang="ko-KR" altLang="en-US" sz="1200" b="1"/>
              <a:t>도색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앞베란다 부분도색</a:t>
            </a:r>
            <a:r>
              <a:rPr kumimoji="0" lang="en-US" altLang="ko-KR" sz="1200" b="1"/>
              <a:t>) </a:t>
            </a:r>
            <a:r>
              <a:rPr kumimoji="0" lang="ko-KR" altLang="en-US" sz="1200" b="1"/>
              <a:t>보수 공사 요함</a:t>
            </a:r>
            <a:r>
              <a:rPr kumimoji="0" lang="en-US" altLang="ko-KR" sz="1200" b="1"/>
              <a:t> </a:t>
            </a:r>
          </a:p>
        </p:txBody>
      </p:sp>
      <p:sp>
        <p:nvSpPr>
          <p:cNvPr id="5127" name="TextBox 4">
            <a:extLst>
              <a:ext uri="{FF2B5EF4-FFF2-40B4-BE49-F238E27FC236}">
                <a16:creationId xmlns:a16="http://schemas.microsoft.com/office/drawing/2014/main" id="{5B2647B4-906D-575C-18F0-C1D2E2F342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060575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8" name="TextBox 21">
            <a:extLst>
              <a:ext uri="{FF2B5EF4-FFF2-40B4-BE49-F238E27FC236}">
                <a16:creationId xmlns:a16="http://schemas.microsoft.com/office/drawing/2014/main" id="{76D705D2-F35C-5D1E-BBA5-10677D6757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468563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2AC3100-A712-CA2A-D918-B7470E07E456}"/>
              </a:ext>
            </a:extLst>
          </p:cNvPr>
          <p:cNvSpPr/>
          <p:nvPr/>
        </p:nvSpPr>
        <p:spPr bwMode="auto">
          <a:xfrm>
            <a:off x="3316288" y="4564063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11" name="아래쪽 화살표 10">
            <a:extLst>
              <a:ext uri="{FF2B5EF4-FFF2-40B4-BE49-F238E27FC236}">
                <a16:creationId xmlns:a16="http://schemas.microsoft.com/office/drawing/2014/main" id="{6A03C577-229A-EC74-19C8-63966A146D58}"/>
              </a:ext>
            </a:extLst>
          </p:cNvPr>
          <p:cNvSpPr/>
          <p:nvPr/>
        </p:nvSpPr>
        <p:spPr>
          <a:xfrm>
            <a:off x="4176713" y="5518150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5131" name="TextBox 45">
            <a:extLst>
              <a:ext uri="{FF2B5EF4-FFF2-40B4-BE49-F238E27FC236}">
                <a16:creationId xmlns:a16="http://schemas.microsoft.com/office/drawing/2014/main" id="{E2FA542C-7BC1-34BB-7CC0-0445260D68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488" y="3652838"/>
            <a:ext cx="8456612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56108A-E7C1-D5F4-6B29-7E4491B4E2DE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벽</a:t>
            </a:r>
            <a:r>
              <a:rPr lang="en-US" altLang="ko-KR" b="1" dirty="0"/>
              <a:t>-</a:t>
            </a:r>
            <a:r>
              <a:rPr lang="ko-KR" altLang="en-US" b="1" dirty="0"/>
              <a:t>거실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DF9DD4C-4574-F63E-98FF-BC875A7992FF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내용 개체 틀 2">
            <a:extLst>
              <a:ext uri="{FF2B5EF4-FFF2-40B4-BE49-F238E27FC236}">
                <a16:creationId xmlns:a16="http://schemas.microsoft.com/office/drawing/2014/main" id="{A1D4813E-7342-E4D5-71C2-7A92C531E4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00200"/>
            <a:ext cx="8207375" cy="4525963"/>
          </a:xfrm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4F1275FC-DF58-73F9-2D35-58F4A0383722}"/>
              </a:ext>
            </a:extLst>
          </p:cNvPr>
          <p:cNvSpPr/>
          <p:nvPr/>
        </p:nvSpPr>
        <p:spPr>
          <a:xfrm>
            <a:off x="2411413" y="2276475"/>
            <a:ext cx="3889375" cy="37449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06D411-3B1D-603E-D95F-8F9A398F184B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/>
            </a:b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벽</a:t>
            </a:r>
            <a:r>
              <a:rPr lang="en-US" altLang="ko-KR" b="1" dirty="0"/>
              <a:t>-</a:t>
            </a:r>
            <a:r>
              <a:rPr lang="ko-KR" altLang="en-US" b="1" dirty="0"/>
              <a:t>방</a:t>
            </a:r>
            <a:r>
              <a:rPr lang="en-US" altLang="ko-KR" b="1" dirty="0"/>
              <a:t>2</a:t>
            </a:r>
            <a:r>
              <a:rPr lang="ko-KR" altLang="en-US" b="1" dirty="0"/>
              <a:t>곳</a:t>
            </a:r>
            <a:r>
              <a:rPr lang="en-US" altLang="ko-KR" b="1" dirty="0"/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E732140-8B5A-563C-40AD-E6342DA25515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7172" name="그림 2">
            <a:extLst>
              <a:ext uri="{FF2B5EF4-FFF2-40B4-BE49-F238E27FC236}">
                <a16:creationId xmlns:a16="http://schemas.microsoft.com/office/drawing/2014/main" id="{90AB05D1-C5F2-697B-EFBE-BDC5CA58BB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628775"/>
            <a:ext cx="8207375" cy="446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1261773B-0BFC-5436-6FD0-0C0DFC74BF5E}"/>
              </a:ext>
            </a:extLst>
          </p:cNvPr>
          <p:cNvSpPr/>
          <p:nvPr/>
        </p:nvSpPr>
        <p:spPr>
          <a:xfrm>
            <a:off x="2195513" y="3644900"/>
            <a:ext cx="5040312" cy="10795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7D6112-2812-9295-CB4A-5C0154FA255E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/>
            </a:b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천정</a:t>
            </a:r>
            <a:r>
              <a:rPr lang="en-US" altLang="ko-KR" b="1" dirty="0"/>
              <a:t>-</a:t>
            </a:r>
            <a:r>
              <a:rPr lang="ko-KR" altLang="en-US" b="1" dirty="0"/>
              <a:t>거실</a:t>
            </a:r>
            <a:r>
              <a:rPr lang="en-US" altLang="ko-KR" b="1" dirty="0"/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82007EC-652E-7C1D-FB27-E1468A8ED73E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8196" name="그림 2">
            <a:extLst>
              <a:ext uri="{FF2B5EF4-FFF2-40B4-BE49-F238E27FC236}">
                <a16:creationId xmlns:a16="http://schemas.microsoft.com/office/drawing/2014/main" id="{C92796FF-3D38-BA5A-0A26-03329453AB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628775"/>
            <a:ext cx="8207375" cy="446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C4A3CE45-ED10-FA7D-2C79-7C8658E7663A}"/>
              </a:ext>
            </a:extLst>
          </p:cNvPr>
          <p:cNvSpPr/>
          <p:nvPr/>
        </p:nvSpPr>
        <p:spPr>
          <a:xfrm>
            <a:off x="1758950" y="3078163"/>
            <a:ext cx="5472113" cy="20891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30650F-8D51-1D73-AE3A-8432B16ED8DB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/>
            </a:b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천정</a:t>
            </a:r>
            <a:r>
              <a:rPr lang="en-US" altLang="ko-KR" b="1" dirty="0"/>
              <a:t>-</a:t>
            </a:r>
            <a:r>
              <a:rPr lang="ko-KR" altLang="en-US" b="1" dirty="0"/>
              <a:t>방</a:t>
            </a:r>
            <a:r>
              <a:rPr lang="en-US" altLang="ko-KR" b="1" dirty="0"/>
              <a:t>2</a:t>
            </a:r>
            <a:r>
              <a:rPr lang="ko-KR" altLang="en-US" b="1" dirty="0"/>
              <a:t>곳</a:t>
            </a:r>
            <a:r>
              <a:rPr lang="en-US" altLang="ko-KR" b="1" dirty="0"/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5889992-BDF5-DF12-DC82-BF014ED3C843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9220" name="그림 2">
            <a:extLst>
              <a:ext uri="{FF2B5EF4-FFF2-40B4-BE49-F238E27FC236}">
                <a16:creationId xmlns:a16="http://schemas.microsoft.com/office/drawing/2014/main" id="{EA41DE9B-8C49-D9D5-4AED-D95A531C32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28775"/>
            <a:ext cx="8218488" cy="446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17AF10BF-5B58-4FFA-F0E2-1E3549AD33F2}"/>
              </a:ext>
            </a:extLst>
          </p:cNvPr>
          <p:cNvSpPr/>
          <p:nvPr/>
        </p:nvSpPr>
        <p:spPr>
          <a:xfrm>
            <a:off x="1547813" y="2997200"/>
            <a:ext cx="6553200" cy="23764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69967B-9F70-34ED-2493-F127584CE4D0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>
                <a:latin typeface="+mj-ea"/>
              </a:rPr>
              <a:t>장판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>
                <a:latin typeface="+mj-ea"/>
              </a:rPr>
              <a:t>거실</a:t>
            </a:r>
            <a:r>
              <a:rPr lang="en-US" altLang="ko-KR" b="1" dirty="0">
                <a:latin typeface="+mj-ea"/>
              </a:rPr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35DF874-57CD-99C1-7B02-00CDD73922A4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0244" name="내용 개체 틀 2">
            <a:extLst>
              <a:ext uri="{FF2B5EF4-FFF2-40B4-BE49-F238E27FC236}">
                <a16:creationId xmlns:a16="http://schemas.microsoft.com/office/drawing/2014/main" id="{C152D235-8753-3F0F-763A-AD4D13742C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600200"/>
            <a:ext cx="8218488" cy="4525963"/>
          </a:xfrm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6B129CA4-057A-4CEC-F701-7D2D67F1282B}"/>
              </a:ext>
            </a:extLst>
          </p:cNvPr>
          <p:cNvSpPr/>
          <p:nvPr/>
        </p:nvSpPr>
        <p:spPr>
          <a:xfrm>
            <a:off x="2771775" y="2133600"/>
            <a:ext cx="5761038" cy="31670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CEF34F-ED08-14EF-8D29-788FF662C215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/>
              <a:t>장판</a:t>
            </a:r>
            <a:r>
              <a:rPr lang="en-US" altLang="ko-KR" b="1" dirty="0"/>
              <a:t>(</a:t>
            </a:r>
            <a:r>
              <a:rPr lang="ko-KR" altLang="en-US" b="1" dirty="0"/>
              <a:t>방</a:t>
            </a:r>
            <a:r>
              <a:rPr lang="en-US" altLang="ko-KR" b="1" dirty="0"/>
              <a:t>2</a:t>
            </a:r>
            <a:r>
              <a:rPr lang="ko-KR" altLang="en-US" b="1" dirty="0"/>
              <a:t>곳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AA6B644-E697-FE7D-DD49-F2B83D461C89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1268" name="내용 개체 틀 2">
            <a:extLst>
              <a:ext uri="{FF2B5EF4-FFF2-40B4-BE49-F238E27FC236}">
                <a16:creationId xmlns:a16="http://schemas.microsoft.com/office/drawing/2014/main" id="{79C259D1-64EC-D5A5-D03D-3833692BFE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00200"/>
            <a:ext cx="8218487" cy="4525963"/>
          </a:xfrm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20EB5269-465F-2158-1AA0-3B787622A98B}"/>
              </a:ext>
            </a:extLst>
          </p:cNvPr>
          <p:cNvSpPr/>
          <p:nvPr/>
        </p:nvSpPr>
        <p:spPr>
          <a:xfrm>
            <a:off x="2843213" y="3284538"/>
            <a:ext cx="3673475" cy="216058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04670B-5F4E-0ED5-55BA-A7B45316C867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 err="1">
                <a:latin typeface="+mj-ea"/>
              </a:rPr>
              <a:t>앞베란다</a:t>
            </a:r>
            <a:r>
              <a:rPr lang="ko-KR" altLang="en-US" b="1" dirty="0">
                <a:latin typeface="+mj-ea"/>
              </a:rPr>
              <a:t> 부분 도색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1270D93-DD07-47F1-B948-3E662370B72F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2292" name="내용 개체 틀 2">
            <a:extLst>
              <a:ext uri="{FF2B5EF4-FFF2-40B4-BE49-F238E27FC236}">
                <a16:creationId xmlns:a16="http://schemas.microsoft.com/office/drawing/2014/main" id="{CB3873B8-1974-999E-D1F4-614F5E0848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00200"/>
            <a:ext cx="8207375" cy="4525963"/>
          </a:xfrm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44B19769-6DC1-2688-FB98-0B096921CE86}"/>
              </a:ext>
            </a:extLst>
          </p:cNvPr>
          <p:cNvSpPr/>
          <p:nvPr/>
        </p:nvSpPr>
        <p:spPr>
          <a:xfrm>
            <a:off x="4859338" y="4797425"/>
            <a:ext cx="1728787" cy="10080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2038</TotalTime>
  <Words>172</Words>
  <Application>Microsoft Office PowerPoint</Application>
  <PresentationFormat>화면 슬라이드 쇼(4:3)</PresentationFormat>
  <Paragraphs>21</Paragraphs>
  <Slides>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굴림</vt:lpstr>
      <vt:lpstr>Arial</vt:lpstr>
      <vt:lpstr>맑은 고딕</vt:lpstr>
      <vt:lpstr>Office 테마</vt:lpstr>
      <vt:lpstr>PowerPoint 프레젠테이션</vt:lpstr>
      <vt:lpstr>PowerPoint 프레젠테이션</vt:lpstr>
      <vt:lpstr>도배(벽-거실)</vt:lpstr>
      <vt:lpstr> 도배(벽-방2곳) </vt:lpstr>
      <vt:lpstr> 도배(천정-거실) </vt:lpstr>
      <vt:lpstr> 도배(천정-방2곳) </vt:lpstr>
      <vt:lpstr>장판(거실)</vt:lpstr>
      <vt:lpstr>장판(방2곳)</vt:lpstr>
      <vt:lpstr>앞베란다 부분 도색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</dc:creator>
  <cp:lastModifiedBy>종근 이</cp:lastModifiedBy>
  <cp:revision>371</cp:revision>
  <cp:lastPrinted>2022-08-17T04:02:57Z</cp:lastPrinted>
  <dcterms:created xsi:type="dcterms:W3CDTF">2012-05-23T04:33:26Z</dcterms:created>
  <dcterms:modified xsi:type="dcterms:W3CDTF">2026-06-23T03:27:06Z</dcterms:modified>
</cp:coreProperties>
</file>