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2-105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:</a:t>
            </a:r>
            <a:r>
              <a:rPr lang="ko-KR" altLang="en-US" sz="1000"/>
              <a:t>거실옆방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천장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거실옆방</a:t>
            </a:r>
            <a:r>
              <a:rPr lang="en-US" altLang="ko-KR" sz="1000"/>
              <a:t>)_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.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뒤베란다문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부분도장</a:t>
            </a:r>
            <a:r>
              <a:rPr lang="en-US" altLang="ko-KR" sz="1000"/>
              <a:t>(</a:t>
            </a:r>
            <a:r>
              <a:rPr lang="ko-KR" altLang="en-US" sz="1000"/>
              <a:t>앞뒤베란다 벽면</a:t>
            </a:r>
            <a:r>
              <a:rPr lang="en-US" altLang="ko-KR" sz="1000"/>
              <a:t>))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2026-06-08T06:28:18Z</dcterms:modified>
</cp:coreProperties>
</file>