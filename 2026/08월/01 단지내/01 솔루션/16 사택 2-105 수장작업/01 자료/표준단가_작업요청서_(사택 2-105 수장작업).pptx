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1" r:id="rId4"/>
    <p:sldId id="270" r:id="rId5"/>
    <p:sldId id="271" r:id="rId6"/>
    <p:sldId id="264" r:id="rId7"/>
    <p:sldId id="265" r:id="rId8"/>
    <p:sldId id="266" r:id="rId9"/>
    <p:sldId id="268" r:id="rId10"/>
    <p:sldId id="269" r:id="rId11"/>
    <p:sldId id="272" r:id="rId12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8" d="100"/>
          <a:sy n="108" d="100"/>
        </p:scale>
        <p:origin x="186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39574BB-A21B-C91E-6A6A-180D9BD546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4FC107-D29B-9D2D-AE24-03C1C6A25AA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9D53D0B6-5F26-4529-B1F0-CD336C00220D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C832CE28-80F8-74FF-31FE-372843A6E6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80B20A5-B182-A3A9-C0B2-8C776160B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9153F3-35FE-C5A1-D969-CE715A98FD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55FDE9-B9A9-CE5F-2D47-A8F9BD529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9DCDD524-5CD7-458D-B1FE-F82B44C712A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154D2F6B-5E26-BBCB-55CB-64569B43FC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AD809DBD-9F8F-F564-71BF-DC42C9287D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56AC928B-67FD-EFAD-BA2A-BB2F93A35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1363" indent="-28416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398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5970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42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BF45698-C509-4313-B169-AF85ECDA409D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EDE7BF-F089-C1C0-F082-5BD9B3556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C15D0-75C7-4F0F-9884-421F1E437A9D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C55588-E331-2F60-08FF-B5BD4CFC5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D702C8-E0AF-681A-21E1-E7FC02B02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535B83-BA36-47C1-84AB-6C80B8FBC58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650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1B1BE6-21F3-6C31-0D8F-D43FC31C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5D011E-D9A8-427C-AD5B-43E2073627A3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A934A-540C-2CFF-DE4E-58C11CDF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A4BF9A-38A7-2BFD-855F-8420B60C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86166-D1A6-45AC-8901-B41E95D424D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49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E248A1-5F7F-B68D-5153-ED33AB7E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70473-8D2B-4941-A544-6944D4EB4E20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CCF8D-989F-B8CF-BA35-94C51CFE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D310AA-3654-68DA-4F3F-BC1B3A0D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2A4F5A-4CA4-4939-BA17-19D882262AB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12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7392B4A-57C3-E1B1-EB9A-6BF76353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FA3B5-2BB2-49B8-B168-2AD54FE97792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9CA6CC0-1540-08A0-EDF3-304D9CD74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94996A7-1A40-FA77-7295-89930140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80E147-D32D-4BC4-BD12-D6302ABA525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8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4EB1FA05-AB30-797A-A595-C2A9D94DB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689CC-D873-4FE7-86EB-FD4B61B830A8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6D893C93-6A75-0117-A07B-571F5A10A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7E949BFB-D7ED-CC2F-799B-09FDAF9B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F692BC-9041-4D5A-82E2-607D59377F9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162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C589CB64-2493-CC6B-2F5B-AD04AF4F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A2C72-A96B-4CBF-AD6C-94C23BF3FEBF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58A48550-7F50-37B7-B8D0-C967FC522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B94FBADD-8CB3-4747-4744-4C1EA141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EA5B9D-CDC2-4BB3-A9C8-956108CD9CB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732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F57B125-2B03-5309-2994-761ADE8A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218178-FD18-4BAC-B16D-8D33E0EDA6A4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717DCAA5-2023-3247-187B-7475194C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016530D0-E09D-1524-66E4-6F97E976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B6B55-6C02-4606-9303-D8FE72304C7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701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8CAC1BF-64C3-EB7B-8558-BDD333F6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AE7EEB-BA34-4E04-9CC3-C3C32521EDAC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ED06DFC-9C80-370A-2F5C-0BCDF929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3F18663-DF48-98E1-C683-21BF3E92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92CC70-B2BA-4F5E-A297-FF0BEE70FC0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858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CAC4F74-94C1-CCE5-D1C7-A92A28D0A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E8EE3-D615-40FA-A014-8E9507CBECF9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3AFD753-7810-F0BA-5B6C-776D3E93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6B03FD2-6889-47C4-8B18-0F62CCE0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4AC81E-D951-46BB-9634-89A24D5859A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06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6E81CB-442B-5581-C294-9EEC45BA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DC422-3F38-4951-8BE3-54E66CF95648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44BFF-5B45-4974-3707-B30114F9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6E54F-053B-E5FA-C53E-D72680FBB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D61752-7DA9-49B5-90FD-C634067B32B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238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5C6F90-8528-6490-C621-67E8E29D7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3448C-2FC2-48EF-8709-37F359A84BCA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EEFB9F-848B-0C6A-1F61-F3F9D8343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42B8D7-CED5-4247-A9CD-46A868B32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749574-6E67-49BB-80F3-587FE4FB72A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638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8426EB0A-D565-8B30-25E2-AC8D2811EAC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78DF94AA-0DB7-98EB-ECCE-074AF97461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BB1F11-A225-0618-AE3C-60445E8B62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E00513C-419E-4EA9-80D3-18ADF4C7ECB9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69EB99-2CC8-24D3-A253-7362ED200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7FB795-DB29-9FC9-5B38-298C42E9D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2BAACAD-BC8D-48E5-992C-DB327AF66FB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F697A618-42FA-A118-87C0-EA71AF79F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665288"/>
            <a:ext cx="5903913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105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BEFE14E5-6DC3-0446-F55F-EFBA2AC58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F910BBF5-7B5F-426F-8824-B41325706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C84F539-26ED-D05D-3065-5346F15AF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28D47B43-AC41-D6D6-B4C7-E9BB3D879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4C4F9979-8526-66AE-E119-05C05075A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0B7BFA25-ED8C-CBF0-1668-84EB160E9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545EF62B-C0E3-0472-6D73-5EC6C039D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5913"/>
            <a:ext cx="84534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:</a:t>
            </a:r>
            <a:r>
              <a:rPr kumimoji="0" lang="ko-KR" altLang="en-US" sz="1200" b="1"/>
              <a:t>거실옆방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천장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거실옆방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뒤베란다문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현관 방화문내부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부분도색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앞뒤베란다 벽면</a:t>
            </a:r>
            <a:r>
              <a:rPr kumimoji="0" lang="en-US" altLang="ko-KR" sz="1200" b="1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67C41C86-3C1C-AD74-B671-610F09BB1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77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31E029D-CF04-B942-653E-327DE1D5E65F}"/>
              </a:ext>
            </a:extLst>
          </p:cNvPr>
          <p:cNvSpPr/>
          <p:nvPr/>
        </p:nvSpPr>
        <p:spPr bwMode="auto">
          <a:xfrm>
            <a:off x="3316288" y="4579938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52" name="아래쪽 화살표 51">
            <a:extLst>
              <a:ext uri="{FF2B5EF4-FFF2-40B4-BE49-F238E27FC236}">
                <a16:creationId xmlns:a16="http://schemas.microsoft.com/office/drawing/2014/main" id="{58848047-34D3-87F9-14A7-C3609D4D0CC6}"/>
              </a:ext>
            </a:extLst>
          </p:cNvPr>
          <p:cNvSpPr/>
          <p:nvPr/>
        </p:nvSpPr>
        <p:spPr>
          <a:xfrm>
            <a:off x="4176713" y="56610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0" name="TextBox 4">
            <a:extLst>
              <a:ext uri="{FF2B5EF4-FFF2-40B4-BE49-F238E27FC236}">
                <a16:creationId xmlns:a16="http://schemas.microsoft.com/office/drawing/2014/main" id="{4CB18246-493E-BCEA-01A4-7AE601687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31670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  </a:t>
            </a:r>
            <a:r>
              <a:rPr kumimoji="0" lang="ko-KR" altLang="en-US" sz="1200" b="1"/>
              <a:t>년    월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  <p:sp>
        <p:nvSpPr>
          <p:cNvPr id="5131" name="TextBox 21">
            <a:extLst>
              <a:ext uri="{FF2B5EF4-FFF2-40B4-BE49-F238E27FC236}">
                <a16:creationId xmlns:a16="http://schemas.microsoft.com/office/drawing/2014/main" id="{59FDB580-537B-BEE6-8BBB-7F1963476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38400"/>
            <a:ext cx="3376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  </a:t>
            </a:r>
            <a:r>
              <a:rPr kumimoji="0" lang="ko-KR" altLang="en-US" sz="1200" b="1"/>
              <a:t>년    월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FC4FB813-6646-7019-5D75-2CC7E0E3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1143000"/>
          </a:xfrm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도배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벽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1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D7BA0B-E387-DF5F-0484-AD2CA22553D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2">
            <a:extLst>
              <a:ext uri="{FF2B5EF4-FFF2-40B4-BE49-F238E27FC236}">
                <a16:creationId xmlns:a16="http://schemas.microsoft.com/office/drawing/2014/main" id="{6291AB16-9501-4D02-670C-C33295FC2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92625"/>
          </a:xfr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680B80C-081D-7D9F-9FE0-4DF6E75C4D90}"/>
              </a:ext>
            </a:extLst>
          </p:cNvPr>
          <p:cNvSpPr/>
          <p:nvPr/>
        </p:nvSpPr>
        <p:spPr>
          <a:xfrm>
            <a:off x="2843213" y="2997200"/>
            <a:ext cx="3529012" cy="14398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0A20084-4F80-019A-C8D6-AFEB4B91BF4D}"/>
              </a:ext>
            </a:extLst>
          </p:cNvPr>
          <p:cNvSpPr/>
          <p:nvPr/>
        </p:nvSpPr>
        <p:spPr>
          <a:xfrm>
            <a:off x="6597650" y="4662488"/>
            <a:ext cx="1081088" cy="3603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6352E026-6283-6BBD-F505-B8879F334E9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도배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천장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E807CF-62F1-B3B8-D1BF-6CDA73DDB5E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내용 개체 틀 2">
            <a:extLst>
              <a:ext uri="{FF2B5EF4-FFF2-40B4-BE49-F238E27FC236}">
                <a16:creationId xmlns:a16="http://schemas.microsoft.com/office/drawing/2014/main" id="{C0DB7F23-0A4E-D6C7-A621-D147870C6A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4DC3E7C8-A193-D079-C29A-486DD74FA9CA}"/>
              </a:ext>
            </a:extLst>
          </p:cNvPr>
          <p:cNvSpPr/>
          <p:nvPr/>
        </p:nvSpPr>
        <p:spPr>
          <a:xfrm>
            <a:off x="3563938" y="3429000"/>
            <a:ext cx="2232025" cy="1368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AEC44338-149B-1175-9799-E42D8013828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도배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천장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1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AB0856-C6FF-94B5-F6D0-8E56CD46BB2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내용 개체 틀 2">
            <a:extLst>
              <a:ext uri="{FF2B5EF4-FFF2-40B4-BE49-F238E27FC236}">
                <a16:creationId xmlns:a16="http://schemas.microsoft.com/office/drawing/2014/main" id="{3AAB1A91-E5B2-B9D1-DB88-93CB07420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B69EEAB2-4CDD-45DA-4A10-5A17D83FFDB5}"/>
              </a:ext>
            </a:extLst>
          </p:cNvPr>
          <p:cNvSpPr/>
          <p:nvPr/>
        </p:nvSpPr>
        <p:spPr>
          <a:xfrm>
            <a:off x="2124075" y="3357563"/>
            <a:ext cx="5616575" cy="7191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D9A79260-0B9D-AA0C-D056-372BA336930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4000" b="1" dirty="0">
                <a:latin typeface="+mj-ea"/>
              </a:rPr>
              <a:t>장판</a:t>
            </a:r>
            <a:r>
              <a:rPr lang="en-US" altLang="ko-KR" sz="4000" b="1" dirty="0">
                <a:latin typeface="+mj-ea"/>
              </a:rPr>
              <a:t>(</a:t>
            </a:r>
            <a:r>
              <a:rPr lang="ko-KR" altLang="en-US" sz="4000" b="1" dirty="0">
                <a:latin typeface="+mj-ea"/>
              </a:rPr>
              <a:t>거실</a:t>
            </a:r>
            <a:r>
              <a:rPr lang="en-US" altLang="ko-KR" sz="4000" b="1" dirty="0">
                <a:latin typeface="+mj-ea"/>
              </a:rPr>
              <a:t>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AAF5F5-E0CE-13D3-A094-7247874C2BA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그림 7">
            <a:extLst>
              <a:ext uri="{FF2B5EF4-FFF2-40B4-BE49-F238E27FC236}">
                <a16:creationId xmlns:a16="http://schemas.microsoft.com/office/drawing/2014/main" id="{B97CD06E-FDC1-FBF6-8E14-73E0685A3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1643063"/>
            <a:ext cx="8197850" cy="444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2CE538D7-19C4-5931-B6C1-C853B9A4A9B8}"/>
              </a:ext>
            </a:extLst>
          </p:cNvPr>
          <p:cNvSpPr/>
          <p:nvPr/>
        </p:nvSpPr>
        <p:spPr>
          <a:xfrm>
            <a:off x="3563938" y="3284538"/>
            <a:ext cx="2016125" cy="1368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DBD53BAA-DE8E-F5F6-AB41-69C3094B093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2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6071B2-473E-763F-1F4C-7E4EEBB3B1C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내용 개체 틀 7">
            <a:extLst>
              <a:ext uri="{FF2B5EF4-FFF2-40B4-BE49-F238E27FC236}">
                <a16:creationId xmlns:a16="http://schemas.microsoft.com/office/drawing/2014/main" id="{28DA5617-410B-73B1-37A6-389A57736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B8B3C6B0-3BA8-26E5-5F61-37E23DCAD472}"/>
              </a:ext>
            </a:extLst>
          </p:cNvPr>
          <p:cNvSpPr/>
          <p:nvPr/>
        </p:nvSpPr>
        <p:spPr>
          <a:xfrm>
            <a:off x="3492500" y="3500438"/>
            <a:ext cx="1943100" cy="1368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A354CFF7-32A3-A619-D443-604B9C852EF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3600" b="1" dirty="0"/>
              <a:t>도색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문</a:t>
            </a:r>
            <a:r>
              <a:rPr lang="en-US" altLang="ko-KR" sz="3600" b="1" dirty="0"/>
              <a:t>,</a:t>
            </a:r>
            <a:r>
              <a:rPr lang="ko-KR" altLang="en-US" sz="3600" b="1" dirty="0"/>
              <a:t>문틀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방</a:t>
            </a:r>
            <a:r>
              <a:rPr lang="en-US" altLang="ko-KR" sz="3600" b="1" dirty="0"/>
              <a:t>2</a:t>
            </a:r>
            <a:r>
              <a:rPr lang="ko-KR" altLang="en-US" sz="3600" b="1" dirty="0"/>
              <a:t>곳</a:t>
            </a:r>
            <a:r>
              <a:rPr lang="en-US" altLang="ko-KR" sz="3600" b="1" dirty="0"/>
              <a:t>, </a:t>
            </a:r>
            <a:r>
              <a:rPr lang="ko-KR" altLang="en-US" sz="3600" b="1" dirty="0" err="1"/>
              <a:t>뒤베란다문</a:t>
            </a:r>
            <a:r>
              <a:rPr lang="en-US" altLang="ko-KR" sz="3600" b="1" dirty="0"/>
              <a:t>1</a:t>
            </a:r>
            <a:r>
              <a:rPr lang="ko-KR" altLang="en-US" sz="3600" b="1" dirty="0"/>
              <a:t>곳</a:t>
            </a:r>
            <a:r>
              <a:rPr lang="en-US" altLang="ko-KR" sz="3600" b="1" dirty="0"/>
              <a:t>))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A14283-5873-609E-4E7B-793D896C823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내용 개체 틀 4">
            <a:extLst>
              <a:ext uri="{FF2B5EF4-FFF2-40B4-BE49-F238E27FC236}">
                <a16:creationId xmlns:a16="http://schemas.microsoft.com/office/drawing/2014/main" id="{D24893B1-3368-A166-3C1F-6A6154B2C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068B443B-7BDF-56F2-8DCD-EDBEB4BD823E}"/>
              </a:ext>
            </a:extLst>
          </p:cNvPr>
          <p:cNvSpPr/>
          <p:nvPr/>
        </p:nvSpPr>
        <p:spPr>
          <a:xfrm>
            <a:off x="971550" y="4652963"/>
            <a:ext cx="6192838" cy="936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BB37AFE5-942E-C5AD-AD18-1E79BAC9F3E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br>
              <a:rPr lang="en-US" altLang="ko-KR" sz="3600" b="1" dirty="0">
                <a:latin typeface="+mj-ea"/>
              </a:rPr>
            </a:br>
            <a:r>
              <a:rPr lang="ko-KR" altLang="en-US" sz="3600" b="1" dirty="0">
                <a:latin typeface="+mj-ea"/>
              </a:rPr>
              <a:t>도색</a:t>
            </a:r>
            <a:r>
              <a:rPr lang="en-US" altLang="ko-KR" sz="3600" b="1" dirty="0">
                <a:latin typeface="+mj-ea"/>
              </a:rPr>
              <a:t>(</a:t>
            </a:r>
            <a:r>
              <a:rPr lang="ko-KR" altLang="en-US" sz="3600" b="1" dirty="0" err="1">
                <a:latin typeface="+mj-ea"/>
              </a:rPr>
              <a:t>방화문내부</a:t>
            </a:r>
            <a:r>
              <a:rPr lang="en-US" altLang="ko-KR" sz="3600" b="1" dirty="0">
                <a:latin typeface="+mj-ea"/>
              </a:rPr>
              <a:t>)</a:t>
            </a:r>
            <a:br>
              <a:rPr lang="ko-KR" altLang="en-US" sz="3600" b="1" dirty="0">
                <a:latin typeface="+mj-ea"/>
              </a:rPr>
            </a:b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7265E3-FCFA-BAE0-C7FC-66694D59D2D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내용 개체 틀 4">
            <a:extLst>
              <a:ext uri="{FF2B5EF4-FFF2-40B4-BE49-F238E27FC236}">
                <a16:creationId xmlns:a16="http://schemas.microsoft.com/office/drawing/2014/main" id="{68C1E020-AB22-9883-0E2E-FC40CB3B1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18487" cy="4525963"/>
          </a:xfr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17B27CC-2A78-4DFC-ADF7-7537F5D13E9C}"/>
              </a:ext>
            </a:extLst>
          </p:cNvPr>
          <p:cNvSpPr/>
          <p:nvPr/>
        </p:nvSpPr>
        <p:spPr>
          <a:xfrm rot="939930">
            <a:off x="5689600" y="1638300"/>
            <a:ext cx="936625" cy="41767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221958D7-DF88-71F5-8463-25CD519DC21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3600" b="1" dirty="0">
                <a:latin typeface="+mj-ea"/>
              </a:rPr>
              <a:t>도색</a:t>
            </a:r>
            <a:r>
              <a:rPr lang="en-US" altLang="ko-KR" sz="3600" b="1" dirty="0">
                <a:latin typeface="+mj-ea"/>
              </a:rPr>
              <a:t>(</a:t>
            </a:r>
            <a:r>
              <a:rPr lang="ko-KR" altLang="en-US" sz="3600" b="1" dirty="0" err="1">
                <a:latin typeface="+mj-ea"/>
              </a:rPr>
              <a:t>앞베란다</a:t>
            </a:r>
            <a:r>
              <a:rPr lang="ko-KR" altLang="en-US" sz="3600" b="1" dirty="0">
                <a:latin typeface="+mj-ea"/>
              </a:rPr>
              <a:t> 벽면</a:t>
            </a:r>
            <a:r>
              <a:rPr lang="en-US" altLang="ko-KR" sz="3600" b="1" dirty="0">
                <a:latin typeface="+mj-ea"/>
              </a:rPr>
              <a:t>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D8D19E-2DAA-CC72-DAB2-6EEA27B486A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내용 개체 틀 2">
            <a:extLst>
              <a:ext uri="{FF2B5EF4-FFF2-40B4-BE49-F238E27FC236}">
                <a16:creationId xmlns:a16="http://schemas.microsoft.com/office/drawing/2014/main" id="{C133C800-F27B-8929-863F-A5F17B7FB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964EC4B4-E395-5CE6-0BE0-8B4978564608}"/>
              </a:ext>
            </a:extLst>
          </p:cNvPr>
          <p:cNvSpPr/>
          <p:nvPr/>
        </p:nvSpPr>
        <p:spPr>
          <a:xfrm>
            <a:off x="3059113" y="3716338"/>
            <a:ext cx="2592387" cy="17287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A97DC6A6-330E-FA3B-0390-3155C581311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3600" b="1" dirty="0">
                <a:latin typeface="+mj-ea"/>
              </a:rPr>
              <a:t>도색</a:t>
            </a:r>
            <a:r>
              <a:rPr lang="en-US" altLang="ko-KR" sz="3600" b="1" dirty="0">
                <a:latin typeface="+mj-ea"/>
              </a:rPr>
              <a:t>(</a:t>
            </a:r>
            <a:r>
              <a:rPr lang="ko-KR" altLang="en-US" sz="3600" b="1" dirty="0" err="1">
                <a:latin typeface="+mj-ea"/>
              </a:rPr>
              <a:t>뒷베란다</a:t>
            </a:r>
            <a:r>
              <a:rPr lang="ko-KR" altLang="en-US" sz="3600" b="1" dirty="0">
                <a:latin typeface="+mj-ea"/>
              </a:rPr>
              <a:t> 벽면</a:t>
            </a:r>
            <a:r>
              <a:rPr lang="en-US" altLang="ko-KR" sz="3600" b="1" dirty="0">
                <a:latin typeface="+mj-ea"/>
              </a:rPr>
              <a:t>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9A0CA6-EC73-AE26-82CA-5D60F9171AF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내용 개체 틀 2">
            <a:extLst>
              <a:ext uri="{FF2B5EF4-FFF2-40B4-BE49-F238E27FC236}">
                <a16:creationId xmlns:a16="http://schemas.microsoft.com/office/drawing/2014/main" id="{B18DA11C-E6E8-7AC3-92DA-B4D8B8D85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C3DEAAA-65E3-6983-0738-E3D06E873ACE}"/>
              </a:ext>
            </a:extLst>
          </p:cNvPr>
          <p:cNvSpPr/>
          <p:nvPr/>
        </p:nvSpPr>
        <p:spPr>
          <a:xfrm>
            <a:off x="3635375" y="3284538"/>
            <a:ext cx="1584325" cy="12969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2358</TotalTime>
  <Words>207</Words>
  <Application>Microsoft Office PowerPoint</Application>
  <PresentationFormat>화면 슬라이드 쇼(4:3)</PresentationFormat>
  <Paragraphs>24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도배(벽-방1곳)</vt:lpstr>
      <vt:lpstr>도배(천장-거실)</vt:lpstr>
      <vt:lpstr>도배(천장-방1곳)</vt:lpstr>
      <vt:lpstr>장판(거실)</vt:lpstr>
      <vt:lpstr>장판(방2곳)</vt:lpstr>
      <vt:lpstr>도색(문,문틀(방2곳, 뒤베란다문1곳))</vt:lpstr>
      <vt:lpstr> 도색(방화문내부) </vt:lpstr>
      <vt:lpstr>도색(앞베란다 벽면)</vt:lpstr>
      <vt:lpstr>도색(뒷베란다 벽면)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420</cp:revision>
  <cp:lastPrinted>2025-07-25T05:19:12Z</cp:lastPrinted>
  <dcterms:created xsi:type="dcterms:W3CDTF">2012-05-23T04:33:26Z</dcterms:created>
  <dcterms:modified xsi:type="dcterms:W3CDTF">2026-06-08T05:25:32Z</dcterms:modified>
</cp:coreProperties>
</file>