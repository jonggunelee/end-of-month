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AB</a:t>
            </a:r>
            <a:r>
              <a:rPr lang="ko-KR" altLang="en-US" b="1">
                <a:latin typeface="+mn-ea"/>
              </a:rPr>
              <a:t>동 고장 화재 수신기 복구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AB</a:t>
            </a:r>
            <a:r>
              <a:rPr lang="ko-KR" altLang="en-US" sz="1000" b="1">
                <a:latin typeface="+mn-ea"/>
              </a:rPr>
              <a:t>동 고장 화재 수신기 복구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• </a:t>
            </a:r>
            <a:r>
              <a:rPr lang="ko-KR" altLang="en-US" sz="1000"/>
              <a:t>수신기 입출력 데이터베이스 분석 결과입출 력 로직 코드 삭제 확인
</a:t>
            </a:r>
            <a:r>
              <a:rPr lang="en-US" altLang="ko-KR" sz="1000"/>
              <a:t>• </a:t>
            </a:r>
            <a:r>
              <a:rPr lang="ko-KR" altLang="en-US" sz="1000"/>
              <a:t>수신기 제조</a:t>
            </a:r>
            <a:r>
              <a:rPr lang="en-US" altLang="ko-KR" sz="1000"/>
              <a:t>/</a:t>
            </a:r>
            <a:r>
              <a:rPr lang="ko-KR" altLang="en-US" sz="1000"/>
              <a:t>유지보수 전문인력투입하여 입 출력 코딩 재등록 및 패치 완료
</a:t>
            </a:r>
            <a:r>
              <a:rPr lang="en-US" altLang="ko-KR" sz="1000"/>
              <a:t>• </a:t>
            </a:r>
            <a:r>
              <a:rPr lang="ko-KR" altLang="en-US" sz="1000"/>
              <a:t>조치 완료 후 </a:t>
            </a:r>
            <a:r>
              <a:rPr lang="en-US" altLang="ko-KR" sz="1000"/>
              <a:t>A/B </a:t>
            </a:r>
            <a:r>
              <a:rPr lang="ko-KR" altLang="en-US" sz="1000"/>
              <a:t>동 전층 발신기 화재입력 시험 실시</a:t>
            </a:r>
            <a:r>
              <a:rPr lang="en-US" altLang="ko-KR" sz="1000"/>
              <a:t>.
• AB</a:t>
            </a:r>
            <a:r>
              <a:rPr lang="ko-KR" altLang="en-US" sz="1000"/>
              <a:t>동 전 층 비상방송 정상송출 검증 완료
</a:t>
            </a:r>
            <a:r>
              <a:rPr lang="en-US" altLang="ko-KR" sz="1000"/>
              <a:t>• </a:t>
            </a:r>
            <a:r>
              <a:rPr lang="ko-KR" altLang="en-US" sz="1000"/>
              <a:t>수신기 스위치 버튼 점검 결과접점 손상 고장 확인</a:t>
            </a:r>
            <a:r>
              <a:rPr lang="en-US" altLang="ko-KR" sz="1000"/>
              <a:t>.
• </a:t>
            </a:r>
            <a:r>
              <a:rPr lang="ko-KR" altLang="en-US" sz="1000"/>
              <a:t>제어 기판 일체형 모듈 구조로 개별 버튼수리 불가
</a:t>
            </a:r>
            <a:r>
              <a:rPr lang="en-US" altLang="ko-KR" sz="1000"/>
              <a:t>• </a:t>
            </a:r>
            <a:r>
              <a:rPr lang="ko-KR" altLang="en-US" sz="1000"/>
              <a:t>제어 기판 발주요청으로 발주후 설치일 협의후 설치 예정 ▶복구 보고서 참조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2026-09-11T06:28:40Z</dcterms:modified>
</cp:coreProperties>
</file>