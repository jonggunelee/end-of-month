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7" r:id="rId5"/>
    <p:sldId id="271" r:id="rId6"/>
    <p:sldId id="272" r:id="rId7"/>
    <p:sldId id="273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5725A7D-F2ED-9C14-2FD5-DFE46586A1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240522-63DE-E58B-76AD-2D41E44199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4CD88EE-20C1-4A70-B600-39499324EDFB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4C46959-2C07-FC42-94A0-C42FDC69D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1029E463-E1CE-4AF1-71C2-070114F2A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2F7CC7-ED6A-FFB2-4059-F95E552DBF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B50A0E-2F22-F649-E8F5-2E7D61392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E581B3F-C1C2-4696-ABEF-85306DB64D2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D76E847-15CA-330F-76BF-434794B5C1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9F04366-142C-F4CC-B2C5-A412C4C4B2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A5EB1B7-33C5-8C32-FBE8-72BEE3A67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D471396-0516-472F-B319-1315807A634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2B7C0-A7C4-EC44-7070-C6AC4FD3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AECB2-9A7E-42A6-BEC4-F1AB8C8A7C15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B29E59-B5F2-9777-3221-8885B51F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2FD3D-4B11-F036-E749-4077A54B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6CDFBE-056C-42B3-A468-CD610781EC9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04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292080-F12B-B560-8495-563094F69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7C1BA-69C6-4463-BB24-A9D35C1B8C8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5F6D9-C5C5-FE56-A267-82CDB948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4960A7-0588-C8E1-FAF0-69AD0AA6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43EE0-A2EC-4935-938D-A8BEE8CD783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87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326C61-E53E-DDE8-370E-9E374354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D34BD-764A-402F-BFD4-B77208E3837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57838-0816-6820-3C31-C99BEC69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1BADFB-B909-BC31-9ED8-DE5B7359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C6DCF-9C45-4B71-B8C4-FB991BE489C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53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8D587AE-0B0E-EEA7-B8DF-99839E9A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57F91-D062-49E5-BBFE-B228CABC8D71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408162B-2BD3-3A6F-BDED-F1B37B45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3CFD8A6-BA17-662C-E99A-F6663604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58EBE-CA4C-4919-8856-D8C2EAFB45D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85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994FD648-D318-9081-6D2A-2083673A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FF24F-4D92-48C0-905C-F8B2A3FB79F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329340B-AD87-36F1-F84D-1DC49636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2A656A9-B3BC-FC86-C28D-92B082B8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C027E4-4D77-4750-8489-DC211F7A79C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10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381AF0E-8CE4-B7C6-CDB2-B06E977C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41CA7-F670-49FC-8882-01023DE14C2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E54BAD6-04A2-F17E-C552-02C61988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5A1CCB7-0698-41B7-8E4B-33936ACA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F544D-2AA5-4322-B1EB-AF392378727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00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E2AAA0D-4C4D-6E6D-0298-328C689F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0B8D0-5409-4294-B745-93D2F5D2A861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12B4EB7-7CA8-682E-32D4-A0811831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D969689-513B-A0B1-FC6F-F8E3687F3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068E6-96A5-4DFD-8C30-A1AB6F6D18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33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52A209D-251C-D195-D60C-01DC4F0B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5A556-28C7-45E5-8FC5-9AED06BBCA7B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A248F20-752E-A7DC-6AD2-42539085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761405E-F25E-D303-E7EB-D519E58E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7CA68B-E576-4077-9872-C06CC1F00DB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15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298A552-D9C3-AB2B-60A2-CD3869DD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A900D-4D60-49D4-AFD1-4C130017BD97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7BB3303-E9A6-D053-B2FC-B7C090DE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8568ECC-D63C-48C3-6424-ED429C0A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42BB4E-D876-416A-9AC9-6F57A871319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30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50429-3C6B-C79C-9077-9E24206C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5824E-3724-4D18-B84B-CBB6A0B3272F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536C4-8635-3FA5-153B-21343E91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8A58AD-1DAB-2D0C-927A-DE464E7B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685BB3-793F-4014-9E78-88D2F44DBC5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08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EAC8D-99B8-EA35-A4DA-6F52E747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219A8-CAA1-498A-8E32-E4B15CDB239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CBED3B-70F5-AA80-447B-257F5E6B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3FEA6D-14B6-7B14-4839-4EC5EA2E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00F7F-F9BF-477A-B3AF-2B48F90FC58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75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1A30BBE-78DC-BD3F-BD17-113E28B0536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2FBCED6-D765-000D-E952-1B6C69FD65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1DEB2-D73D-680A-6D27-FC034E3BF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25FD3B-B915-4338-A752-96AD8C6BFC13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D25E2A-A64A-4176-CF41-8D9FB77FB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CB93E-E453-5539-89E2-8C6C86BD8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DEB4CC8-587B-4388-B898-12C06DD0633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46153E4-A562-6782-34AC-A0A993246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F25A513-3187-CF25-D452-0E2F2E246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9C7E040-3A2E-C2A2-A80B-9100DFD96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2B8839A9-5664-5D53-C674-412A2C198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86D24C8-B2E0-AF8F-DE1F-9FA4FA1E3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783CA37-87F8-9669-6A8C-5A0F86891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C9DBFD01-15F5-CD5C-A48D-282C17BDF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798C999-637E-AB98-ABFE-708507521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52738"/>
            <a:ext cx="8632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C2561281-5082-5F3C-641E-36A9571EE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B6838231-0974-0D4C-0A86-9751F8893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D7A35793-933F-3889-FEC5-4999A2078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038C6E-192F-8BEB-7575-5E4CA00CFA5F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E553230B-2A50-464E-66D8-428B2C1A9BA2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D23DE-6131-68B0-E075-BF2F8A9C28B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F196FF-6934-E449-0349-88611C65208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D2B28B80-2A72-D85B-5932-3D36351B8C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815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CAE2A1C-9EFD-6902-9C70-03D8B8D1C018}"/>
              </a:ext>
            </a:extLst>
          </p:cNvPr>
          <p:cNvSpPr/>
          <p:nvPr/>
        </p:nvSpPr>
        <p:spPr>
          <a:xfrm>
            <a:off x="3276600" y="2852738"/>
            <a:ext cx="2592388" cy="21605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EFB8F-6A24-15D6-38DB-C1B0DED023A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D7ED69-CE92-F251-CEE0-24622E4F037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0D3AA823-A582-D6BB-D40F-C499A4509A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C0EC376-A226-1298-D472-01A8B94A83F8}"/>
              </a:ext>
            </a:extLst>
          </p:cNvPr>
          <p:cNvSpPr/>
          <p:nvPr/>
        </p:nvSpPr>
        <p:spPr>
          <a:xfrm>
            <a:off x="2555875" y="2349500"/>
            <a:ext cx="5400675" cy="3024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26F5E-734F-0520-7BAF-FA9F676828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ADAD59-614A-C0F8-2D9D-E2F3CAAA9DF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1">
            <a:extLst>
              <a:ext uri="{FF2B5EF4-FFF2-40B4-BE49-F238E27FC236}">
                <a16:creationId xmlns:a16="http://schemas.microsoft.com/office/drawing/2014/main" id="{0B7F3B18-55FD-B26F-2C9D-4A925DBB71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25913C1-FBFB-C44F-28DB-C172AFF45680}"/>
              </a:ext>
            </a:extLst>
          </p:cNvPr>
          <p:cNvSpPr/>
          <p:nvPr/>
        </p:nvSpPr>
        <p:spPr>
          <a:xfrm>
            <a:off x="4140200" y="3141663"/>
            <a:ext cx="1223963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3F3D1-116C-48DC-B7F1-468F01BBD8C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CF0A5F-55CD-F2EB-B9A1-598533EB11A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9726F72C-FB48-3CCE-5D96-2BE2EE8CF9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BC67CF6-D933-A66E-D216-20E9E6BCF590}"/>
              </a:ext>
            </a:extLst>
          </p:cNvPr>
          <p:cNvSpPr/>
          <p:nvPr/>
        </p:nvSpPr>
        <p:spPr>
          <a:xfrm>
            <a:off x="4284663" y="3284538"/>
            <a:ext cx="1223962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8C772-A12D-F053-201C-96E060A78DC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 </a:t>
            </a:r>
            <a:r>
              <a:rPr lang="ko-KR" altLang="en-US" b="1" dirty="0" err="1"/>
              <a:t>뒤베란다</a:t>
            </a:r>
            <a:r>
              <a:rPr lang="ko-KR" altLang="en-US" b="1" dirty="0"/>
              <a:t> 전체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F830BF-2483-1695-83DC-52514E02B80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03EFB1E3-FD6F-118A-C40C-93BB326316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5E862A0-FD65-EA22-EFDD-DB1FEBDED549}"/>
              </a:ext>
            </a:extLst>
          </p:cNvPr>
          <p:cNvSpPr/>
          <p:nvPr/>
        </p:nvSpPr>
        <p:spPr>
          <a:xfrm>
            <a:off x="1331913" y="1916113"/>
            <a:ext cx="6192837" cy="3600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151</Words>
  <Application>Microsoft Office PowerPoint</Application>
  <PresentationFormat>화면 슬라이드 쇼(4:3)</PresentationFormat>
  <Paragraphs>19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도배(벽-방3곳) </vt:lpstr>
      <vt:lpstr>장판(거실)</vt:lpstr>
      <vt:lpstr>장판(방3곳)</vt:lpstr>
      <vt:lpstr>도색(앞, 뒤베란다 전체)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414</cp:revision>
  <cp:lastPrinted>2022-08-17T02:53:58Z</cp:lastPrinted>
  <dcterms:created xsi:type="dcterms:W3CDTF">2012-05-23T04:33:26Z</dcterms:created>
  <dcterms:modified xsi:type="dcterms:W3CDTF">2026-07-10T05:56:18Z</dcterms:modified>
</cp:coreProperties>
</file>