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20" d="100"/>
          <a:sy n="120" d="100"/>
        </p:scale>
        <p:origin x="15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7826833-0B0D-E7CC-FCD4-ADB33578E4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5B8A38-C3BA-86D0-8EFC-4B179D1D26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079511-FE4E-4D01-93D2-99977D3312DA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A5CBDD7-CAA7-31BC-322B-445D552C2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736A7F8-0D8E-34C9-A7AE-168BFCD5D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70E7AA-767A-9C14-0FC2-4577F6C896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2A0BA-ECE6-419F-205B-705E0AE79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7E3174B-598B-49C1-9A13-E7F895C927F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B714ACC-4C90-7E31-4908-D38B18AF08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1ECFEF3F-D33E-516D-4C7B-6D50AD6DE4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2DC0787-D1E9-A294-2932-6E31B5F04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769D805-2B2A-472E-8F82-51C9024312B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159A-EB7A-1CB5-6E80-F917E5B9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EA847-38CB-4206-A817-DC514192B345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A7C6EF-2081-EA6D-1AAA-75A91309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2C423-61A6-12FE-7225-2AF3309D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551C1-715D-46EA-ACA8-4BC012AE992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31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738AA-4511-6CC3-9E0C-C7BE19B2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A71DC-988C-4C23-A536-7110603F0EF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08833-975C-FCBF-6732-C14A4DCC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986687-B049-05B4-CF2D-C384344C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6B43D-34ED-4C89-B3EA-2A74A30FD08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9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EBDF2A-38AD-EFF0-5EA6-6C75A16C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3B40E-FA57-40E1-A644-8821938517AE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1F3DD-0F9E-E13B-D9D4-CE41BB07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B1070-FA53-727C-D2A8-E6B8EB7E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647CF-9E04-4F67-B98B-B3A9D7E0AE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9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116096F-1665-E783-4FDE-5109A9A9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6B457-80E8-4305-9F07-2706E9EA06C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4E2DD7A-CE7F-3A69-3B7E-7E66B466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BAE7F7F-70A1-A2F7-85D4-FD594C51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15F13-040E-4C16-AACA-0DDB71A4EEC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12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2D371E4-695E-4C2A-132A-8B875865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EA271-B459-4F7A-A970-5A171EFF15A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20F7833-BF5B-2A14-BB57-9DA09226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1DBE97B-E678-2A5E-1C8E-76799A8D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5B8336-8A98-4522-87E3-F286966EA43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19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361296E-35D0-89EC-7ED9-DC8D857F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C389B-CB5C-42DD-A969-825739B22EF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C12F975-104E-5446-52FC-B99C8E90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4B85AE7-B049-B0A1-96E5-66F85C42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526BE-8F4A-4F2C-86C6-314760E43C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58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E62CC7D-BD64-B603-2086-2134EC7A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DE579-9DB0-4EB6-BC4A-01CD2983B4B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4834683-EFAE-F437-A83F-43B52A13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E9D2298-3CFD-0978-C154-F65B562C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AAFDD-7150-4A72-95A5-E6686E69080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88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443A2FE-BABA-15C0-5B32-8F8F54AF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F97EB-5DCA-4AC4-8F22-2A953068D830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CCBA107-E95F-4E9C-271A-1B68FCFF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C2FEAD5-5392-A396-D39C-0371C911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6BE841-6215-4210-A54B-89674B56877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99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A99CB8B-1D6B-6FDF-1D67-4F618FD9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C809B-F85E-4B8E-965D-A2B9F2756D81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367D5CC-0A2A-3F87-38B7-E02FC6C1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C147511-31B1-6241-57F8-C142E493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D37CF-87D1-4E63-BF64-8193FDD1D3B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46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EFACA2-F14F-18F6-C5FB-4F0EF3D5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70600-D08F-420E-9BAF-E5159CDA461D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1217E1-8323-C6F3-EFF6-07EFEB0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02C398-4B00-54D2-BAD4-7E4F3EDD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DE48B7-4AB3-46D0-A1B9-8C8196165D8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50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0E2DFF-5C69-46B9-49E5-649366280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6E044-3A24-459D-8300-FDCF54B17925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42CAF-920B-A1A9-461B-F40F864C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E42C6-0CE3-E76C-6C6D-06F36AD1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C2FE2F-9E56-49DA-8B48-480CEB188FC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A04637F-957D-F516-FDF7-0D5EA8620E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23A150D-317E-BC33-5518-E48684E095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60828C-E16F-F154-1794-D42FFD7BD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813530D-5A52-4B4A-BF51-5C991A9C358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65189C-C43F-2FCA-74F4-D39782693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BF18C-8E71-C427-C306-719433294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E687A45-9575-4C27-B855-1C8D0C250D1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1E5CAEF-EE08-F0A6-4A13-C041D4C8F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709174D-0F35-6EE9-CEE1-F83D07FBD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62DFE13-4FF4-EA06-2D4F-F984FCE9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1B5807F-6A78-46A4-92D7-93CFC17CB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CC20EA3-DC4E-33D3-B5AC-1DC977750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EB03D69-FF8E-A07A-1372-C2B09BF5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B3BE2457-CC7E-1E80-91BF-51812C94B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988D90AB-80D2-8AE1-5260-196320423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뒤베란다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현관 방화문 내부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B575D784-0B96-53F4-B304-FC8425618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918098F8-5568-31D2-C6F2-C7F24F960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46E379-F87B-5B5C-B0C9-066617E762F7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492826CA-94CE-B493-5EA4-1FBD1C0B50C1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C180BA76-5D49-F108-D384-B895D8165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735F8-C4D7-527C-8E40-7EB6F8D15D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E74F64-5072-1AA4-FC21-0590FBF0961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48D3B3E1-23F3-DA9A-BD5A-7419F2ED2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383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BE7865D-9145-2807-314B-B9C122D9F7DB}"/>
              </a:ext>
            </a:extLst>
          </p:cNvPr>
          <p:cNvSpPr/>
          <p:nvPr/>
        </p:nvSpPr>
        <p:spPr>
          <a:xfrm>
            <a:off x="1042988" y="1916113"/>
            <a:ext cx="4392612" cy="3960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7281F-340F-483B-3CDE-0E46F38459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A127A4-1BE8-57D7-5EF3-6C11BBC561C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23B862CC-BFBE-79A1-D991-3879E4D0B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A8AD10F-9A52-CC29-0D17-05BB0B14FDDA}"/>
              </a:ext>
            </a:extLst>
          </p:cNvPr>
          <p:cNvSpPr/>
          <p:nvPr/>
        </p:nvSpPr>
        <p:spPr>
          <a:xfrm>
            <a:off x="1908175" y="1773238"/>
            <a:ext cx="6408738" cy="4103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E453C-1A4C-81B0-4F03-021F687EF02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E49392-1D83-DB10-720E-99A698E1A07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2">
            <a:extLst>
              <a:ext uri="{FF2B5EF4-FFF2-40B4-BE49-F238E27FC236}">
                <a16:creationId xmlns:a16="http://schemas.microsoft.com/office/drawing/2014/main" id="{0F11A20F-F8B1-6672-D8AC-3FE4C000E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80400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FC7D4A7-5DCC-8639-00BA-E49C5ED1B383}"/>
              </a:ext>
            </a:extLst>
          </p:cNvPr>
          <p:cNvSpPr/>
          <p:nvPr/>
        </p:nvSpPr>
        <p:spPr>
          <a:xfrm>
            <a:off x="1979613" y="2276475"/>
            <a:ext cx="5761037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A38BD-CE46-2D5F-055C-A0E6381A491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245421-D146-5863-328C-54213710F88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2">
            <a:extLst>
              <a:ext uri="{FF2B5EF4-FFF2-40B4-BE49-F238E27FC236}">
                <a16:creationId xmlns:a16="http://schemas.microsoft.com/office/drawing/2014/main" id="{CD129830-60E9-3AAC-C128-1DC5094ED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2C1CC26-9AC3-CA20-6AFE-2F06E9168CAC}"/>
              </a:ext>
            </a:extLst>
          </p:cNvPr>
          <p:cNvSpPr/>
          <p:nvPr/>
        </p:nvSpPr>
        <p:spPr>
          <a:xfrm>
            <a:off x="3203575" y="2708275"/>
            <a:ext cx="3673475" cy="2160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F6FC1-8210-D0D5-1732-3AF07FB060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>
                <a:latin typeface="+mj-ea"/>
              </a:rPr>
              <a:t>방</a:t>
            </a:r>
            <a:r>
              <a:rPr lang="en-US" altLang="ko-KR" sz="3200" b="1" dirty="0">
                <a:latin typeface="+mj-ea"/>
              </a:rPr>
              <a:t>2</a:t>
            </a:r>
            <a:r>
              <a:rPr lang="ko-KR" altLang="en-US" sz="3200" b="1" dirty="0">
                <a:latin typeface="+mj-ea"/>
              </a:rPr>
              <a:t>곳</a:t>
            </a:r>
            <a:r>
              <a:rPr lang="en-US" altLang="ko-KR" sz="3200" b="1" dirty="0">
                <a:latin typeface="+mj-ea"/>
              </a:rPr>
              <a:t>(</a:t>
            </a:r>
            <a:r>
              <a:rPr lang="ko-KR" altLang="en-US" sz="3200" b="1" dirty="0">
                <a:latin typeface="+mj-ea"/>
              </a:rPr>
              <a:t>문</a:t>
            </a:r>
            <a:r>
              <a:rPr lang="en-US" altLang="ko-KR" sz="3200" b="1" dirty="0">
                <a:latin typeface="+mj-ea"/>
              </a:rPr>
              <a:t>, </a:t>
            </a:r>
            <a:r>
              <a:rPr lang="ko-KR" altLang="en-US" sz="3200" b="1" dirty="0">
                <a:latin typeface="+mj-ea"/>
              </a:rPr>
              <a:t>문틀</a:t>
            </a:r>
            <a:r>
              <a:rPr lang="en-US" altLang="ko-KR" sz="3200" b="1" dirty="0">
                <a:latin typeface="+mj-ea"/>
              </a:rPr>
              <a:t>), </a:t>
            </a:r>
            <a:r>
              <a:rPr lang="ko-KR" altLang="en-US" sz="3200" b="1" dirty="0" err="1">
                <a:latin typeface="+mj-ea"/>
              </a:rPr>
              <a:t>뒤베란다</a:t>
            </a:r>
            <a:r>
              <a:rPr lang="en-US" altLang="ko-KR" sz="3200" b="1" dirty="0">
                <a:latin typeface="+mj-ea"/>
              </a:rPr>
              <a:t>(</a:t>
            </a:r>
            <a:r>
              <a:rPr lang="ko-KR" altLang="en-US" sz="3200" b="1" dirty="0">
                <a:latin typeface="+mj-ea"/>
              </a:rPr>
              <a:t>문</a:t>
            </a:r>
            <a:r>
              <a:rPr lang="en-US" altLang="ko-KR" sz="3200" b="1" dirty="0">
                <a:latin typeface="+mj-ea"/>
              </a:rPr>
              <a:t>,</a:t>
            </a:r>
            <a:r>
              <a:rPr lang="ko-KR" altLang="en-US" sz="3200" b="1" dirty="0">
                <a:latin typeface="+mj-ea"/>
              </a:rPr>
              <a:t>문틀</a:t>
            </a:r>
            <a:r>
              <a:rPr lang="en-US" altLang="ko-KR" sz="3200" b="1" dirty="0">
                <a:latin typeface="+mj-ea"/>
              </a:rPr>
              <a:t>)</a:t>
            </a:r>
            <a:r>
              <a:rPr lang="ko-KR" altLang="en-US" sz="3200" b="1" dirty="0">
                <a:latin typeface="+mj-ea"/>
              </a:rPr>
              <a:t>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7E0C3D-3ED6-E434-4C44-AE91B381D42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28A756A7-39EE-152E-B1FC-BA3F823E8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9621BFB-ABA3-B980-9BE5-F08165DB9F62}"/>
              </a:ext>
            </a:extLst>
          </p:cNvPr>
          <p:cNvSpPr/>
          <p:nvPr/>
        </p:nvSpPr>
        <p:spPr>
          <a:xfrm>
            <a:off x="1258888" y="2349500"/>
            <a:ext cx="6842125" cy="34559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BF8AB-A940-635E-1445-04EF804D5B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현관 </a:t>
            </a:r>
            <a:r>
              <a:rPr lang="ko-KR" altLang="en-US" b="1" dirty="0" err="1">
                <a:latin typeface="+mj-ea"/>
              </a:rPr>
              <a:t>방화문</a:t>
            </a:r>
            <a:r>
              <a:rPr lang="ko-KR" altLang="en-US" b="1" dirty="0">
                <a:latin typeface="+mj-ea"/>
              </a:rPr>
              <a:t> 내부 도색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7AB145-96EE-BBA8-0614-36E98C3C2F8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2">
            <a:extLst>
              <a:ext uri="{FF2B5EF4-FFF2-40B4-BE49-F238E27FC236}">
                <a16:creationId xmlns:a16="http://schemas.microsoft.com/office/drawing/2014/main" id="{E0C99434-95B8-78F4-5DC4-DE0F118D5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1909C07-D03D-3055-8BA7-B53487EF7E99}"/>
              </a:ext>
            </a:extLst>
          </p:cNvPr>
          <p:cNvSpPr/>
          <p:nvPr/>
        </p:nvSpPr>
        <p:spPr>
          <a:xfrm>
            <a:off x="755650" y="1700213"/>
            <a:ext cx="7129463" cy="41767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175</Words>
  <Application>Microsoft Office PowerPoint</Application>
  <PresentationFormat>화면 슬라이드 쇼(4:3)</PresentationFormat>
  <Paragraphs>20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장판(거실)</vt:lpstr>
      <vt:lpstr>장판(방2곳)</vt:lpstr>
      <vt:lpstr>방2곳(문, 문틀), 뒤베란다(문,문틀) 도색</vt:lpstr>
      <vt:lpstr>현관 방화문 내부 도색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379</cp:revision>
  <cp:lastPrinted>2022-08-17T04:02:57Z</cp:lastPrinted>
  <dcterms:created xsi:type="dcterms:W3CDTF">2012-05-23T04:33:26Z</dcterms:created>
  <dcterms:modified xsi:type="dcterms:W3CDTF">2026-07-10T05:54:51Z</dcterms:modified>
</cp:coreProperties>
</file>