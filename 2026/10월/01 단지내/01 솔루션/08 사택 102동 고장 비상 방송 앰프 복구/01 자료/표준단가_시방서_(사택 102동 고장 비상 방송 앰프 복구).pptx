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2026-09-11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2026-09-11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</a:t>
            </a:r>
            <a:r>
              <a:rPr lang="ko-KR" altLang="en-US" b="1">
                <a:latin typeface="+mn-ea"/>
              </a:rPr>
              <a:t>동 고장 비상 방송 앰프 복구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102</a:t>
            </a:r>
            <a:r>
              <a:rPr lang="ko-KR" altLang="en-US" sz="1000" b="1">
                <a:latin typeface="+mn-ea"/>
              </a:rPr>
              <a:t>동 고장 비상 방송 앰프 복구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• </a:t>
            </a:r>
            <a:r>
              <a:rPr lang="ko-KR" altLang="en-US" sz="1000"/>
              <a:t>화재출력 시 비상방송 미출력불량 부분은
  중계기 리세후 정상 작동 점검 및 프로그램 확인 복구 완료
</a:t>
            </a:r>
            <a:r>
              <a:rPr lang="en-US" altLang="ko-KR" sz="1000"/>
              <a:t>• </a:t>
            </a:r>
            <a:r>
              <a:rPr lang="ko-KR" altLang="en-US" sz="1000"/>
              <a:t>수신기 방송제어 연동 프로그램 및 중 계기 오류 수정 
</a:t>
            </a:r>
            <a:r>
              <a:rPr lang="en-US" altLang="ko-KR" sz="1000"/>
              <a:t>• </a:t>
            </a:r>
            <a:r>
              <a:rPr lang="ko-KR" altLang="en-US" sz="1000"/>
              <a:t>발신기 화재 입력 실연 테스트 완료 </a:t>
            </a:r>
            <a:r>
              <a:rPr lang="en-US" altLang="ko-KR" sz="1000"/>
              <a:t>(</a:t>
            </a:r>
            <a:r>
              <a:rPr lang="ko-KR" altLang="en-US" sz="1000"/>
              <a:t>정상 송출</a:t>
            </a:r>
            <a:r>
              <a:rPr lang="en-US" altLang="ko-KR" sz="1000"/>
              <a:t>)
• 1 </a:t>
            </a:r>
            <a:r>
              <a:rPr lang="ko-KR" altLang="en-US" sz="1000"/>
              <a:t>층은 외부층과 직통연 결 구조로 설계상 비상방송 스피커 미설 치 구역 확인
</a:t>
            </a:r>
            <a:r>
              <a:rPr lang="en-US" altLang="ko-KR" sz="1000"/>
              <a:t>• </a:t>
            </a:r>
            <a:r>
              <a:rPr lang="ko-KR" altLang="en-US" sz="1000"/>
              <a:t>수신기 연동 정비 완료 ▶복구 보고서 참조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2026-09-11T06:28:38Z</dcterms:modified>
</cp:coreProperties>
</file>