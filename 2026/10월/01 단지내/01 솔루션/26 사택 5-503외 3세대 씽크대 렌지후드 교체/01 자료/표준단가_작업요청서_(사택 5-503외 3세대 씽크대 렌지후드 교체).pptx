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94" r:id="rId2"/>
    <p:sldId id="256" r:id="rId3"/>
    <p:sldId id="257" r:id="rId4"/>
    <p:sldId id="260" r:id="rId5"/>
    <p:sldId id="269" r:id="rId6"/>
    <p:sldId id="270" r:id="rId7"/>
    <p:sldId id="273" r:id="rId8"/>
    <p:sldId id="280" r:id="rId9"/>
    <p:sldId id="281" r:id="rId10"/>
    <p:sldId id="282" r:id="rId11"/>
    <p:sldId id="259" r:id="rId12"/>
    <p:sldId id="283" r:id="rId13"/>
    <p:sldId id="284" r:id="rId14"/>
    <p:sldId id="288" r:id="rId15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3BF637E-9E79-4C80-7CCF-6F465E85B6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A6C8361-2C67-7DD3-8E79-0C72FEA658B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C26347A-A485-4F25-AF6C-863BEF3DBCFC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CAF71EF4-5BEC-961E-EDAB-A58223AEA4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7CC29309-F92E-1ED6-FC4F-6B27B1996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A5989E-E38B-9B70-B8BE-81D50F8037A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306FBC-C67F-39FE-A480-E0501F1E76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8855398E-1711-4123-B4E1-A5DF5B3DCA5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이미지 개체 틀 1">
            <a:extLst>
              <a:ext uri="{FF2B5EF4-FFF2-40B4-BE49-F238E27FC236}">
                <a16:creationId xmlns:a16="http://schemas.microsoft.com/office/drawing/2014/main" id="{99556AC4-FB10-6D95-6364-D11219BEBF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슬라이드 노트 개체 틀 2">
            <a:extLst>
              <a:ext uri="{FF2B5EF4-FFF2-40B4-BE49-F238E27FC236}">
                <a16:creationId xmlns:a16="http://schemas.microsoft.com/office/drawing/2014/main" id="{99100FD9-825A-8AC6-AEC7-BE785E39D4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124" name="슬라이드 번호 개체 틀 3">
            <a:extLst>
              <a:ext uri="{FF2B5EF4-FFF2-40B4-BE49-F238E27FC236}">
                <a16:creationId xmlns:a16="http://schemas.microsoft.com/office/drawing/2014/main" id="{460B6B78-41F5-E724-6363-4BB60583F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3BF47EB-2DEE-42D4-A276-1F0E76E752E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>
            <a:extLst>
              <a:ext uri="{FF2B5EF4-FFF2-40B4-BE49-F238E27FC236}">
                <a16:creationId xmlns:a16="http://schemas.microsoft.com/office/drawing/2014/main" id="{3C69319A-23CA-309F-7892-9F2FE8462D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>
            <a:extLst>
              <a:ext uri="{FF2B5EF4-FFF2-40B4-BE49-F238E27FC236}">
                <a16:creationId xmlns:a16="http://schemas.microsoft.com/office/drawing/2014/main" id="{7E847A36-CD3D-A297-A02C-A59C0C9515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220" name="슬라이드 번호 개체 틀 3">
            <a:extLst>
              <a:ext uri="{FF2B5EF4-FFF2-40B4-BE49-F238E27FC236}">
                <a16:creationId xmlns:a16="http://schemas.microsoft.com/office/drawing/2014/main" id="{017D8C71-7245-27C8-7E85-E1EB7C441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283FDEA-21CA-4A6A-84CC-DC89839F17B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이미지 개체 틀 1">
            <a:extLst>
              <a:ext uri="{FF2B5EF4-FFF2-40B4-BE49-F238E27FC236}">
                <a16:creationId xmlns:a16="http://schemas.microsoft.com/office/drawing/2014/main" id="{9D27CFEC-8AEB-385D-D43F-BAD869F01D7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슬라이드 노트 개체 틀 2">
            <a:extLst>
              <a:ext uri="{FF2B5EF4-FFF2-40B4-BE49-F238E27FC236}">
                <a16:creationId xmlns:a16="http://schemas.microsoft.com/office/drawing/2014/main" id="{66F88EB6-7D7D-E815-F328-D49EDB471B5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3316" name="슬라이드 번호 개체 틀 3">
            <a:extLst>
              <a:ext uri="{FF2B5EF4-FFF2-40B4-BE49-F238E27FC236}">
                <a16:creationId xmlns:a16="http://schemas.microsoft.com/office/drawing/2014/main" id="{2843471D-94FF-128E-037E-CE419638D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093DC30-D66F-4655-9E9E-B7A27796D26C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483B3C91-9578-B40A-D1F6-3605939D63E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5410154B-2FEB-2CF9-E361-5D6613ED88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9E8A585B-F941-33BA-28C9-FC7E7F9C7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D747FC4-E016-4853-9D1B-BA6B770EEB4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5135D-CCA4-0365-999A-7C2DD1E6E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CAD746-B444-430F-BCAB-C2AB5D6686DC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30A8BF-6097-B84D-5355-7DFAD2B7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1B915D-3396-D145-7A1A-763B2283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3B049C-B69F-40AF-8671-454EF6AA523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9728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DC94FE-5E41-73AE-1C79-AF4D4B9DA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B0F24-72AA-4742-876D-DAE52AC61A7A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CF4D3F-09E3-3A43-07D7-EA96112E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D7636E-7E2F-C359-FEFF-D6AC52030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E7DC9-4C86-46B4-85A5-233B281C461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08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799D3-68CB-D075-A0F8-6CA955FB7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47479E-8CAC-4B12-8221-536A1A470E5F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707371-977C-72EC-006E-1D390AA36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65EA69-4AEC-73D9-9755-193D82E76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17BA73-AAB2-42A1-A897-04451A33827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45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7FA64C0-30A3-F34B-AD4E-94EFC350E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A86DC-9968-4534-B9A5-3804BFA10C7D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A22DED25-08C8-2A85-61EA-8F50FB48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9D34D9A-6FFC-7DE9-FF92-05D6FE420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82D15-DF90-4174-88D9-203A52B2A0B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403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A442B35-70EB-F704-FBC6-0A30D94A6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2F768-F4B5-457C-A1BB-7429BE17FA51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894FCE1B-7753-B03E-F221-E56A86C92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E732F9D-84C4-C68A-09F3-3EAFCF555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764A7B-DDC8-4F02-B351-E06FC12A90B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5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C5901F2F-83AF-01B9-D1A8-E2BA65C47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C24ECD-7396-4F23-A0E5-FFF7E0BDBF3F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7414C3F7-8D74-20A7-3A60-AC02F028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42A996CF-3FB1-45C5-431E-0226D0CC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4761B-53D2-4EB9-BA11-F3BC77461B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905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5CED32A5-03F6-155F-6120-99A601DB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35727-C7F3-4998-B470-BC14A2BF2913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36521E1B-6AD7-82CC-4A57-C5D65D36D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BCEC6B2-BAB3-E574-1FFC-3F66C64E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69FD7C-9692-4897-B575-25B0335F8FB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502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FA4F27F2-4185-757F-7D8C-789DCADA4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A8DBFF-8D88-4B23-9687-8363E88337C9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BDCD9FE-EDDC-65F3-89EF-86AC339D3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D4FDB58-F31A-3D06-D8B8-CC05B30E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07156-97E0-4A81-8FC1-824320C7E2C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319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14482B2-1F9F-A6A2-4952-0E8E38E36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1A850-E82D-41B1-AB0D-E3513198DC4D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1C0A4B9-A566-B709-0136-9726FBD93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227F715-5D47-F4E0-D7B2-3BE0C4710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07ED0-62D8-4D58-8CF3-D8C3D01813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80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CF2BA-74F4-7D75-912E-9C0B7BC7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53640-BCDF-430F-8E90-6108FB4D5496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4A819A-9F76-04CB-145A-507071561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B9B310-484D-E5E6-9569-D132BEE9E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B5485C-B02A-4E20-8C4B-3DF4041409F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04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43285-74B8-B033-6E70-23DE3611E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88CEB-DDFD-4F9D-88CC-DEC89B5D8F6A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ABD00F-2132-C26B-CD55-D3629D9F6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A5F24-CB78-0C9D-993E-0E94A40A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0C807-3733-4A09-93F9-712ADE64FBB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12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EA2C619B-0A12-0D33-F6BE-0D8A3C71BEE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424C5D96-FB97-32E7-126F-FF49E2DC2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E9361-BD87-61EA-85CE-073C8D151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5DA43D0-F23C-49E8-8981-8CEEEE1DF245}" type="datetimeFigureOut">
              <a:rPr lang="ko-KR" altLang="en-US"/>
              <a:pPr>
                <a:defRPr/>
              </a:pPr>
              <a:t>2026-09-09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86AB39-90C8-8739-F748-40D9244A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2F87DD-C740-51FC-675A-926CC22B5E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ED4A589B-5B28-4C7D-99BC-5A85DADD477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>
            <a:extLst>
              <a:ext uri="{FF2B5EF4-FFF2-40B4-BE49-F238E27FC236}">
                <a16:creationId xmlns:a16="http://schemas.microsoft.com/office/drawing/2014/main" id="{D4CC68A6-7757-BD8F-630B-3E8615A40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050"/>
            <a:ext cx="914400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914400" indent="-4572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ko-KR" altLang="en-US" sz="2000" b="1"/>
              <a:t>병합된 파일 목록</a:t>
            </a:r>
            <a:r>
              <a:rPr lang="en-US" altLang="ko-KR" sz="2000" b="1"/>
              <a:t>:</a:t>
            </a:r>
          </a:p>
          <a:p>
            <a:pPr lvl="1">
              <a:lnSpc>
                <a:spcPct val="300000"/>
              </a:lnSpc>
              <a:buFont typeface="맑은 고딕" panose="020B0503020000020004" pitchFamily="50" charset="-127"/>
              <a:buAutoNum type="arabicPeriod"/>
            </a:pPr>
            <a:r>
              <a:rPr lang="en-US" altLang="ko-KR" sz="1400" b="1"/>
              <a:t>5</a:t>
            </a:r>
            <a:r>
              <a:rPr lang="ko-KR" altLang="en-US" sz="1400" b="1"/>
              <a:t>동 </a:t>
            </a:r>
            <a:r>
              <a:rPr lang="en-US" altLang="ko-KR" sz="1400" b="1"/>
              <a:t>503</a:t>
            </a:r>
            <a:r>
              <a:rPr lang="ko-KR" altLang="en-US" sz="1400" b="1"/>
              <a:t>호 기타공사</a:t>
            </a:r>
            <a:r>
              <a:rPr lang="en-US" altLang="ko-KR" sz="1400" b="1"/>
              <a:t>(</a:t>
            </a:r>
            <a:r>
              <a:rPr lang="ko-KR" altLang="en-US" sz="1400" b="1"/>
              <a:t>난방분배기</a:t>
            </a:r>
            <a:r>
              <a:rPr lang="en-US" altLang="ko-KR" sz="1400" b="1"/>
              <a:t>, </a:t>
            </a:r>
            <a:r>
              <a:rPr lang="ko-KR" altLang="en-US" sz="1400" b="1"/>
              <a:t>렌지후드 교체</a:t>
            </a:r>
            <a:r>
              <a:rPr lang="en-US" altLang="ko-KR" sz="1400" b="1"/>
              <a:t>) </a:t>
            </a:r>
            <a:r>
              <a:rPr lang="ko-KR" altLang="en-US" sz="1400" b="1"/>
              <a:t>작업요청서 </a:t>
            </a:r>
            <a:r>
              <a:rPr lang="en-US" altLang="ko-KR" sz="1400" b="1"/>
              <a:t>(26.07.29)-</a:t>
            </a:r>
            <a:r>
              <a:rPr lang="ko-KR" altLang="en-US" sz="1400" b="1"/>
              <a:t>에너지솔루션</a:t>
            </a:r>
            <a:r>
              <a:rPr lang="en-US" altLang="ko-KR" sz="1400" b="1"/>
              <a:t>.ppt</a:t>
            </a:r>
          </a:p>
          <a:p>
            <a:pPr lvl="1">
              <a:lnSpc>
                <a:spcPct val="300000"/>
              </a:lnSpc>
              <a:buFont typeface="맑은 고딕" panose="020B0503020000020004" pitchFamily="50" charset="-127"/>
              <a:buAutoNum type="arabicPeriod"/>
            </a:pPr>
            <a:r>
              <a:rPr lang="en-US" altLang="ko-KR" sz="1400" b="1"/>
              <a:t>5</a:t>
            </a:r>
            <a:r>
              <a:rPr lang="ko-KR" altLang="en-US" sz="1400" b="1"/>
              <a:t>동 </a:t>
            </a:r>
            <a:r>
              <a:rPr lang="en-US" altLang="ko-KR" sz="1400" b="1"/>
              <a:t>506</a:t>
            </a:r>
            <a:r>
              <a:rPr lang="ko-KR" altLang="en-US" sz="1400" b="1"/>
              <a:t>호 기타공사</a:t>
            </a:r>
            <a:r>
              <a:rPr lang="en-US" altLang="ko-KR" sz="1400" b="1"/>
              <a:t>(</a:t>
            </a:r>
            <a:r>
              <a:rPr lang="ko-KR" altLang="en-US" sz="1400" b="1"/>
              <a:t>난방분배기교체</a:t>
            </a:r>
            <a:r>
              <a:rPr lang="en-US" altLang="ko-KR" sz="1400" b="1"/>
              <a:t>, </a:t>
            </a:r>
            <a:r>
              <a:rPr lang="ko-KR" altLang="en-US" sz="1400" b="1"/>
              <a:t>렌지후드교체</a:t>
            </a:r>
            <a:r>
              <a:rPr lang="en-US" altLang="ko-KR" sz="1400" b="1"/>
              <a:t>) </a:t>
            </a:r>
            <a:r>
              <a:rPr lang="ko-KR" altLang="en-US" sz="1400" b="1"/>
              <a:t>작업요청서 </a:t>
            </a:r>
            <a:r>
              <a:rPr lang="en-US" altLang="ko-KR" sz="1400" b="1"/>
              <a:t>(26.08.12)-</a:t>
            </a:r>
            <a:r>
              <a:rPr lang="ko-KR" altLang="en-US" sz="1400" b="1"/>
              <a:t>에너지솔루션</a:t>
            </a:r>
            <a:r>
              <a:rPr lang="en-US" altLang="ko-KR" sz="1400" b="1"/>
              <a:t>.ppt</a:t>
            </a:r>
          </a:p>
          <a:p>
            <a:pPr lvl="1">
              <a:lnSpc>
                <a:spcPct val="300000"/>
              </a:lnSpc>
              <a:buFont typeface="맑은 고딕" panose="020B0503020000020004" pitchFamily="50" charset="-127"/>
              <a:buAutoNum type="arabicPeriod"/>
            </a:pPr>
            <a:r>
              <a:rPr lang="en-US" altLang="ko-KR" sz="1400" b="1"/>
              <a:t>8</a:t>
            </a:r>
            <a:r>
              <a:rPr lang="ko-KR" altLang="en-US" sz="1400" b="1"/>
              <a:t>동 </a:t>
            </a:r>
            <a:r>
              <a:rPr lang="en-US" altLang="ko-KR" sz="1400" b="1"/>
              <a:t>408</a:t>
            </a:r>
            <a:r>
              <a:rPr lang="ko-KR" altLang="en-US" sz="1400" b="1"/>
              <a:t>호 기타공사</a:t>
            </a:r>
            <a:r>
              <a:rPr lang="en-US" altLang="ko-KR" sz="1400" b="1"/>
              <a:t>(</a:t>
            </a:r>
            <a:r>
              <a:rPr lang="ko-KR" altLang="en-US" sz="1400" b="1"/>
              <a:t>렌지후드 교체</a:t>
            </a:r>
            <a:r>
              <a:rPr lang="en-US" altLang="ko-KR" sz="1400" b="1"/>
              <a:t>) </a:t>
            </a:r>
            <a:r>
              <a:rPr lang="ko-KR" altLang="en-US" sz="1400" b="1"/>
              <a:t>작업요청서</a:t>
            </a:r>
            <a:r>
              <a:rPr lang="en-US" altLang="ko-KR" sz="1400" b="1"/>
              <a:t>(26.09.02)-</a:t>
            </a:r>
            <a:r>
              <a:rPr lang="ko-KR" altLang="en-US" sz="1400" b="1"/>
              <a:t>에너지솔루션</a:t>
            </a:r>
            <a:r>
              <a:rPr lang="en-US" altLang="ko-KR" sz="1400" b="1"/>
              <a:t>(</a:t>
            </a:r>
            <a:r>
              <a:rPr lang="ko-KR" altLang="en-US" sz="1400" b="1"/>
              <a:t>긴급</a:t>
            </a:r>
            <a:r>
              <a:rPr lang="en-US" altLang="ko-KR" sz="1400" b="1"/>
              <a:t>).ppt</a:t>
            </a:r>
          </a:p>
          <a:p>
            <a:pPr lvl="1">
              <a:lnSpc>
                <a:spcPct val="300000"/>
              </a:lnSpc>
              <a:buFont typeface="맑은 고딕" panose="020B0503020000020004" pitchFamily="50" charset="-127"/>
              <a:buAutoNum type="arabicPeriod"/>
            </a:pPr>
            <a:r>
              <a:rPr lang="en-US" altLang="ko-KR" sz="1400" b="1"/>
              <a:t>8</a:t>
            </a:r>
            <a:r>
              <a:rPr lang="ko-KR" altLang="en-US" sz="1400" b="1"/>
              <a:t>동 </a:t>
            </a:r>
            <a:r>
              <a:rPr lang="en-US" altLang="ko-KR" sz="1400" b="1"/>
              <a:t>510</a:t>
            </a:r>
            <a:r>
              <a:rPr lang="ko-KR" altLang="en-US" sz="1400" b="1"/>
              <a:t>호 기타공사</a:t>
            </a:r>
            <a:r>
              <a:rPr lang="en-US" altLang="ko-KR" sz="1400" b="1"/>
              <a:t>(</a:t>
            </a:r>
            <a:r>
              <a:rPr lang="ko-KR" altLang="en-US" sz="1400" b="1"/>
              <a:t>난방분배기교체</a:t>
            </a:r>
            <a:r>
              <a:rPr lang="en-US" altLang="ko-KR" sz="1400" b="1"/>
              <a:t>, </a:t>
            </a:r>
            <a:r>
              <a:rPr lang="ko-KR" altLang="en-US" sz="1400" b="1"/>
              <a:t>렌지후드교체</a:t>
            </a:r>
            <a:r>
              <a:rPr lang="en-US" altLang="ko-KR" sz="1400" b="1"/>
              <a:t>) </a:t>
            </a:r>
            <a:r>
              <a:rPr lang="ko-KR" altLang="en-US" sz="1400" b="1"/>
              <a:t>작업요청서 </a:t>
            </a:r>
            <a:r>
              <a:rPr lang="en-US" altLang="ko-KR" sz="1400" b="1"/>
              <a:t>(26.09.04)-</a:t>
            </a:r>
            <a:r>
              <a:rPr lang="ko-KR" altLang="en-US" sz="1400" b="1"/>
              <a:t>에너지솔루션</a:t>
            </a:r>
            <a:r>
              <a:rPr lang="en-US" altLang="ko-KR" sz="1400" b="1"/>
              <a:t>.ppt</a:t>
            </a:r>
            <a:endParaRPr lang="ko-KR" altLang="en-US" sz="20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4">
            <a:extLst>
              <a:ext uri="{FF2B5EF4-FFF2-40B4-BE49-F238E27FC236}">
                <a16:creationId xmlns:a16="http://schemas.microsoft.com/office/drawing/2014/main" id="{ECF27425-FF89-4E7B-6C21-7FA22AD8F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503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4099" name="Text Box 73">
            <a:extLst>
              <a:ext uri="{FF2B5EF4-FFF2-40B4-BE49-F238E27FC236}">
                <a16:creationId xmlns:a16="http://schemas.microsoft.com/office/drawing/2014/main" id="{27E3D903-0B27-7221-26AC-855550272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4100" name="Text Box 73">
            <a:extLst>
              <a:ext uri="{FF2B5EF4-FFF2-40B4-BE49-F238E27FC236}">
                <a16:creationId xmlns:a16="http://schemas.microsoft.com/office/drawing/2014/main" id="{D9924F1B-1B8B-5DE0-6861-91B8632D0E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2026. 07. 29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Box 3">
            <a:extLst>
              <a:ext uri="{FF2B5EF4-FFF2-40B4-BE49-F238E27FC236}">
                <a16:creationId xmlns:a16="http://schemas.microsoft.com/office/drawing/2014/main" id="{3B820046-1326-9B5C-87FE-A662F23256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503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6147" name="TextBox 5">
            <a:extLst>
              <a:ext uri="{FF2B5EF4-FFF2-40B4-BE49-F238E27FC236}">
                <a16:creationId xmlns:a16="http://schemas.microsoft.com/office/drawing/2014/main" id="{02B0D729-45D8-A170-4EFB-361BDA0F3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684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07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29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EB099C3-ED12-3910-4EC8-65B91A782F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6149" name="TextBox 20">
            <a:extLst>
              <a:ext uri="{FF2B5EF4-FFF2-40B4-BE49-F238E27FC236}">
                <a16:creationId xmlns:a16="http://schemas.microsoft.com/office/drawing/2014/main" id="{9C086E0B-57D6-C28B-704A-E0B95D725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503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6150" name="TextBox 23">
            <a:extLst>
              <a:ext uri="{FF2B5EF4-FFF2-40B4-BE49-F238E27FC236}">
                <a16:creationId xmlns:a16="http://schemas.microsoft.com/office/drawing/2014/main" id="{65C75159-818E-1047-A7C3-90B4240F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689225"/>
            <a:ext cx="832485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en-US" altLang="ko-KR" sz="1200" b="1">
                <a:solidFill>
                  <a:srgbClr val="FF0000"/>
                </a:solidFill>
              </a:rPr>
              <a:t>1. </a:t>
            </a:r>
            <a:r>
              <a:rPr kumimoji="0" lang="ko-KR" altLang="en-US" sz="1200" b="1">
                <a:solidFill>
                  <a:srgbClr val="FF0000"/>
                </a:solidFill>
              </a:rPr>
              <a:t>주방 씽크대</a:t>
            </a:r>
            <a:r>
              <a:rPr kumimoji="0" lang="en-US" altLang="ko-KR" sz="1200" b="1">
                <a:solidFill>
                  <a:srgbClr val="FF0000"/>
                </a:solidFill>
              </a:rPr>
              <a:t>(</a:t>
            </a:r>
            <a:r>
              <a:rPr kumimoji="0" lang="ko-KR" altLang="en-US" sz="1200" b="1">
                <a:solidFill>
                  <a:srgbClr val="FF0000"/>
                </a:solidFill>
              </a:rPr>
              <a:t>상부장</a:t>
            </a:r>
            <a:r>
              <a:rPr kumimoji="0" lang="en-US" altLang="ko-KR" sz="1200" b="1">
                <a:solidFill>
                  <a:srgbClr val="FF0000"/>
                </a:solidFill>
              </a:rPr>
              <a:t>,</a:t>
            </a:r>
            <a:r>
              <a:rPr kumimoji="0" lang="ko-KR" altLang="en-US" sz="1200" b="1">
                <a:solidFill>
                  <a:srgbClr val="FF0000"/>
                </a:solidFill>
              </a:rPr>
              <a:t>하부장</a:t>
            </a:r>
            <a:r>
              <a:rPr kumimoji="0" lang="en-US" altLang="ko-KR" sz="1200" b="1">
                <a:solidFill>
                  <a:srgbClr val="FF0000"/>
                </a:solidFill>
              </a:rPr>
              <a:t>)</a:t>
            </a:r>
            <a:r>
              <a:rPr kumimoji="0" lang="ko-KR" altLang="en-US" sz="1200" b="1">
                <a:solidFill>
                  <a:srgbClr val="FF0000"/>
                </a:solidFill>
              </a:rPr>
              <a:t> 문짝</a:t>
            </a:r>
            <a:r>
              <a:rPr kumimoji="0" lang="en-US" altLang="ko-KR" sz="1200" b="1">
                <a:solidFill>
                  <a:srgbClr val="FF0000"/>
                </a:solidFill>
              </a:rPr>
              <a:t>(</a:t>
            </a:r>
            <a:r>
              <a:rPr kumimoji="0" lang="ko-KR" altLang="en-US" sz="1200" b="1">
                <a:solidFill>
                  <a:srgbClr val="FF0000"/>
                </a:solidFill>
              </a:rPr>
              <a:t>서랍장</a:t>
            </a:r>
            <a:r>
              <a:rPr kumimoji="0" lang="en-US" altLang="ko-KR" sz="1200" b="1">
                <a:solidFill>
                  <a:srgbClr val="FF0000"/>
                </a:solidFill>
              </a:rPr>
              <a:t>,</a:t>
            </a:r>
            <a:r>
              <a:rPr kumimoji="0" lang="ko-KR" altLang="en-US" sz="1200" b="1">
                <a:solidFill>
                  <a:srgbClr val="FF0000"/>
                </a:solidFill>
              </a:rPr>
              <a:t> 몰딩포함</a:t>
            </a:r>
            <a:r>
              <a:rPr kumimoji="0" lang="en-US" altLang="ko-KR" sz="1200" b="1">
                <a:solidFill>
                  <a:srgbClr val="FF0000"/>
                </a:solidFill>
              </a:rPr>
              <a:t>)</a:t>
            </a:r>
            <a:r>
              <a:rPr kumimoji="0" lang="ko-KR" altLang="en-US" sz="1200" b="1">
                <a:solidFill>
                  <a:srgbClr val="FF0000"/>
                </a:solidFill>
              </a:rPr>
              <a:t> 전체 교체</a:t>
            </a:r>
            <a:endParaRPr kumimoji="0" lang="en-US" altLang="ko-KR" sz="1200" b="1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en-US" altLang="ko-KR" sz="1200" b="1">
                <a:solidFill>
                  <a:srgbClr val="FF0000"/>
                </a:solidFill>
              </a:rPr>
              <a:t>2. </a:t>
            </a:r>
            <a:r>
              <a:rPr kumimoji="0" lang="ko-KR" altLang="en-US" sz="1200" b="1">
                <a:solidFill>
                  <a:srgbClr val="FF0000"/>
                </a:solidFill>
              </a:rPr>
              <a:t>주방 렌지후드 교체</a:t>
            </a:r>
            <a:r>
              <a:rPr kumimoji="0" lang="en-US" altLang="ko-KR" sz="1200" b="1">
                <a:solidFill>
                  <a:srgbClr val="FF0000"/>
                </a:solidFill>
              </a:rPr>
              <a:t>(</a:t>
            </a:r>
            <a:r>
              <a:rPr kumimoji="0" lang="ko-KR" altLang="en-US" sz="1200" b="1">
                <a:solidFill>
                  <a:srgbClr val="FF0000"/>
                </a:solidFill>
              </a:rPr>
              <a:t>휀기능 저하</a:t>
            </a:r>
            <a:r>
              <a:rPr kumimoji="0" lang="en-US" altLang="ko-KR" sz="1200" b="1">
                <a:solidFill>
                  <a:srgbClr val="FF0000"/>
                </a:solidFill>
              </a:rPr>
              <a:t>, </a:t>
            </a:r>
            <a:r>
              <a:rPr kumimoji="0" lang="ko-KR" altLang="en-US" sz="1200" b="1">
                <a:solidFill>
                  <a:srgbClr val="FF0000"/>
                </a:solidFill>
              </a:rPr>
              <a:t>기름때 고착</a:t>
            </a:r>
            <a:r>
              <a:rPr kumimoji="0" lang="en-US" altLang="ko-KR" sz="1200" b="1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3. </a:t>
            </a:r>
            <a:r>
              <a:rPr kumimoji="0" lang="ko-KR" altLang="en-US" sz="1200" b="1"/>
              <a:t>주방 난방분배기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4.</a:t>
            </a:r>
            <a:r>
              <a:rPr kumimoji="0" lang="ko-KR" altLang="en-US" sz="1200" b="1"/>
              <a:t> 화장실 샤워 유리부스 재설치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5. </a:t>
            </a:r>
            <a:r>
              <a:rPr kumimoji="0" lang="ko-KR" altLang="en-US" sz="1200" b="1"/>
              <a:t>신발장 시트지 전체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6. </a:t>
            </a:r>
            <a:r>
              <a:rPr kumimoji="0" lang="ko-KR" altLang="en-US" sz="1200" b="1"/>
              <a:t>뒤베란다 방충망 </a:t>
            </a:r>
            <a:r>
              <a:rPr kumimoji="0" lang="en-US" altLang="ko-KR" sz="1200" b="1"/>
              <a:t>4</a:t>
            </a:r>
            <a:r>
              <a:rPr kumimoji="0" lang="ko-KR" altLang="en-US" sz="1200" b="1"/>
              <a:t>개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7. </a:t>
            </a:r>
            <a:r>
              <a:rPr kumimoji="0" lang="ko-KR" altLang="en-US" sz="1200" b="1"/>
              <a:t>앞베란다 창고문 재설치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8. </a:t>
            </a:r>
            <a:r>
              <a:rPr kumimoji="0" lang="ko-KR" altLang="en-US" sz="1200" b="1"/>
              <a:t>앞베란다 전산볼트 제거 및 구멍막음 보수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9. </a:t>
            </a:r>
            <a:r>
              <a:rPr kumimoji="0" lang="ko-KR" altLang="en-US" sz="1200" b="1"/>
              <a:t>신발장 옆방 문끌림 보수</a:t>
            </a:r>
            <a:r>
              <a:rPr kumimoji="0" lang="en-US" altLang="ko-KR" sz="1200" b="1"/>
              <a:t> 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10. </a:t>
            </a:r>
            <a:r>
              <a:rPr kumimoji="0" lang="ko-KR" altLang="en-US" sz="1200" b="1"/>
              <a:t>주방 씽크대 상판 전체 실리콘 재코킹작업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주방 타일 벽면 모서리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포함</a:t>
            </a:r>
            <a:r>
              <a:rPr kumimoji="0" lang="en-US" altLang="ko-KR" sz="1200" b="1"/>
              <a:t>)                             </a:t>
            </a:r>
          </a:p>
        </p:txBody>
      </p:sp>
      <p:sp>
        <p:nvSpPr>
          <p:cNvPr id="6151" name="TextBox 4">
            <a:extLst>
              <a:ext uri="{FF2B5EF4-FFF2-40B4-BE49-F238E27FC236}">
                <a16:creationId xmlns:a16="http://schemas.microsoft.com/office/drawing/2014/main" id="{BC21BCE0-5AED-050E-4984-6408F9433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989138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6152" name="TextBox 21">
            <a:extLst>
              <a:ext uri="{FF2B5EF4-FFF2-40B4-BE49-F238E27FC236}">
                <a16:creationId xmlns:a16="http://schemas.microsoft.com/office/drawing/2014/main" id="{E695C63A-B181-0218-151C-4F8028427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D46B45E-B66D-EB41-EE7F-8164BF6C6FB0}"/>
              </a:ext>
            </a:extLst>
          </p:cNvPr>
          <p:cNvSpPr/>
          <p:nvPr/>
        </p:nvSpPr>
        <p:spPr bwMode="auto">
          <a:xfrm>
            <a:off x="3316288" y="50784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C5B02C2E-6095-13D2-CD32-58354B6BEC29}"/>
              </a:ext>
            </a:extLst>
          </p:cNvPr>
          <p:cNvSpPr/>
          <p:nvPr/>
        </p:nvSpPr>
        <p:spPr>
          <a:xfrm>
            <a:off x="4176713" y="5878513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155" name="TextBox 45">
            <a:extLst>
              <a:ext uri="{FF2B5EF4-FFF2-40B4-BE49-F238E27FC236}">
                <a16:creationId xmlns:a16="http://schemas.microsoft.com/office/drawing/2014/main" id="{1BBFE967-C4A8-488F-D3EF-CBAE4F066C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67995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2111F-1D3E-5740-717D-402786FFAA2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400" b="1" dirty="0"/>
              <a:t>2. </a:t>
            </a:r>
            <a:r>
              <a:rPr lang="ko-KR" altLang="en-US" sz="2400" b="1" dirty="0"/>
              <a:t>주방 </a:t>
            </a:r>
            <a:r>
              <a:rPr lang="ko-KR" altLang="en-US" sz="2400" b="1" dirty="0" err="1"/>
              <a:t>렌지후드</a:t>
            </a:r>
            <a:r>
              <a:rPr lang="ko-KR" altLang="en-US" sz="2400" b="1" dirty="0"/>
              <a:t> 교체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휀기능</a:t>
            </a:r>
            <a:r>
              <a:rPr lang="ko-KR" altLang="en-US" sz="2400" b="1" dirty="0"/>
              <a:t> 저하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기름때 고착</a:t>
            </a:r>
            <a:r>
              <a:rPr lang="en-US" altLang="ko-KR" sz="2400" b="1" dirty="0"/>
              <a:t>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86D80FC-A71D-7CFB-D328-4E00DD73984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BD2EA494-BCF7-CCDC-EB12-FE60638BE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641475"/>
            <a:ext cx="3683000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54C8CD1-9189-209C-9B20-40B7CB815036}"/>
              </a:ext>
            </a:extLst>
          </p:cNvPr>
          <p:cNvSpPr/>
          <p:nvPr/>
        </p:nvSpPr>
        <p:spPr>
          <a:xfrm>
            <a:off x="827088" y="2133600"/>
            <a:ext cx="2592387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4" name="그림 2">
            <a:extLst>
              <a:ext uri="{FF2B5EF4-FFF2-40B4-BE49-F238E27FC236}">
                <a16:creationId xmlns:a16="http://schemas.microsoft.com/office/drawing/2014/main" id="{06871F98-2500-DD00-8EA0-895E87149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1641475"/>
            <a:ext cx="4465637" cy="323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4">
            <a:extLst>
              <a:ext uri="{FF2B5EF4-FFF2-40B4-BE49-F238E27FC236}">
                <a16:creationId xmlns:a16="http://schemas.microsoft.com/office/drawing/2014/main" id="{5521EA39-CD8B-514D-9405-056BC62F2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5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506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8195" name="Text Box 73">
            <a:extLst>
              <a:ext uri="{FF2B5EF4-FFF2-40B4-BE49-F238E27FC236}">
                <a16:creationId xmlns:a16="http://schemas.microsoft.com/office/drawing/2014/main" id="{99221D24-D11E-DDE4-188A-84AC36D99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8196" name="Text Box 73">
            <a:extLst>
              <a:ext uri="{FF2B5EF4-FFF2-40B4-BE49-F238E27FC236}">
                <a16:creationId xmlns:a16="http://schemas.microsoft.com/office/drawing/2014/main" id="{A5389AC5-F44A-4349-946C-20AFF564F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2026. 08. 12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3">
            <a:extLst>
              <a:ext uri="{FF2B5EF4-FFF2-40B4-BE49-F238E27FC236}">
                <a16:creationId xmlns:a16="http://schemas.microsoft.com/office/drawing/2014/main" id="{0876163E-53B9-92AA-EC93-63C5E7247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5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506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10243" name="TextBox 5">
            <a:extLst>
              <a:ext uri="{FF2B5EF4-FFF2-40B4-BE49-F238E27FC236}">
                <a16:creationId xmlns:a16="http://schemas.microsoft.com/office/drawing/2014/main" id="{CF741AE5-DFA1-6962-5344-EFAB16851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08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D74DAC6-BA2C-34A1-F605-BB28905A1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10245" name="TextBox 20">
            <a:extLst>
              <a:ext uri="{FF2B5EF4-FFF2-40B4-BE49-F238E27FC236}">
                <a16:creationId xmlns:a16="http://schemas.microsoft.com/office/drawing/2014/main" id="{0C504E25-9FD3-3079-6AC4-149FF7A23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5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506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10246" name="TextBox 23">
            <a:extLst>
              <a:ext uri="{FF2B5EF4-FFF2-40B4-BE49-F238E27FC236}">
                <a16:creationId xmlns:a16="http://schemas.microsoft.com/office/drawing/2014/main" id="{DEDEF6D5-7FFA-ACC4-C700-495EE817E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786063"/>
            <a:ext cx="83248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1. </a:t>
            </a:r>
            <a:r>
              <a:rPr kumimoji="0" lang="ko-KR" altLang="en-US" sz="1200" b="1"/>
              <a:t>주방 씽크대 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서랍장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옆판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개포함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전체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2. </a:t>
            </a:r>
            <a:r>
              <a:rPr kumimoji="0" lang="ko-KR" altLang="en-US" sz="1200" b="1"/>
              <a:t>주방 난방분배기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3. </a:t>
            </a:r>
            <a:r>
              <a:rPr kumimoji="0" lang="ko-KR" altLang="en-US" sz="1200" b="1"/>
              <a:t>주방 렌지후드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휀기능 저하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 고착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4.</a:t>
            </a:r>
            <a:r>
              <a:rPr kumimoji="0" lang="ko-KR" altLang="en-US" sz="1200" b="1"/>
              <a:t> 화장실 샤워 유리부스 재시공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흔들림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바닥 고정 힌지 없음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5. </a:t>
            </a:r>
            <a:r>
              <a:rPr kumimoji="0" lang="ko-KR" altLang="en-US" sz="1200" b="1"/>
              <a:t>안방 붙박이장 설치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붙박이장 없음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6.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-5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앞베란다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및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뒤베란다 방충망 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개 설치</a:t>
            </a:r>
            <a:r>
              <a:rPr kumimoji="0" lang="en-US" altLang="ko-KR" sz="1200" b="1">
                <a:solidFill>
                  <a:srgbClr val="FF0000"/>
                </a:solidFill>
              </a:rPr>
              <a:t>(</a:t>
            </a:r>
            <a:r>
              <a:rPr kumimoji="0" lang="ko-KR" altLang="en-US" sz="1200" b="1">
                <a:solidFill>
                  <a:srgbClr val="FF0000"/>
                </a:solidFill>
              </a:rPr>
              <a:t>방충망</a:t>
            </a:r>
            <a:r>
              <a:rPr kumimoji="0" lang="en-US" altLang="ko-KR" sz="1200" b="1">
                <a:solidFill>
                  <a:srgbClr val="FF0000"/>
                </a:solidFill>
              </a:rPr>
              <a:t>,</a:t>
            </a:r>
            <a:r>
              <a:rPr kumimoji="0" lang="ko-KR" altLang="en-US" sz="1200" b="1">
                <a:solidFill>
                  <a:srgbClr val="FF0000"/>
                </a:solidFill>
              </a:rPr>
              <a:t>틀 없음</a:t>
            </a:r>
            <a:r>
              <a:rPr kumimoji="0" lang="en-US" altLang="ko-KR" sz="1200" b="1">
                <a:solidFill>
                  <a:srgbClr val="FF0000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7. </a:t>
            </a:r>
            <a:r>
              <a:rPr kumimoji="0" lang="ko-KR" altLang="en-US" sz="1200" b="1"/>
              <a:t>뒤베란다 창고 곰팡이 제거 및 단열재 시공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8. </a:t>
            </a:r>
            <a:r>
              <a:rPr kumimoji="0" lang="ko-KR" altLang="en-US" sz="1200" b="1"/>
              <a:t>문끌림 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 보수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현관 입구 방문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화장실 좌측 방문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창고문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9.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천정 누수 점검 및 보수</a:t>
            </a:r>
            <a:r>
              <a:rPr kumimoji="0" lang="en-US" altLang="ko-KR" sz="1200" b="1"/>
              <a:t>                            </a:t>
            </a:r>
          </a:p>
        </p:txBody>
      </p:sp>
      <p:sp>
        <p:nvSpPr>
          <p:cNvPr id="10247" name="TextBox 4">
            <a:extLst>
              <a:ext uri="{FF2B5EF4-FFF2-40B4-BE49-F238E27FC236}">
                <a16:creationId xmlns:a16="http://schemas.microsoft.com/office/drawing/2014/main" id="{F2A3D76C-8C62-2A24-7D85-A10EDFB3A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248" name="TextBox 21">
            <a:extLst>
              <a:ext uri="{FF2B5EF4-FFF2-40B4-BE49-F238E27FC236}">
                <a16:creationId xmlns:a16="http://schemas.microsoft.com/office/drawing/2014/main" id="{DE1EAE7A-C997-AA19-8775-286966914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E32555-56DD-A0AD-5270-EADD61208332}"/>
              </a:ext>
            </a:extLst>
          </p:cNvPr>
          <p:cNvSpPr/>
          <p:nvPr/>
        </p:nvSpPr>
        <p:spPr bwMode="auto">
          <a:xfrm>
            <a:off x="3316288" y="502285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13EF8890-6075-5F47-ADA9-9A695B900CB1}"/>
              </a:ext>
            </a:extLst>
          </p:cNvPr>
          <p:cNvSpPr/>
          <p:nvPr/>
        </p:nvSpPr>
        <p:spPr>
          <a:xfrm>
            <a:off x="4176713" y="58054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51" name="TextBox 45">
            <a:extLst>
              <a:ext uri="{FF2B5EF4-FFF2-40B4-BE49-F238E27FC236}">
                <a16:creationId xmlns:a16="http://schemas.microsoft.com/office/drawing/2014/main" id="{24702A7B-C38E-40AF-5972-B7B78AC820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648200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C48B1-0FC0-4A66-4778-373A19DD78C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400" b="1" dirty="0"/>
              <a:t>3. </a:t>
            </a:r>
            <a:r>
              <a:rPr lang="ko-KR" altLang="en-US" sz="2400" b="1" dirty="0"/>
              <a:t>주방 </a:t>
            </a:r>
            <a:r>
              <a:rPr lang="ko-KR" altLang="en-US" sz="2400" b="1" dirty="0" err="1"/>
              <a:t>렌지후드</a:t>
            </a:r>
            <a:r>
              <a:rPr lang="ko-KR" altLang="en-US" sz="2400" b="1" dirty="0"/>
              <a:t> 교체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휀기능</a:t>
            </a:r>
            <a:r>
              <a:rPr lang="ko-KR" altLang="en-US" sz="2400" b="1" dirty="0"/>
              <a:t> 저하</a:t>
            </a:r>
            <a:r>
              <a:rPr lang="en-US" altLang="ko-KR" sz="2400" b="1" dirty="0"/>
              <a:t>, </a:t>
            </a:r>
            <a:r>
              <a:rPr lang="ko-KR" altLang="en-US" sz="2400" b="1" dirty="0"/>
              <a:t>기름때 고착</a:t>
            </a:r>
            <a:r>
              <a:rPr lang="en-US" altLang="ko-KR" sz="2400" b="1" dirty="0"/>
              <a:t>)</a:t>
            </a:r>
            <a:endParaRPr lang="ko-KR" altLang="en-US" sz="24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896FDA-9E6C-CE60-3D0A-A588BF3380A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그림 2">
            <a:extLst>
              <a:ext uri="{FF2B5EF4-FFF2-40B4-BE49-F238E27FC236}">
                <a16:creationId xmlns:a16="http://schemas.microsoft.com/office/drawing/2014/main" id="{9B264A16-63CE-BB2A-92DB-65826443C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475" y="1628775"/>
            <a:ext cx="81883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2FA607A-0C95-CB0E-AA00-222AD6B41987}"/>
              </a:ext>
            </a:extLst>
          </p:cNvPr>
          <p:cNvSpPr/>
          <p:nvPr/>
        </p:nvSpPr>
        <p:spPr>
          <a:xfrm>
            <a:off x="2339975" y="1844675"/>
            <a:ext cx="4679950" cy="3527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4">
            <a:extLst>
              <a:ext uri="{FF2B5EF4-FFF2-40B4-BE49-F238E27FC236}">
                <a16:creationId xmlns:a16="http://schemas.microsoft.com/office/drawing/2014/main" id="{6B222872-9926-9E33-FBAC-63686730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679575"/>
            <a:ext cx="8110537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8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408</a:t>
            </a:r>
            <a:r>
              <a:rPr kumimoji="0" lang="ko-KR" altLang="en-US" sz="2800" b="1"/>
              <a:t>호 기타공사 작업의뢰서</a:t>
            </a:r>
          </a:p>
        </p:txBody>
      </p:sp>
      <p:sp>
        <p:nvSpPr>
          <p:cNvPr id="12291" name="Text Box 73">
            <a:extLst>
              <a:ext uri="{FF2B5EF4-FFF2-40B4-BE49-F238E27FC236}">
                <a16:creationId xmlns:a16="http://schemas.microsoft.com/office/drawing/2014/main" id="{6B450EF7-F510-C812-25D9-D5F18A3C8B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12292" name="Text Box 73">
            <a:extLst>
              <a:ext uri="{FF2B5EF4-FFF2-40B4-BE49-F238E27FC236}">
                <a16:creationId xmlns:a16="http://schemas.microsoft.com/office/drawing/2014/main" id="{E298CB94-1A11-D11E-43A9-E927A037D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2026. 09. 02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>
            <a:extLst>
              <a:ext uri="{FF2B5EF4-FFF2-40B4-BE49-F238E27FC236}">
                <a16:creationId xmlns:a16="http://schemas.microsoft.com/office/drawing/2014/main" id="{928DE5F9-C7E9-400A-5AA4-87F2060FA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319088"/>
            <a:ext cx="7416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408</a:t>
            </a:r>
            <a:r>
              <a:rPr kumimoji="0" lang="ko-KR" altLang="en-US" sz="2400" b="1" u="sng"/>
              <a:t>호 기타공사 작업의뢰서</a:t>
            </a:r>
            <a:r>
              <a:rPr kumimoji="0" lang="en-US" altLang="ko-KR" sz="2400" b="1" u="sng">
                <a:solidFill>
                  <a:srgbClr val="FF0000"/>
                </a:solidFill>
              </a:rPr>
              <a:t>(</a:t>
            </a:r>
            <a:r>
              <a:rPr kumimoji="0" lang="ko-KR" altLang="en-US" sz="2400" b="1" u="sng">
                <a:solidFill>
                  <a:srgbClr val="FF0000"/>
                </a:solidFill>
              </a:rPr>
              <a:t>긴급</a:t>
            </a:r>
            <a:r>
              <a:rPr kumimoji="0" lang="en-US" altLang="ko-KR" sz="2400" b="1" u="sng">
                <a:solidFill>
                  <a:srgbClr val="FF0000"/>
                </a:solidFill>
              </a:rPr>
              <a:t>)</a:t>
            </a:r>
            <a:endParaRPr kumimoji="0" lang="ko-KR" altLang="en-US" sz="2400" b="1" u="sng">
              <a:solidFill>
                <a:srgbClr val="FF0000"/>
              </a:solidFill>
            </a:endParaRPr>
          </a:p>
        </p:txBody>
      </p:sp>
      <p:sp>
        <p:nvSpPr>
          <p:cNvPr id="14339" name="TextBox 4">
            <a:extLst>
              <a:ext uri="{FF2B5EF4-FFF2-40B4-BE49-F238E27FC236}">
                <a16:creationId xmlns:a16="http://schemas.microsoft.com/office/drawing/2014/main" id="{216DB19A-11EA-7ECA-EAAC-78DB326CE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긴급으로 요청</a:t>
            </a:r>
          </a:p>
        </p:txBody>
      </p:sp>
      <p:sp>
        <p:nvSpPr>
          <p:cNvPr id="14340" name="TextBox 5">
            <a:extLst>
              <a:ext uri="{FF2B5EF4-FFF2-40B4-BE49-F238E27FC236}">
                <a16:creationId xmlns:a16="http://schemas.microsoft.com/office/drawing/2014/main" id="{EACCE09B-2AC5-61FE-FCAF-6911D24FD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BEB16A88-E532-1B03-59F6-21BB971AC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14342" name="TextBox 20">
            <a:extLst>
              <a:ext uri="{FF2B5EF4-FFF2-40B4-BE49-F238E27FC236}">
                <a16:creationId xmlns:a16="http://schemas.microsoft.com/office/drawing/2014/main" id="{F9EF6441-86BD-2716-AB03-E41B1616A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14343" name="TextBox 21">
            <a:extLst>
              <a:ext uri="{FF2B5EF4-FFF2-40B4-BE49-F238E27FC236}">
                <a16:creationId xmlns:a16="http://schemas.microsoft.com/office/drawing/2014/main" id="{5BF97CC5-5B05-78E2-990E-0E00715C9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8400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</a:t>
            </a:r>
            <a:r>
              <a:rPr kumimoji="0" lang="ko-KR" altLang="en-US" sz="1200" b="1">
                <a:solidFill>
                  <a:srgbClr val="FF0000"/>
                </a:solidFill>
              </a:rPr>
              <a:t>입주중</a:t>
            </a:r>
          </a:p>
        </p:txBody>
      </p:sp>
      <p:sp>
        <p:nvSpPr>
          <p:cNvPr id="14344" name="TextBox 23">
            <a:extLst>
              <a:ext uri="{FF2B5EF4-FFF2-40B4-BE49-F238E27FC236}">
                <a16:creationId xmlns:a16="http://schemas.microsoft.com/office/drawing/2014/main" id="{1790C685-D9CA-CD6C-C270-3994AEAE9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4175"/>
            <a:ext cx="8128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휀흡입력 저하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기름때 고착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고장으로 인한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교체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endParaRPr kumimoji="0"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14345" name="TextBox 45">
            <a:extLst>
              <a:ext uri="{FF2B5EF4-FFF2-40B4-BE49-F238E27FC236}">
                <a16:creationId xmlns:a16="http://schemas.microsoft.com/office/drawing/2014/main" id="{AD18486D-76FA-EBE8-85D9-5EE6A2E45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8670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5F636D-583D-D160-E705-19A92F9CC2C9}"/>
              </a:ext>
            </a:extLst>
          </p:cNvPr>
          <p:cNvSpPr/>
          <p:nvPr/>
        </p:nvSpPr>
        <p:spPr bwMode="auto">
          <a:xfrm>
            <a:off x="3316288" y="46529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2F71B361-02C9-AB9A-6507-C568A5E79B16}"/>
              </a:ext>
            </a:extLst>
          </p:cNvPr>
          <p:cNvSpPr/>
          <p:nvPr/>
        </p:nvSpPr>
        <p:spPr>
          <a:xfrm>
            <a:off x="4176713" y="5661025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E6B29-5AE6-4DBB-0401-381C22A750F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주방 </a:t>
            </a:r>
            <a:r>
              <a:rPr lang="ko-KR" altLang="en-US" sz="3200" b="1" dirty="0" err="1"/>
              <a:t>렌지후드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휀흡입력</a:t>
            </a:r>
            <a:r>
              <a:rPr lang="ko-KR" altLang="en-US" sz="3200" b="1" dirty="0"/>
              <a:t> 저하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기름때 고착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87F54F9-27C0-CA12-6CCD-5ABB2F224D9E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5364" name="내용 개체 틀 5">
            <a:extLst>
              <a:ext uri="{FF2B5EF4-FFF2-40B4-BE49-F238E27FC236}">
                <a16:creationId xmlns:a16="http://schemas.microsoft.com/office/drawing/2014/main" id="{CC3F41C7-1596-C58A-DAD1-6080A336C73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3075" y="1639888"/>
            <a:ext cx="8213725" cy="4525962"/>
          </a:xfr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7F2BFFE-7D38-A25A-E6E8-C5F591FE7ED5}"/>
              </a:ext>
            </a:extLst>
          </p:cNvPr>
          <p:cNvSpPr/>
          <p:nvPr/>
        </p:nvSpPr>
        <p:spPr>
          <a:xfrm>
            <a:off x="1763713" y="1628775"/>
            <a:ext cx="6048375" cy="41036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2A835-C26E-B316-7A14-C97A64B34CA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주방 </a:t>
            </a:r>
            <a:r>
              <a:rPr lang="ko-KR" altLang="en-US" sz="3200" b="1" dirty="0" err="1"/>
              <a:t>렌지후드</a:t>
            </a:r>
            <a:r>
              <a:rPr lang="en-US" altLang="ko-KR" sz="3200" b="1" dirty="0"/>
              <a:t>(</a:t>
            </a:r>
            <a:r>
              <a:rPr lang="ko-KR" altLang="en-US" sz="3200" b="1" dirty="0" err="1"/>
              <a:t>휀흡입력</a:t>
            </a:r>
            <a:r>
              <a:rPr lang="ko-KR" altLang="en-US" sz="3200" b="1" dirty="0"/>
              <a:t> 저하</a:t>
            </a:r>
            <a:r>
              <a:rPr lang="en-US" altLang="ko-KR" sz="3200" b="1" dirty="0"/>
              <a:t>, </a:t>
            </a:r>
            <a:r>
              <a:rPr lang="ko-KR" altLang="en-US" sz="3200" b="1" dirty="0"/>
              <a:t>기름때 고착</a:t>
            </a:r>
            <a:r>
              <a:rPr lang="en-US" altLang="ko-KR" sz="3200" b="1" dirty="0"/>
              <a:t>)</a:t>
            </a:r>
            <a:endParaRPr lang="ko-KR" altLang="en-US" sz="32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152591A-24BF-60CD-D210-440656209FDF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6388" name="내용 개체 틀 5">
            <a:extLst>
              <a:ext uri="{FF2B5EF4-FFF2-40B4-BE49-F238E27FC236}">
                <a16:creationId xmlns:a16="http://schemas.microsoft.com/office/drawing/2014/main" id="{75236848-3033-1CFD-EA81-D2AABA8F58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18488" cy="4525963"/>
          </a:xfr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7F9FF886-23A5-C34C-1A22-AB21C2EE568D}"/>
              </a:ext>
            </a:extLst>
          </p:cNvPr>
          <p:cNvSpPr/>
          <p:nvPr/>
        </p:nvSpPr>
        <p:spPr>
          <a:xfrm>
            <a:off x="2627313" y="1989138"/>
            <a:ext cx="3529012" cy="36004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4">
            <a:extLst>
              <a:ext uri="{FF2B5EF4-FFF2-40B4-BE49-F238E27FC236}">
                <a16:creationId xmlns:a16="http://schemas.microsoft.com/office/drawing/2014/main" id="{471BF9EC-51F8-C8EC-27C7-F3125A875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1665288"/>
            <a:ext cx="61928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510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17411" name="Text Box 73">
            <a:extLst>
              <a:ext uri="{FF2B5EF4-FFF2-40B4-BE49-F238E27FC236}">
                <a16:creationId xmlns:a16="http://schemas.microsoft.com/office/drawing/2014/main" id="{2FE3E88A-9E41-59EC-C29C-4F0DBA335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17412" name="Text Box 73">
            <a:extLst>
              <a:ext uri="{FF2B5EF4-FFF2-40B4-BE49-F238E27FC236}">
                <a16:creationId xmlns:a16="http://schemas.microsoft.com/office/drawing/2014/main" id="{B684B357-A3FE-AFE8-CC63-537A9E4D9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2026. 09. 04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3">
            <a:extLst>
              <a:ext uri="{FF2B5EF4-FFF2-40B4-BE49-F238E27FC236}">
                <a16:creationId xmlns:a16="http://schemas.microsoft.com/office/drawing/2014/main" id="{87625397-AE3A-93A9-BADC-74475CCCA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510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19459" name="TextBox 5">
            <a:extLst>
              <a:ext uri="{FF2B5EF4-FFF2-40B4-BE49-F238E27FC236}">
                <a16:creationId xmlns:a16="http://schemas.microsoft.com/office/drawing/2014/main" id="{E8D9EE25-C1C3-FFB0-E037-B9DB4A276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09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F0EA2A0-9B29-BFB3-E4BA-CDE2FC4A7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19461" name="TextBox 20">
            <a:extLst>
              <a:ext uri="{FF2B5EF4-FFF2-40B4-BE49-F238E27FC236}">
                <a16:creationId xmlns:a16="http://schemas.microsoft.com/office/drawing/2014/main" id="{6407CBD0-52BF-A61B-2E16-F41F23010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510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19462" name="TextBox 23">
            <a:extLst>
              <a:ext uri="{FF2B5EF4-FFF2-40B4-BE49-F238E27FC236}">
                <a16:creationId xmlns:a16="http://schemas.microsoft.com/office/drawing/2014/main" id="{8C6C296D-E311-DA3F-6F76-C644ED266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3" y="2701925"/>
            <a:ext cx="832485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1. </a:t>
            </a:r>
            <a:r>
              <a:rPr kumimoji="0" lang="ko-KR" altLang="en-US" sz="1200" b="1"/>
              <a:t>화장실 우측방 붙박이장 뒤 벽체 단열재 시공</a:t>
            </a:r>
            <a:r>
              <a:rPr kumimoji="0" lang="en-US" altLang="ko-KR" sz="1200" b="1"/>
              <a:t>(※</a:t>
            </a:r>
            <a:r>
              <a:rPr kumimoji="0" lang="ko-KR" altLang="en-US" sz="1200" b="1"/>
              <a:t>붙박이장 우측 벽체 부분 포함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2. </a:t>
            </a:r>
            <a:r>
              <a:rPr kumimoji="0" lang="ko-KR" altLang="en-US" sz="1200" b="1"/>
              <a:t>주방 씽크대 상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 문짝 전체 교체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서랍장 앞판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 포함</a:t>
            </a:r>
            <a:r>
              <a:rPr kumimoji="0" lang="en-US" altLang="ko-KR" sz="1200" b="1"/>
              <a:t>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3. </a:t>
            </a:r>
            <a:r>
              <a:rPr kumimoji="0" lang="ko-KR" altLang="en-US" sz="1200" b="1"/>
              <a:t>주방 씽크대 난방 분배기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4. </a:t>
            </a:r>
            <a:r>
              <a:rPr kumimoji="0" lang="ko-KR" altLang="en-US" sz="1200" b="1"/>
              <a:t>주방 렌지후드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흡입력저하 및 기름때 고착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교체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5. </a:t>
            </a:r>
            <a:r>
              <a:rPr kumimoji="0" lang="ko-KR" altLang="en-US" sz="1200" b="1"/>
              <a:t>주방 씽크대 상판 실리콘 재코킹 작업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6. </a:t>
            </a:r>
            <a:r>
              <a:rPr kumimoji="0" lang="ko-KR" altLang="en-US" sz="1200" b="1"/>
              <a:t>신발장 시트지 교체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 7. </a:t>
            </a:r>
            <a:r>
              <a:rPr kumimoji="0" lang="ko-KR" altLang="en-US" sz="1200" b="1"/>
              <a:t>뒤베란다 창고 곰팡이제거 및 단열재 시공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 8.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천정 누수 점검 및 보수 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/>
              <a:t>                      9. </a:t>
            </a:r>
            <a:r>
              <a:rPr kumimoji="0" lang="ko-KR" altLang="en-US" sz="1200" b="1"/>
              <a:t>화장실 벽면 모서리</a:t>
            </a:r>
            <a:r>
              <a:rPr kumimoji="0" lang="en-US" altLang="ko-KR" sz="1200" b="1"/>
              <a:t>(4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실리콘 코킹작업</a:t>
            </a:r>
            <a:endParaRPr kumimoji="0" lang="en-US" altLang="ko-KR" sz="1200" b="1"/>
          </a:p>
        </p:txBody>
      </p:sp>
      <p:sp>
        <p:nvSpPr>
          <p:cNvPr id="19463" name="TextBox 4">
            <a:extLst>
              <a:ext uri="{FF2B5EF4-FFF2-40B4-BE49-F238E27FC236}">
                <a16:creationId xmlns:a16="http://schemas.microsoft.com/office/drawing/2014/main" id="{30B0DD88-57C2-26C6-CA61-7E563E0ED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9464" name="TextBox 21">
            <a:extLst>
              <a:ext uri="{FF2B5EF4-FFF2-40B4-BE49-F238E27FC236}">
                <a16:creationId xmlns:a16="http://schemas.microsoft.com/office/drawing/2014/main" id="{A5CF32A8-BBB5-EFAF-9497-5178BF471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41575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493600-8779-6C13-B372-AF8ACE7764C4}"/>
              </a:ext>
            </a:extLst>
          </p:cNvPr>
          <p:cNvSpPr/>
          <p:nvPr/>
        </p:nvSpPr>
        <p:spPr bwMode="auto">
          <a:xfrm>
            <a:off x="3316288" y="50069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1" name="아래쪽 화살표 10">
            <a:extLst>
              <a:ext uri="{FF2B5EF4-FFF2-40B4-BE49-F238E27FC236}">
                <a16:creationId xmlns:a16="http://schemas.microsoft.com/office/drawing/2014/main" id="{726A09C9-1D8F-A07C-E026-622FE7653D3B}"/>
              </a:ext>
            </a:extLst>
          </p:cNvPr>
          <p:cNvSpPr/>
          <p:nvPr/>
        </p:nvSpPr>
        <p:spPr>
          <a:xfrm>
            <a:off x="4176713" y="58054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9467" name="TextBox 45">
            <a:extLst>
              <a:ext uri="{FF2B5EF4-FFF2-40B4-BE49-F238E27FC236}">
                <a16:creationId xmlns:a16="http://schemas.microsoft.com/office/drawing/2014/main" id="{F2BE7C66-D2CB-FBDF-8961-6FA190356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4535488"/>
            <a:ext cx="8456612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9FCDA6-C5DC-D59E-189F-389FEE54D7C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2400" b="1" dirty="0"/>
              <a:t>4. </a:t>
            </a:r>
            <a:r>
              <a:rPr lang="ko-KR" altLang="en-US" sz="2400" b="1" dirty="0"/>
              <a:t>주방 </a:t>
            </a:r>
            <a:r>
              <a:rPr lang="ko-KR" altLang="en-US" sz="2400" b="1" dirty="0" err="1"/>
              <a:t>렌지후드</a:t>
            </a:r>
            <a:r>
              <a:rPr lang="en-US" altLang="ko-KR" sz="2400" b="1" dirty="0"/>
              <a:t>(</a:t>
            </a:r>
            <a:r>
              <a:rPr lang="ko-KR" altLang="en-US" sz="2400" b="1" dirty="0" err="1"/>
              <a:t>흡입력저하</a:t>
            </a:r>
            <a:r>
              <a:rPr lang="ko-KR" altLang="en-US" sz="2400" b="1" dirty="0"/>
              <a:t> 및 기름때 고착</a:t>
            </a:r>
            <a:r>
              <a:rPr lang="en-US" altLang="ko-KR" sz="2400" b="1" dirty="0"/>
              <a:t>)</a:t>
            </a:r>
            <a:r>
              <a:rPr lang="ko-KR" altLang="en-US" sz="2400" b="1" dirty="0"/>
              <a:t> 교체</a:t>
            </a:r>
            <a:endParaRPr lang="ko-KR" altLang="en-US" sz="2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BEC076-BF8B-29E4-00B5-8004DCF5BDA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20484" name="그림 2">
            <a:extLst>
              <a:ext uri="{FF2B5EF4-FFF2-40B4-BE49-F238E27FC236}">
                <a16:creationId xmlns:a16="http://schemas.microsoft.com/office/drawing/2014/main" id="{7BC7ADA7-B666-64C1-88ED-29DDC4E75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628775"/>
            <a:ext cx="4175125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9CBA2DE4-AF7D-4A4B-8DBA-54B1DEE00102}"/>
              </a:ext>
            </a:extLst>
          </p:cNvPr>
          <p:cNvSpPr/>
          <p:nvPr/>
        </p:nvSpPr>
        <p:spPr>
          <a:xfrm rot="21325726">
            <a:off x="1266825" y="2058988"/>
            <a:ext cx="2446338" cy="2816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0486" name="그림 2">
            <a:extLst>
              <a:ext uri="{FF2B5EF4-FFF2-40B4-BE49-F238E27FC236}">
                <a16:creationId xmlns:a16="http://schemas.microsoft.com/office/drawing/2014/main" id="{1B9212A5-4846-E64D-04B6-200DA7EFA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25" y="1628775"/>
            <a:ext cx="3992563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8DA550E9-200B-24E8-1201-2920231DF524}"/>
              </a:ext>
            </a:extLst>
          </p:cNvPr>
          <p:cNvSpPr/>
          <p:nvPr/>
        </p:nvSpPr>
        <p:spPr>
          <a:xfrm>
            <a:off x="5208588" y="2349500"/>
            <a:ext cx="3108325" cy="22891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2208</TotalTime>
  <Words>832</Words>
  <Application>Microsoft Office PowerPoint</Application>
  <PresentationFormat>화면 슬라이드 쇼(4:3)</PresentationFormat>
  <Paragraphs>88</Paragraphs>
  <Slides>14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2. 주방 렌지후드 교체(휀기능 저하, 기름때 고착)</vt:lpstr>
      <vt:lpstr>PowerPoint 프레젠테이션</vt:lpstr>
      <vt:lpstr>PowerPoint 프레젠테이션</vt:lpstr>
      <vt:lpstr>3. 주방 렌지후드 교체(휀기능 저하, 기름때 고착)</vt:lpstr>
      <vt:lpstr>PowerPoint 프레젠테이션</vt:lpstr>
      <vt:lpstr>PowerPoint 프레젠테이션</vt:lpstr>
      <vt:lpstr>주방 렌지후드(휀흡입력 저하, 기름때 고착)</vt:lpstr>
      <vt:lpstr>주방 렌지후드(휀흡입력 저하, 기름때 고착)</vt:lpstr>
      <vt:lpstr>PowerPoint 프레젠테이션</vt:lpstr>
      <vt:lpstr>PowerPoint 프레젠테이션</vt:lpstr>
      <vt:lpstr>4. 주방 렌지후드(흡입력저하 및 기름때 고착) 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422</cp:revision>
  <cp:lastPrinted>2022-08-17T04:02:57Z</cp:lastPrinted>
  <dcterms:created xsi:type="dcterms:W3CDTF">2012-05-23T04:33:26Z</dcterms:created>
  <dcterms:modified xsi:type="dcterms:W3CDTF">2026-09-09T01:03:55Z</dcterms:modified>
</cp:coreProperties>
</file>