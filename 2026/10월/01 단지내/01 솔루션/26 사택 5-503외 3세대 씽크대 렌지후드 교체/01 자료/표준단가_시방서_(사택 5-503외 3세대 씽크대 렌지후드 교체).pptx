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2026-09-09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2026-09-09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2026-09-09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2026-09-09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2026-09-09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2026-09-09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2026-09-09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2026-09-09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2026-09-09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2026-09-09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2026-09-09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2026-09-09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2026-09-09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5-503</a:t>
            </a:r>
            <a:r>
              <a:rPr lang="ko-KR" altLang="en-US" b="1">
                <a:latin typeface="+mn-ea"/>
              </a:rPr>
              <a:t>외 </a:t>
            </a:r>
            <a:r>
              <a:rPr lang="en-US" altLang="ko-KR" b="1">
                <a:latin typeface="+mn-ea"/>
              </a:rPr>
              <a:t>3</a:t>
            </a:r>
            <a:r>
              <a:rPr lang="ko-KR" altLang="en-US" b="1">
                <a:latin typeface="+mn-ea"/>
              </a:rPr>
              <a:t>세대 씽크대 렌지후드 교체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5-503</a:t>
            </a:r>
            <a:r>
              <a:rPr lang="ko-KR" altLang="en-US" sz="1000" b="1">
                <a:latin typeface="+mn-ea"/>
              </a:rPr>
              <a:t>외 </a:t>
            </a:r>
            <a:r>
              <a:rPr lang="en-US" altLang="ko-KR" sz="1000" b="1">
                <a:latin typeface="+mn-ea"/>
              </a:rPr>
              <a:t>3</a:t>
            </a:r>
            <a:r>
              <a:rPr lang="ko-KR" altLang="en-US" sz="1000" b="1">
                <a:latin typeface="+mn-ea"/>
              </a:rPr>
              <a:t>세대 씽크대 렌지후드 교체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대상 전체 </a:t>
            </a:r>
            <a:r>
              <a:rPr lang="en-US" altLang="ko-KR" sz="1000"/>
              <a:t>4</a:t>
            </a:r>
            <a:r>
              <a:rPr lang="ko-KR" altLang="en-US" sz="1000"/>
              <a:t>세대 </a:t>
            </a:r>
            <a:r>
              <a:rPr lang="en-US" altLang="ko-KR" sz="1000"/>
              <a:t>(5</a:t>
            </a:r>
            <a:r>
              <a:rPr lang="ko-KR" altLang="en-US" sz="1000"/>
              <a:t>동 및 </a:t>
            </a:r>
            <a:r>
              <a:rPr lang="en-US" altLang="ko-KR" sz="1000"/>
              <a:t>8</a:t>
            </a:r>
            <a:r>
              <a:rPr lang="ko-KR" altLang="en-US" sz="1000"/>
              <a:t>동</a:t>
            </a:r>
            <a:r>
              <a:rPr lang="en-US" altLang="ko-KR" sz="1000"/>
              <a:t>)
5</a:t>
            </a:r>
            <a:r>
              <a:rPr lang="ko-KR" altLang="en-US" sz="1000"/>
              <a:t>동 </a:t>
            </a:r>
            <a:r>
              <a:rPr lang="en-US" altLang="ko-KR" sz="1000"/>
              <a:t>503</a:t>
            </a:r>
            <a:r>
              <a:rPr lang="ko-KR" altLang="en-US" sz="1000"/>
              <a:t>호</a:t>
            </a:r>
            <a:r>
              <a:rPr lang="en-US" altLang="ko-KR" sz="1000"/>
              <a:t>_506</a:t>
            </a:r>
            <a:r>
              <a:rPr lang="ko-KR" altLang="en-US" sz="1000"/>
              <a:t>호 및 </a:t>
            </a:r>
            <a:r>
              <a:rPr lang="en-US" altLang="ko-KR" sz="1000"/>
              <a:t>8</a:t>
            </a:r>
            <a:r>
              <a:rPr lang="ko-KR" altLang="en-US" sz="1000"/>
              <a:t>동 </a:t>
            </a:r>
            <a:r>
              <a:rPr lang="en-US" altLang="ko-KR" sz="1000"/>
              <a:t>408</a:t>
            </a:r>
            <a:r>
              <a:rPr lang="ko-KR" altLang="en-US" sz="1000"/>
              <a:t>호</a:t>
            </a:r>
            <a:r>
              <a:rPr lang="en-US" altLang="ko-KR" sz="1000"/>
              <a:t>_510</a:t>
            </a:r>
            <a:r>
              <a:rPr lang="ko-KR" altLang="en-US" sz="1000"/>
              <a:t>호 
기존 씽크대 렌지 후드 철거 작업
기존 씽크대 렌지 후드 철거 부분 조정 작업
신규 씽크대 렌지 후드 설치 및 실리콘 작업
신규 씽크대 렌지 후드 시운전 및 정리 작업
폐기물 반출 및 처리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857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2026-09-09T01:40:48Z</dcterms:modified>
</cp:coreProperties>
</file>