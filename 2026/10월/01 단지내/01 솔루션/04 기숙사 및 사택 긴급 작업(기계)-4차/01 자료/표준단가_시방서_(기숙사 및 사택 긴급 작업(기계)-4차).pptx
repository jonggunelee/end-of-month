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2026-09-01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기계</a:t>
            </a:r>
            <a:r>
              <a:rPr lang="en-US" altLang="ko-KR" b="1" dirty="0">
                <a:latin typeface="+mn-ea"/>
              </a:rPr>
              <a:t>)-4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기계</a:t>
            </a:r>
            <a:r>
              <a:rPr lang="en-US" altLang="ko-KR" sz="1000" dirty="0">
                <a:latin typeface="+mn-ea"/>
              </a:rPr>
              <a:t>)-4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</a:t>
            </a:r>
            <a:r>
              <a:rPr lang="en-US" altLang="ko-KR" sz="1000"/>
              <a:t>.</a:t>
            </a:r>
            <a:r>
              <a:rPr lang="ko-KR" altLang="en-US" sz="1000"/>
              <a:t>소액</a:t>
            </a:r>
            <a:r>
              <a:rPr lang="en-US" altLang="ko-KR" sz="1000"/>
              <a:t>.</a:t>
            </a:r>
            <a:r>
              <a:rPr lang="ko-KR" altLang="en-US" sz="1000"/>
              <a:t>누수</a:t>
            </a:r>
            <a:r>
              <a:rPr lang="en-US" altLang="ko-KR" sz="1000"/>
              <a:t>.</a:t>
            </a:r>
            <a:r>
              <a:rPr lang="ko-KR" altLang="en-US" sz="1000"/>
              <a:t>긴급성 보수 대응▷물량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495</cp:revision>
  <dcterms:created xsi:type="dcterms:W3CDTF">2015-01-28T03:52:40Z</dcterms:created>
  <dcterms:modified xsi:type="dcterms:W3CDTF">2026-09-01T01:00:48Z</dcterms:modified>
</cp:coreProperties>
</file>