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1980" y="6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2026-08-03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2026-08-03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2026-08-03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2026-08-03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2026-08-03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2026-08-03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2026-08-03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2026-08-03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2026-08-03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2026-08-03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2026-08-03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2026-08-03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2026-08-03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5-503 </a:t>
            </a:r>
            <a:r>
              <a:rPr lang="ko-KR" altLang="en-US" b="1">
                <a:latin typeface="+mn-ea"/>
              </a:rPr>
              <a:t>수장작업 </a:t>
            </a:r>
            <a:r>
              <a:rPr lang="ko-KR" altLang="en-US" b="1" dirty="0">
                <a:latin typeface="+mn-ea"/>
              </a:rPr>
              <a:t>件</a:t>
            </a:r>
            <a:endParaRPr lang="en-US" altLang="ko-KR" b="1" dirty="0"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- </a:t>
            </a:r>
            <a:r>
              <a:rPr lang="ko-KR" altLang="en-US" b="1" dirty="0">
                <a:latin typeface="+mn-ea"/>
              </a:rPr>
              <a:t>시 방 서 </a:t>
            </a:r>
            <a:r>
              <a:rPr lang="en-US" altLang="ko-KR" b="1" dirty="0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 b="1">
                <a:latin typeface="+mn-ea"/>
              </a:rPr>
              <a:t>사택 </a:t>
            </a:r>
            <a:r>
              <a:rPr lang="en-US" altLang="ko-KR" sz="1000" b="1">
                <a:latin typeface="+mn-ea"/>
              </a:rPr>
              <a:t>5-503 </a:t>
            </a:r>
            <a:r>
              <a:rPr lang="ko-KR" altLang="en-US" sz="1000" b="1">
                <a:latin typeface="+mn-ea"/>
              </a:rPr>
              <a:t>수장작업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위치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대전 유성구 </a:t>
            </a:r>
            <a:r>
              <a:rPr lang="ko-KR" altLang="en-US" sz="1000" dirty="0" err="1">
                <a:latin typeface="+mn-ea"/>
              </a:rPr>
              <a:t>도룡동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도배</a:t>
            </a:r>
            <a:r>
              <a:rPr lang="en-US" altLang="ko-KR" sz="1000"/>
              <a:t>(</a:t>
            </a:r>
            <a:r>
              <a:rPr lang="ko-KR" altLang="en-US" sz="1000"/>
              <a:t>벽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도배</a:t>
            </a:r>
            <a:r>
              <a:rPr lang="en-US" altLang="ko-KR" sz="1000"/>
              <a:t>(</a:t>
            </a:r>
            <a:r>
              <a:rPr lang="ko-KR" altLang="en-US" sz="1000"/>
              <a:t>천정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장판</a:t>
            </a:r>
            <a:r>
              <a:rPr lang="en-US" altLang="ko-KR" sz="1000"/>
              <a:t>(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앞</a:t>
            </a:r>
            <a:r>
              <a:rPr lang="en-US" altLang="ko-KR" sz="1000"/>
              <a:t>_</a:t>
            </a:r>
            <a:r>
              <a:rPr lang="ko-KR" altLang="en-US" sz="1000"/>
              <a:t>뒤베란다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(</a:t>
            </a:r>
            <a:r>
              <a:rPr lang="ko-KR" altLang="en-US" sz="1000"/>
              <a:t>문</a:t>
            </a:r>
            <a:r>
              <a:rPr lang="en-US" altLang="ko-KR" sz="1000"/>
              <a:t>_</a:t>
            </a:r>
            <a:r>
              <a:rPr lang="ko-KR" altLang="en-US" sz="1000"/>
              <a:t>문틀</a:t>
            </a:r>
            <a:r>
              <a:rPr lang="en-US" altLang="ko-KR" sz="1000"/>
              <a:t>)0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현관 방화문 내부</a:t>
            </a:r>
            <a:r>
              <a:rPr lang="en-US" altLang="ko-KR" sz="1000"/>
              <a:t>_ </a:t>
            </a:r>
            <a:r>
              <a:rPr lang="ko-KR" altLang="en-US" sz="1000"/>
              <a:t>거실 걸레받이</a:t>
            </a:r>
            <a:r>
              <a:rPr lang="en-US" altLang="ko-KR" sz="1000"/>
              <a:t>) </a:t>
            </a:r>
            <a:r>
              <a:rPr lang="ko-KR" altLang="en-US" sz="1000"/>
              <a:t>작업
폐기물 반출 및 폐기 처리 작업
준공청소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851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2026-08-03T02:22:40Z</dcterms:modified>
</cp:coreProperties>
</file>