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2026-08-31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2026-08-31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2026-08-31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2026-08-31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7-205 </a:t>
            </a:r>
            <a:r>
              <a:rPr lang="ko-KR" altLang="en-US" b="1">
                <a:latin typeface="+mn-ea"/>
              </a:rPr>
              <a:t>도배보수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7-205 </a:t>
            </a:r>
            <a:r>
              <a:rPr lang="ko-KR" altLang="en-US" sz="1000" b="1">
                <a:latin typeface="+mn-ea"/>
              </a:rPr>
              <a:t>도배보수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230149"/>
            <a:ext cx="6000792" cy="2313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300000"/>
              </a:lnSpc>
              <a:buFontTx/>
              <a:buAutoNum type="arabicParenR"/>
            </a:pPr>
            <a:r>
              <a:rPr lang="en-US" altLang="ko-KR" sz="1000" dirty="0"/>
              <a:t>-</a:t>
            </a:r>
            <a:r>
              <a:rPr lang="ko-KR" altLang="en-US" sz="1000" dirty="0"/>
              <a:t>거실 벽면 가구 </a:t>
            </a:r>
            <a:r>
              <a:rPr lang="ko-KR" altLang="en-US" sz="1000" dirty="0" err="1"/>
              <a:t>피양</a:t>
            </a:r>
            <a:r>
              <a:rPr lang="ko-KR" altLang="en-US" sz="1000" dirty="0"/>
              <a:t> 및 보양 작업
</a:t>
            </a:r>
            <a:r>
              <a:rPr lang="en-US" altLang="ko-KR" sz="1000" dirty="0"/>
              <a:t>-</a:t>
            </a:r>
            <a:r>
              <a:rPr lang="ko-KR" altLang="en-US" sz="1000" dirty="0"/>
              <a:t>거실 벽면 곰팡이 부분 벽지 철거 작업
</a:t>
            </a:r>
            <a:r>
              <a:rPr lang="en-US" altLang="ko-KR" sz="1000" dirty="0"/>
              <a:t>-</a:t>
            </a:r>
            <a:r>
              <a:rPr lang="ko-KR" altLang="en-US" sz="1000" dirty="0"/>
              <a:t>거실 벽면 곰팡이 부분 벽지 설치 작업
</a:t>
            </a:r>
            <a:r>
              <a:rPr lang="en-US" altLang="ko-KR" sz="1000" dirty="0"/>
              <a:t>-</a:t>
            </a:r>
            <a:r>
              <a:rPr lang="ko-KR" altLang="en-US" sz="1000" dirty="0"/>
              <a:t>거실 벽면 가구 원복 작업
</a:t>
            </a:r>
            <a:r>
              <a:rPr lang="en-US" altLang="ko-KR" sz="1000" dirty="0"/>
              <a:t>-</a:t>
            </a:r>
            <a:r>
              <a:rPr lang="ko-KR" altLang="en-US" sz="1000" dirty="0"/>
              <a:t>폐기물 반출 및 폐기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490</cp:revision>
  <dcterms:created xsi:type="dcterms:W3CDTF">2015-01-28T03:52:40Z</dcterms:created>
  <dcterms:modified xsi:type="dcterms:W3CDTF">2026-08-31T00:17:59Z</dcterms:modified>
</cp:coreProperties>
</file>