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202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어린이집 귀뚜라미 보일러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대 납품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어린이집 귀뚜라미 보일러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대 납품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102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31749"/>
            <a:ext cx="6000792" cy="1947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거꾸로</a:t>
            </a:r>
            <a:r>
              <a:rPr lang="en-US" altLang="ko-KR" sz="1000" dirty="0"/>
              <a:t>NEW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P10-30H</a:t>
            </a:r>
            <a:r>
              <a:rPr lang="en-US" altLang="ko-KR" sz="1000" dirty="0"/>
              <a:t> (</a:t>
            </a:r>
            <a:r>
              <a:rPr lang="ko-KR" altLang="en-US" sz="1000" dirty="0"/>
              <a:t>귀뚜라미보일러</a:t>
            </a:r>
            <a:r>
              <a:rPr lang="en-US" altLang="ko-KR" sz="1000" dirty="0"/>
              <a:t>) 1</a:t>
            </a:r>
            <a:r>
              <a:rPr lang="ko-KR" altLang="en-US" sz="1000" dirty="0"/>
              <a:t>대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각방제어시스템 </a:t>
            </a:r>
            <a:r>
              <a:rPr lang="en-US" altLang="ko-KR" sz="1000" dirty="0"/>
              <a:t>5</a:t>
            </a:r>
            <a:r>
              <a:rPr lang="ko-KR" altLang="en-US" sz="1000" dirty="0"/>
              <a:t>구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각방제어시스템 </a:t>
            </a:r>
            <a:r>
              <a:rPr lang="en-US" altLang="ko-KR" sz="1000" dirty="0"/>
              <a:t>7</a:t>
            </a:r>
            <a:r>
              <a:rPr lang="ko-KR" altLang="en-US" sz="1000" dirty="0"/>
              <a:t>구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기존 각방 제어기 밸브 및 </a:t>
            </a:r>
            <a:r>
              <a:rPr lang="ko-KR" altLang="en-US" sz="1000" dirty="0" err="1"/>
              <a:t>제어판넬</a:t>
            </a:r>
            <a:r>
              <a:rPr lang="ko-KR" altLang="en-US" sz="1000" dirty="0"/>
              <a:t> 철거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기존 각방 제어기 밸브 및 </a:t>
            </a:r>
            <a:r>
              <a:rPr lang="ko-KR" altLang="en-US" sz="1000" dirty="0" err="1"/>
              <a:t>제어판넬</a:t>
            </a:r>
            <a:r>
              <a:rPr lang="ko-KR" altLang="en-US" sz="1000" dirty="0"/>
              <a:t> 설치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817</Words>
  <Application>Microsoft Office PowerPoint</Application>
  <PresentationFormat>화면 슬라이드 쇼(4:3)</PresentationFormat>
  <Paragraphs>83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494</cp:revision>
  <dcterms:created xsi:type="dcterms:W3CDTF">2015-01-28T03:52:40Z</dcterms:created>
  <dcterms:modified xsi:type="dcterms:W3CDTF">2026-09-03T06:43:02Z</dcterms:modified>
</cp:coreProperties>
</file>