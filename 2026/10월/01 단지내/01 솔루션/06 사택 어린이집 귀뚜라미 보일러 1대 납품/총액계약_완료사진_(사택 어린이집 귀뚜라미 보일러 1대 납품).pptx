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>
        <p:scale>
          <a:sx n="66" d="100"/>
          <a:sy n="66" d="100"/>
        </p:scale>
        <p:origin x="4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CDC6D-FFFC-4DEB-207A-95E66039A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BB6E77-D2B3-B84A-6E4D-FA305F1DC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7142B-4A3E-2AC4-47F6-C7F36680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73302F-D84C-E4EA-2F10-2E8BE11E4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8FBD2-A674-AEAB-21B0-1BFC96F6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782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D52A0-4989-3B50-32C9-F6C2782E3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395D91-1394-A45A-8DFA-68C7CCE5A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19D52A-2377-BC67-512A-907070606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F11536-3DB9-3BD6-2219-0792C99CB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3FC8FF-E2ED-210C-3F31-54212D020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75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0DA5C-A27E-0867-08E0-4B25DF375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578965-EA4A-E325-EA98-8841B8F0A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7BC99F-8E9E-B161-549F-1C21412E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D2F8D4-CBFD-C09B-F98B-281779CEA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7A7B61-C39E-3153-6AED-295F762D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96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8A952-E4E5-BFD0-F8D4-FB0985E7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06706D-0A3A-C7B2-4748-ED86C3F8B8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0C851C-376B-9045-B20E-57E8024DE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4212AE-C8C0-3F2C-ABA1-10CBEF2C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54BC37-CBBD-107C-AB8C-360B72C1D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2B92A8-46F5-3235-387A-E9D395D6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600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B0C65-ECEC-63BD-8BFE-AC1F771C3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2E5C3F-9AB0-5B30-C870-B29B83EB0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413A44-3DB5-8BE0-9385-995611F82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57C004-B43E-210D-4459-3DF1490BC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428AB1-7A4C-0BF1-1A31-5DF7EC573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C196C2-899A-C962-D364-56330A85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877246B-6E30-4F6A-05FF-C75B5555C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7B1219C-27EC-2D24-FA59-4A4D8DA1C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58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7CB85-F400-49AF-3023-5CE77D8E0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420E0E2-E2B2-CD45-3B25-B9A9686B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428661-0B19-0CF7-2A8F-00ED6DF9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6F8950-C04D-FD7A-343A-FC8021B2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75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CAD4E0-8C00-1F55-270D-900A2B99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D6E010-B7FB-2576-9566-1B36CA5A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7F2344-223A-2AA4-0E24-4F5C7E5E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87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09B00-FB0B-91F6-0365-E4B1A7A9B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E61B3-04C8-B551-C51D-F2D195F78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741DC5-E17A-6836-B2FE-080E785DA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E0E812-9A25-2362-94C0-6C794D6AA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32F09F-942E-BB26-C4D3-35680583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51EC3-ECC6-A0AC-FEB7-FB0CE581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6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ED9F3-8AF5-1E97-6D24-0733A3A4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CD5511-5B30-9F7A-932D-C09D0A1D1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C8A63B-DB53-BBB1-E197-4D13A9DE3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75FAA9-A31F-0006-EA30-39FE6086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062F05-4297-FCB2-D7C9-F63CDB36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7DAA95-C44E-AA5D-FD46-AD63D1FD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19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CB0E0-1DCD-5008-24C2-357DDCBEF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6BCDEA4-873D-513F-1692-688EF41A4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0A6C0E-5D7B-D285-15DD-21830E479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7ED33A-B1EB-23DF-709B-5F6659E1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788719-307A-823A-D4CB-28A9BC4E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48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66A5C39-EECE-F287-01E0-B2480C460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D64186-CB41-B353-C726-936338FFF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6F1CD6-09C9-1B4D-4D1F-253A2B3B0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88039-CB6A-F93D-A82C-20C089D8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74B4A3-F2B6-1C6A-9F49-E077E057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3174D1-2985-48F7-A2BD-B6F1ADEB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9E0E95-BFE5-80DB-0617-C1BE9329B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EFF76F-6589-7368-EA65-CC8B5E5F8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C9D18-DCF2-4D73-9415-C7F6B1A1E38D}" type="datetimeFigureOut">
              <a:rPr lang="ko-KR" altLang="en-US" smtClean="0"/>
              <a:t>2026-09-21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194D75-F1F7-F797-7FC1-C75F8F6FC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0660E-5600-4E11-2B0E-EF14D0E6E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A071B-0A92-44A0-A045-B2B8A24386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FC5E83B-F98C-CC7A-A0F0-0EE73B23E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71"/>
          <a:stretch>
            <a:fillRect/>
          </a:stretch>
        </p:blipFill>
        <p:spPr>
          <a:xfrm>
            <a:off x="20" y="1"/>
            <a:ext cx="6050258" cy="3400925"/>
          </a:xfrm>
          <a:custGeom>
            <a:avLst/>
            <a:gdLst/>
            <a:ahLst/>
            <a:cxnLst/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FAFA694-90AC-69CB-B126-F34E9BE478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628" b="36753"/>
          <a:stretch>
            <a:fillRect/>
          </a:stretch>
        </p:blipFill>
        <p:spPr>
          <a:xfrm>
            <a:off x="6141722" y="1"/>
            <a:ext cx="6050278" cy="3400925"/>
          </a:xfrm>
          <a:custGeom>
            <a:avLst/>
            <a:gdLst/>
            <a:ahLst/>
            <a:cxnLst/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4613BD4-07D6-2DFA-1E43-AFA0F87C8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531" b="30149"/>
          <a:stretch>
            <a:fillRect/>
          </a:stretch>
        </p:blipFill>
        <p:spPr>
          <a:xfrm>
            <a:off x="20" y="3489159"/>
            <a:ext cx="6050258" cy="3368841"/>
          </a:xfrm>
          <a:custGeom>
            <a:avLst/>
            <a:gdLst/>
            <a:ahLst/>
            <a:cxnLst/>
            <a:rect l="l" t="t" r="r" b="b"/>
            <a:pathLst>
              <a:path w="6050278" h="3368841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0AB02FE-6B54-A53A-3A2A-62AF4DB471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" b="1014"/>
          <a:stretch>
            <a:fillRect/>
          </a:stretch>
        </p:blipFill>
        <p:spPr>
          <a:xfrm>
            <a:off x="6141722" y="3489159"/>
            <a:ext cx="6050278" cy="3368841"/>
          </a:xfrm>
          <a:custGeom>
            <a:avLst/>
            <a:gdLst/>
            <a:ahLst/>
            <a:cxnLst/>
            <a:rect l="l" t="t" r="r" b="b"/>
            <a:pathLst>
              <a:path w="6050278" h="3368841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2348336-F359-2896-4FE0-DC2BAC5FDB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653" r="2" b="28126"/>
          <a:stretch>
            <a:fillRect/>
          </a:stretch>
        </p:blipFill>
        <p:spPr>
          <a:xfrm>
            <a:off x="3983736" y="1918638"/>
            <a:ext cx="4224528" cy="302072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C086158-52EF-C14D-BE04-4B263D52109C}"/>
              </a:ext>
            </a:extLst>
          </p:cNvPr>
          <p:cNvSpPr txBox="1"/>
          <p:nvPr/>
        </p:nvSpPr>
        <p:spPr>
          <a:xfrm>
            <a:off x="0" y="0"/>
            <a:ext cx="2299027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/>
              <a:t>2</a:t>
            </a:r>
            <a:r>
              <a:rPr lang="ko-KR" altLang="en-US" dirty="0"/>
              <a:t>층 보일러 </a:t>
            </a:r>
            <a:r>
              <a:rPr lang="en-US" altLang="ko-KR" dirty="0"/>
              <a:t>1</a:t>
            </a:r>
            <a:r>
              <a:rPr lang="ko-KR" altLang="en-US" dirty="0"/>
              <a:t>대 교체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6E8501-D0FC-4D6E-4081-0331380F133C}"/>
              </a:ext>
            </a:extLst>
          </p:cNvPr>
          <p:cNvSpPr txBox="1"/>
          <p:nvPr/>
        </p:nvSpPr>
        <p:spPr>
          <a:xfrm>
            <a:off x="3983736" y="0"/>
            <a:ext cx="10595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교체 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F5CA23-44B8-0541-14B6-14178FF6EA35}"/>
              </a:ext>
            </a:extLst>
          </p:cNvPr>
          <p:cNvSpPr txBox="1"/>
          <p:nvPr/>
        </p:nvSpPr>
        <p:spPr>
          <a:xfrm>
            <a:off x="3983735" y="1934070"/>
            <a:ext cx="10595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교체 후</a:t>
            </a:r>
          </a:p>
        </p:txBody>
      </p:sp>
    </p:spTree>
    <p:extLst>
      <p:ext uri="{BB962C8B-B14F-4D97-AF65-F5344CB8AC3E}">
        <p14:creationId xmlns:p14="http://schemas.microsoft.com/office/powerpoint/2010/main" val="333620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7902B900-142C-7418-0EAE-04F234B0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09" r="810" b="-2"/>
          <a:stretch>
            <a:fillRect/>
          </a:stretch>
        </p:blipFill>
        <p:spPr>
          <a:xfrm>
            <a:off x="20" y="1"/>
            <a:ext cx="6050258" cy="3400925"/>
          </a:xfrm>
          <a:custGeom>
            <a:avLst/>
            <a:gdLst/>
            <a:ahLst/>
            <a:cxnLst/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ECD5018-DABE-F849-4F6D-C86EA0A350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719" b="-2"/>
          <a:stretch>
            <a:fillRect/>
          </a:stretch>
        </p:blipFill>
        <p:spPr>
          <a:xfrm>
            <a:off x="6141722" y="1"/>
            <a:ext cx="6050278" cy="3400925"/>
          </a:xfrm>
          <a:custGeom>
            <a:avLst/>
            <a:gdLst/>
            <a:ahLst/>
            <a:cxnLst/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53D25C1-ED0A-E49C-9CB9-B8DFA94AB7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12" r="2" b="2"/>
          <a:stretch>
            <a:fillRect/>
          </a:stretch>
        </p:blipFill>
        <p:spPr>
          <a:xfrm>
            <a:off x="20" y="3489159"/>
            <a:ext cx="6050258" cy="3368841"/>
          </a:xfrm>
          <a:custGeom>
            <a:avLst/>
            <a:gdLst/>
            <a:ahLst/>
            <a:cxnLst/>
            <a:rect l="l" t="t" r="r" b="b"/>
            <a:pathLst>
              <a:path w="6050278" h="3368841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423A6C-7B3E-C28F-C27B-C0CD27F543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12" r="2" b="2"/>
          <a:stretch>
            <a:fillRect/>
          </a:stretch>
        </p:blipFill>
        <p:spPr>
          <a:xfrm>
            <a:off x="6141722" y="3489159"/>
            <a:ext cx="6050278" cy="3368841"/>
          </a:xfrm>
          <a:custGeom>
            <a:avLst/>
            <a:gdLst/>
            <a:ahLst/>
            <a:cxnLst/>
            <a:rect l="l" t="t" r="r" b="b"/>
            <a:pathLst>
              <a:path w="6050278" h="3368841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61D8699-98EE-571D-0953-30552AAA9D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003" r="328" b="-3"/>
          <a:stretch>
            <a:fillRect/>
          </a:stretch>
        </p:blipFill>
        <p:spPr>
          <a:xfrm>
            <a:off x="3983736" y="1918638"/>
            <a:ext cx="4224528" cy="302072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483F044-E9E2-F64A-E689-D78F74CA71FE}"/>
              </a:ext>
            </a:extLst>
          </p:cNvPr>
          <p:cNvSpPr txBox="1"/>
          <p:nvPr/>
        </p:nvSpPr>
        <p:spPr>
          <a:xfrm>
            <a:off x="0" y="0"/>
            <a:ext cx="2627086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/>
              <a:t>각방 제어기 </a:t>
            </a:r>
            <a:r>
              <a:rPr lang="en-US" altLang="ko-KR" dirty="0"/>
              <a:t>(7</a:t>
            </a:r>
            <a:r>
              <a:rPr lang="ko-KR" altLang="en-US" dirty="0"/>
              <a:t>구</a:t>
            </a:r>
            <a:r>
              <a:rPr lang="en-US" altLang="ko-KR" dirty="0"/>
              <a:t>)</a:t>
            </a:r>
            <a:r>
              <a:rPr lang="ko-KR" altLang="en-US" dirty="0"/>
              <a:t> 교체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CBE668-24D7-B08C-835A-6BF31E32BCB8}"/>
              </a:ext>
            </a:extLst>
          </p:cNvPr>
          <p:cNvSpPr txBox="1"/>
          <p:nvPr/>
        </p:nvSpPr>
        <p:spPr>
          <a:xfrm>
            <a:off x="2097314" y="6455637"/>
            <a:ext cx="10595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교체 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707045C-41CF-571A-DFD1-18C12AD5689A}"/>
              </a:ext>
            </a:extLst>
          </p:cNvPr>
          <p:cNvSpPr txBox="1"/>
          <p:nvPr/>
        </p:nvSpPr>
        <p:spPr>
          <a:xfrm>
            <a:off x="7678492" y="234684"/>
            <a:ext cx="10595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교체 후</a:t>
            </a:r>
          </a:p>
        </p:txBody>
      </p:sp>
    </p:spTree>
    <p:extLst>
      <p:ext uri="{BB962C8B-B14F-4D97-AF65-F5344CB8AC3E}">
        <p14:creationId xmlns:p14="http://schemas.microsoft.com/office/powerpoint/2010/main" val="3465272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54F1E5-F1B5-BD34-4346-71A21C51C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28" r="6392" b="-2"/>
          <a:stretch>
            <a:fillRect/>
          </a:stretch>
        </p:blipFill>
        <p:spPr>
          <a:xfrm>
            <a:off x="20" y="1"/>
            <a:ext cx="6050258" cy="3400925"/>
          </a:xfrm>
          <a:custGeom>
            <a:avLst/>
            <a:gdLst/>
            <a:ahLst/>
            <a:cxnLst/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1827306"/>
                </a:lnTo>
                <a:lnTo>
                  <a:pt x="3892296" y="1827306"/>
                </a:lnTo>
                <a:lnTo>
                  <a:pt x="3892296" y="3400925"/>
                </a:lnTo>
                <a:lnTo>
                  <a:pt x="0" y="3400925"/>
                </a:lnTo>
                <a:close/>
              </a:path>
            </a:pathLst>
          </a:cu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DC5C67D-BD7B-2EA1-DA02-87EB9EAA8D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32" r="11787" b="-2"/>
          <a:stretch>
            <a:fillRect/>
          </a:stretch>
        </p:blipFill>
        <p:spPr>
          <a:xfrm>
            <a:off x="6141722" y="1"/>
            <a:ext cx="6050278" cy="3400925"/>
          </a:xfrm>
          <a:custGeom>
            <a:avLst/>
            <a:gdLst/>
            <a:ahLst/>
            <a:cxnLst/>
            <a:rect l="l" t="t" r="r" b="b"/>
            <a:pathLst>
              <a:path w="6050278" h="3400925">
                <a:moveTo>
                  <a:pt x="0" y="0"/>
                </a:moveTo>
                <a:lnTo>
                  <a:pt x="6050278" y="0"/>
                </a:lnTo>
                <a:lnTo>
                  <a:pt x="6050278" y="3400925"/>
                </a:lnTo>
                <a:lnTo>
                  <a:pt x="2157982" y="3400925"/>
                </a:lnTo>
                <a:lnTo>
                  <a:pt x="2157982" y="1827306"/>
                </a:lnTo>
                <a:lnTo>
                  <a:pt x="0" y="1827306"/>
                </a:lnTo>
                <a:close/>
              </a:path>
            </a:pathLst>
          </a:cu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7DFF8C5-BA3B-A6A5-598B-3811661E39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355" r="8582"/>
          <a:stretch>
            <a:fillRect/>
          </a:stretch>
        </p:blipFill>
        <p:spPr>
          <a:xfrm>
            <a:off x="20" y="3489159"/>
            <a:ext cx="6050258" cy="3368841"/>
          </a:xfrm>
          <a:custGeom>
            <a:avLst/>
            <a:gdLst/>
            <a:ahLst/>
            <a:cxnLst/>
            <a:rect l="l" t="t" r="r" b="b"/>
            <a:pathLst>
              <a:path w="6050278" h="3368841">
                <a:moveTo>
                  <a:pt x="0" y="0"/>
                </a:moveTo>
                <a:lnTo>
                  <a:pt x="3892296" y="0"/>
                </a:lnTo>
                <a:lnTo>
                  <a:pt x="3892296" y="1541535"/>
                </a:lnTo>
                <a:lnTo>
                  <a:pt x="6050278" y="1541535"/>
                </a:lnTo>
                <a:lnTo>
                  <a:pt x="6050278" y="3368841"/>
                </a:lnTo>
                <a:lnTo>
                  <a:pt x="0" y="3368841"/>
                </a:lnTo>
                <a:close/>
              </a:path>
            </a:pathLst>
          </a:cu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AD32991-896D-5582-3431-C1661C1A9D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157" r="9781"/>
          <a:stretch>
            <a:fillRect/>
          </a:stretch>
        </p:blipFill>
        <p:spPr>
          <a:xfrm>
            <a:off x="6141722" y="3489159"/>
            <a:ext cx="6050278" cy="3368841"/>
          </a:xfrm>
          <a:custGeom>
            <a:avLst/>
            <a:gdLst/>
            <a:ahLst/>
            <a:cxnLst/>
            <a:rect l="l" t="t" r="r" b="b"/>
            <a:pathLst>
              <a:path w="6050278" h="3368841">
                <a:moveTo>
                  <a:pt x="2157982" y="0"/>
                </a:moveTo>
                <a:lnTo>
                  <a:pt x="6050278" y="0"/>
                </a:lnTo>
                <a:lnTo>
                  <a:pt x="6050278" y="3368841"/>
                </a:lnTo>
                <a:lnTo>
                  <a:pt x="0" y="3368841"/>
                </a:lnTo>
                <a:lnTo>
                  <a:pt x="0" y="1541535"/>
                </a:lnTo>
                <a:lnTo>
                  <a:pt x="2157982" y="1541535"/>
                </a:lnTo>
                <a:close/>
              </a:path>
            </a:pathLst>
          </a:cu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A04AE4-223E-E29D-F4A5-A5FD9D6391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701" r="20617" b="-1"/>
          <a:stretch>
            <a:fillRect/>
          </a:stretch>
        </p:blipFill>
        <p:spPr>
          <a:xfrm>
            <a:off x="3983736" y="1918638"/>
            <a:ext cx="4224528" cy="30207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2846563-A400-9D08-4D9B-5144CA757503}"/>
              </a:ext>
            </a:extLst>
          </p:cNvPr>
          <p:cNvSpPr txBox="1"/>
          <p:nvPr/>
        </p:nvSpPr>
        <p:spPr>
          <a:xfrm>
            <a:off x="0" y="0"/>
            <a:ext cx="2627086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각방 제어기 </a:t>
            </a:r>
            <a:r>
              <a:rPr lang="en-US" altLang="ko-KR" dirty="0"/>
              <a:t>(5</a:t>
            </a:r>
            <a:r>
              <a:rPr lang="ko-KR" altLang="en-US" dirty="0"/>
              <a:t>구</a:t>
            </a:r>
            <a:r>
              <a:rPr lang="en-US" altLang="ko-KR" dirty="0"/>
              <a:t>)</a:t>
            </a:r>
            <a:r>
              <a:rPr lang="ko-KR" altLang="en-US" dirty="0"/>
              <a:t> 교체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2FEE5B-E88D-B25C-7CF2-589196AE677A}"/>
              </a:ext>
            </a:extLst>
          </p:cNvPr>
          <p:cNvSpPr txBox="1"/>
          <p:nvPr/>
        </p:nvSpPr>
        <p:spPr>
          <a:xfrm>
            <a:off x="8460014" y="92937"/>
            <a:ext cx="10595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교체 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CC58F5-4D64-A78E-AEEB-F5A0BB2C3C6D}"/>
              </a:ext>
            </a:extLst>
          </p:cNvPr>
          <p:cNvSpPr txBox="1"/>
          <p:nvPr/>
        </p:nvSpPr>
        <p:spPr>
          <a:xfrm>
            <a:off x="2627086" y="3489159"/>
            <a:ext cx="1059543" cy="369332"/>
          </a:xfrm>
          <a:prstGeom prst="rect">
            <a:avLst/>
          </a:prstGeom>
          <a:solidFill>
            <a:schemeClr val="tx1"/>
          </a:solidFill>
          <a:ln>
            <a:solidFill>
              <a:schemeClr val="bg1">
                <a:lumMod val="95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>
                <a:ln w="1270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 rad="101600">
                    <a:schemeClr val="accent2">
                      <a:satMod val="175000"/>
                      <a:alpha val="40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/>
              <a:t>교체 후</a:t>
            </a:r>
          </a:p>
        </p:txBody>
      </p:sp>
    </p:spTree>
    <p:extLst>
      <p:ext uri="{BB962C8B-B14F-4D97-AF65-F5344CB8AC3E}">
        <p14:creationId xmlns:p14="http://schemas.microsoft.com/office/powerpoint/2010/main" val="416915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32</Words>
  <Application>Microsoft Office PowerPoint</Application>
  <PresentationFormat>와이드스크린</PresentationFormat>
  <Paragraphs>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4</cp:revision>
  <dcterms:created xsi:type="dcterms:W3CDTF">2026-09-20T20:59:33Z</dcterms:created>
  <dcterms:modified xsi:type="dcterms:W3CDTF">2026-09-20T21:46:22Z</dcterms:modified>
</cp:coreProperties>
</file>