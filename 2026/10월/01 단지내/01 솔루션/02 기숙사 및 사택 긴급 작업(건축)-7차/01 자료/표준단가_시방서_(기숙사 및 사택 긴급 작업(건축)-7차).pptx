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5" d="100"/>
          <a:sy n="75" d="100"/>
        </p:scale>
        <p:origin x="3792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2026-08-24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2026-08-24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2026-08-24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2026-08-24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2026-08-24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2026-08-24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2026-08-24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2026-08-24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2026-08-24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2026-08-24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2026-08-24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2026-08-24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2026-08-24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기숙사 및 사택 긴급 작업</a:t>
            </a:r>
            <a:r>
              <a:rPr lang="en-US" altLang="ko-KR" b="1">
                <a:latin typeface="+mn-ea"/>
              </a:rPr>
              <a:t>(</a:t>
            </a:r>
            <a:r>
              <a:rPr lang="ko-KR" altLang="en-US" b="1">
                <a:latin typeface="+mn-ea"/>
              </a:rPr>
              <a:t>건축</a:t>
            </a:r>
            <a:r>
              <a:rPr lang="en-US" altLang="ko-KR" b="1">
                <a:latin typeface="+mn-ea"/>
              </a:rPr>
              <a:t>)-7</a:t>
            </a:r>
            <a:r>
              <a:rPr lang="ko-KR" altLang="en-US" b="1">
                <a:latin typeface="+mn-ea"/>
              </a:rPr>
              <a:t>차 </a:t>
            </a:r>
            <a:r>
              <a:rPr lang="ko-KR" altLang="en-US" b="1" dirty="0">
                <a:latin typeface="+mn-ea"/>
              </a:rPr>
              <a:t>件</a:t>
            </a:r>
            <a:endParaRPr lang="en-US" altLang="ko-KR" b="1" dirty="0">
              <a:latin typeface="+mn-ea"/>
            </a:endParaRPr>
          </a:p>
          <a:p>
            <a:pPr algn="ctr">
              <a:lnSpc>
                <a:spcPct val="150000"/>
              </a:lnSpc>
            </a:pPr>
            <a:r>
              <a:rPr lang="en-US" altLang="ko-KR" b="1" dirty="0">
                <a:latin typeface="+mn-ea"/>
              </a:rPr>
              <a:t>- </a:t>
            </a:r>
            <a:r>
              <a:rPr lang="ko-KR" altLang="en-US" b="1" dirty="0">
                <a:latin typeface="+mn-ea"/>
              </a:rPr>
              <a:t>시 방 서 </a:t>
            </a:r>
            <a:r>
              <a:rPr lang="en-US" altLang="ko-KR" b="1" dirty="0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 b="1">
                <a:latin typeface="+mn-ea"/>
              </a:rPr>
              <a:t>기숙사 및 사택 긴급 작업</a:t>
            </a:r>
            <a:r>
              <a:rPr lang="en-US" altLang="ko-KR" sz="1000" b="1">
                <a:latin typeface="+mn-ea"/>
              </a:rPr>
              <a:t>(</a:t>
            </a:r>
            <a:r>
              <a:rPr lang="ko-KR" altLang="en-US" sz="1000" b="1">
                <a:latin typeface="+mn-ea"/>
              </a:rPr>
              <a:t>건축</a:t>
            </a:r>
            <a:r>
              <a:rPr lang="en-US" altLang="ko-KR" sz="1000" b="1">
                <a:latin typeface="+mn-ea"/>
              </a:rPr>
              <a:t>)-7</a:t>
            </a:r>
            <a:r>
              <a:rPr lang="ko-KR" altLang="en-US" sz="1000" b="1">
                <a:latin typeface="+mn-ea"/>
              </a:rPr>
              <a:t>차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위치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대전 유성구 </a:t>
            </a:r>
            <a:r>
              <a:rPr lang="ko-KR" altLang="en-US" sz="1000" dirty="0" err="1">
                <a:latin typeface="+mn-ea"/>
              </a:rPr>
              <a:t>도룡동</a:t>
            </a: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기숙사 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비품성 </a:t>
            </a:r>
            <a:r>
              <a:rPr lang="en-US" altLang="ko-KR" sz="1000"/>
              <a:t>_ </a:t>
            </a:r>
            <a:r>
              <a:rPr lang="ko-KR" altLang="en-US" sz="1000"/>
              <a:t>긴급 </a:t>
            </a:r>
            <a:r>
              <a:rPr lang="en-US" altLang="ko-KR" sz="1000"/>
              <a:t>_ </a:t>
            </a:r>
            <a:r>
              <a:rPr lang="ko-KR" altLang="en-US" sz="1000"/>
              <a:t>소액 보수 대응 작업 ▷물량 산출 불가 항목 대상
실투입 검증 및 정산금액 확정후 변경계약 진행예정
증액 및 감액시 고객사 </a:t>
            </a:r>
            <a:r>
              <a:rPr lang="en-US" altLang="ko-KR" sz="1000"/>
              <a:t>PO</a:t>
            </a:r>
            <a:r>
              <a:rPr lang="ko-KR" altLang="en-US" sz="1000"/>
              <a:t>변경 예정
보수 투입시 사태 관리소에 비치되어 있는 관리목록에
작업 내용 및 작업지시 기입후 투입
작업 완료후 당일 작업완료후 완료 현황 관리소 공유
사택 관리소 사전 공유후 작업 투입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854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2026-08-23T20:58:22Z</dcterms:modified>
</cp:coreProperties>
</file>