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</a:t>
            </a:r>
            <a:r>
              <a:rPr lang="ko-KR" altLang="en-US" b="1">
                <a:latin typeface="+mn-ea"/>
              </a:rPr>
              <a:t>동 음식물 처리기용 급수관 재질 변경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</a:t>
            </a:r>
            <a:r>
              <a:rPr lang="ko-KR" altLang="en-US" sz="1000" b="1">
                <a:latin typeface="+mn-ea"/>
              </a:rPr>
              <a:t>동 음식물 처리기용 급수관 재질 변경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음식물처리기용 급수 누수 동관 배관</a:t>
            </a:r>
            <a:r>
              <a:rPr lang="en-US" altLang="ko-KR" sz="1000"/>
              <a:t>(</a:t>
            </a:r>
            <a:r>
              <a:rPr lang="ko-KR" altLang="en-US" sz="1000"/>
              <a:t>청녹발생</a:t>
            </a:r>
            <a:r>
              <a:rPr lang="en-US" altLang="ko-KR" sz="1000"/>
              <a:t>)</a:t>
            </a:r>
            <a:r>
              <a:rPr lang="ko-KR" altLang="en-US" sz="1000"/>
              <a:t>를 </a:t>
            </a:r>
            <a:r>
              <a:rPr lang="en-US" altLang="ko-KR" sz="1000"/>
              <a:t>SUS</a:t>
            </a:r>
            <a:r>
              <a:rPr lang="ko-KR" altLang="en-US" sz="1000"/>
              <a:t>로 교체
</a:t>
            </a:r>
            <a:r>
              <a:rPr lang="en-US" altLang="ko-KR" sz="1000"/>
              <a:t>-</a:t>
            </a:r>
            <a:r>
              <a:rPr lang="ko-KR" altLang="en-US" sz="1000"/>
              <a:t>기존 청녹현상 녹 발생 동관 철거 폐기 및 기존 열선 철거후 재활용
</a:t>
            </a:r>
            <a:r>
              <a:rPr lang="en-US" altLang="ko-KR" sz="1000"/>
              <a:t>-9</a:t>
            </a:r>
            <a:r>
              <a:rPr lang="ko-KR" altLang="en-US" sz="1000"/>
              <a:t>동 </a:t>
            </a:r>
            <a:r>
              <a:rPr lang="en-US" altLang="ko-KR" sz="1000"/>
              <a:t>5~6</a:t>
            </a:r>
            <a:r>
              <a:rPr lang="ko-KR" altLang="en-US" sz="1000"/>
              <a:t>라인 지하</a:t>
            </a:r>
            <a:r>
              <a:rPr lang="en-US" altLang="ko-KR" sz="1000"/>
              <a:t>1</a:t>
            </a:r>
            <a:r>
              <a:rPr lang="ko-KR" altLang="en-US" sz="1000"/>
              <a:t>층→외부</a:t>
            </a:r>
            <a:r>
              <a:rPr lang="en-US" altLang="ko-KR" sz="1000"/>
              <a:t>1</a:t>
            </a:r>
            <a:r>
              <a:rPr lang="ko-KR" altLang="en-US" sz="1000"/>
              <a:t>층 급수 동관배관</a:t>
            </a:r>
            <a:r>
              <a:rPr lang="en-US" altLang="ko-KR" sz="1000"/>
              <a:t>(</a:t>
            </a:r>
            <a:r>
              <a:rPr lang="ko-KR" altLang="en-US" sz="1000"/>
              <a:t>청녹발생</a:t>
            </a:r>
            <a:r>
              <a:rPr lang="en-US" altLang="ko-KR" sz="1000"/>
              <a:t>)</a:t>
            </a:r>
            <a:r>
              <a:rPr lang="ko-KR" altLang="en-US" sz="1000"/>
              <a:t>를 </a:t>
            </a:r>
            <a:r>
              <a:rPr lang="en-US" altLang="ko-KR" sz="1000"/>
              <a:t>SUS</a:t>
            </a:r>
            <a:r>
              <a:rPr lang="ko-KR" altLang="en-US" sz="1000"/>
              <a:t>로 교체
</a:t>
            </a:r>
            <a:r>
              <a:rPr lang="en-US" altLang="ko-KR" sz="1000"/>
              <a:t>-</a:t>
            </a:r>
            <a:r>
              <a:rPr lang="ko-KR" altLang="en-US" sz="1000"/>
              <a:t>동파방지 열선 교체 및 보온재 및 속비닐 작업
</a:t>
            </a:r>
            <a:r>
              <a:rPr lang="en-US" altLang="ko-KR" sz="1000"/>
              <a:t>-SUS </a:t>
            </a:r>
            <a:r>
              <a:rPr lang="ko-KR" altLang="en-US" sz="1000"/>
              <a:t>배관 티그</a:t>
            </a:r>
            <a:r>
              <a:rPr lang="en-US" altLang="ko-KR" sz="1000"/>
              <a:t>(Tig)</a:t>
            </a:r>
            <a:r>
              <a:rPr lang="ko-KR" altLang="en-US" sz="1000"/>
              <a:t>용접시 화기감시자 상주
</a:t>
            </a:r>
            <a:r>
              <a:rPr lang="en-US" altLang="ko-KR" sz="1000"/>
              <a:t>-</a:t>
            </a:r>
            <a:r>
              <a:rPr lang="ko-KR" altLang="en-US" sz="1000"/>
              <a:t>지하 배관시 기존 배관 헹거 재활용
</a:t>
            </a:r>
            <a:r>
              <a:rPr lang="en-US" altLang="ko-KR" sz="1000"/>
              <a:t>-</a:t>
            </a:r>
            <a:r>
              <a:rPr lang="ko-KR" altLang="en-US" sz="1000"/>
              <a:t>작업 완료후 주변 정리정돈 및 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2026-08-07T04:31:05Z</dcterms:modified>
</cp:coreProperties>
</file>