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2026-08-13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2026-08-13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2026-08-13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2026-08-13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2026-08-13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2026-08-13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2026-08-13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2-403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2-403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_ 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뒤베란다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) 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</a:t>
            </a:r>
            <a:r>
              <a:rPr lang="en-US" altLang="ko-KR" sz="1000"/>
              <a:t>)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현관 방화문 내부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폐기물 처리 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853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2026-08-13T05:42:26Z</dcterms:modified>
</cp:coreProperties>
</file>