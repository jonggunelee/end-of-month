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95" r:id="rId3"/>
    <p:sldId id="259" r:id="rId4"/>
    <p:sldId id="260" r:id="rId5"/>
    <p:sldId id="261" r:id="rId6"/>
    <p:sldId id="262" r:id="rId7"/>
    <p:sldId id="263" r:id="rId8"/>
    <p:sldId id="264" r:id="rId9"/>
    <p:sldId id="281" r:id="rId10"/>
    <p:sldId id="282" r:id="rId11"/>
    <p:sldId id="285" r:id="rId12"/>
    <p:sldId id="284" r:id="rId1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8B206F-2597-1406-EC85-72FB1A3629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3616F23-A1FC-A8B9-4E60-B78BF45BE70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6A2737A-964E-4858-90C0-258498835BD2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81E05BF2-55AB-2C35-371E-D1DCED15F0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91F81AD7-4D29-5C92-AB44-F1E1B63D91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DBC695-5E0F-1D14-5E50-4DADE882101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02C2B1-BEDD-26D1-DF43-BBABD77D1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8D10E3BD-E1A5-41F7-A29A-71D2BB6E90FA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F25C879-BF54-B6B8-AF9C-D1F55F5A66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61F3C9C-A85C-A835-CBF9-51A3B7E9BC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1022330-C25E-48F7-3108-5EA99EA5C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B582CE8-A00C-40B8-BFAE-8D7E7748C86E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3D54E3-B2E2-9C3D-B26F-279886469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6D977-F23A-42D2-B6DC-A6198FF16A53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DF7993-709F-024C-EED9-3A920B5C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E3161C-1D3A-52F9-5A98-A9724002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3173B-8816-4401-AC00-DD942958F8B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351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25C1FF-EB7E-F10D-4D85-BDB80EF0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6087A8-DC3C-4BBE-940B-2D0DD210D69D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7E4659-26C9-AA59-19F0-89F19D70E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8047A-48D4-085A-850F-6FF58B58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580D35-376F-4431-BCD6-15BB4A8AB88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560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D82320-4BCF-3D13-6B1B-36AC786F0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1A738-92E0-4356-B5BA-24156569238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58458-D9E2-0201-6EF7-F0FF08280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F218F0-C5A8-61D2-FECE-AB0168AB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7C73A7-2633-487D-B959-54C023EABB8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09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FB5FDB2-D5DA-04B9-0F61-16250BCB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0AC71-EF51-4FC7-9C7F-2827A6F491E7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E6AC3E5-139B-98FB-E06A-A86F1A85D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6A72D26-89AC-0C17-0AC0-EA06B2DF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9B057F-2A3B-46F3-8CEE-14936D468A9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47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32324FBC-C3D4-B839-9F31-FBFB6D633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69CEAD-08DD-447C-BCB4-7044E21CDC29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FC4FEE46-8605-AA7E-0411-79911091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D1888C0D-84FB-90C8-2429-5E55A8E9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1E2FA8-8B15-45A8-A750-CD36FF89D79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74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4FAF365D-90CF-234E-C97D-375DFCA5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AA3ECF-A905-4270-9317-724F08BC83C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62CFA6D9-91B7-C2EC-E447-8E92EE30D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82AD6B6-3B0B-1AED-FF0E-F62261C3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B295F0-19D3-4BA0-88EA-E202A370C87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99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B544B3A-09F6-3577-FCF3-3025DC0E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EC2CD-56E5-451C-8AF7-B2703652CD3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C7B7B316-471A-DE0B-977E-8CD1A8BBC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8881A69B-5B65-BB1A-2FE4-D5456598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88852D-9215-4375-94A7-5956B2B6ADB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25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4722CD67-AB69-40D6-41D4-7C6BC58F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29516D-E923-4F6F-93AB-30649C7DC106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95AC73E-9B0B-9974-DF83-385B69C5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82FAC91-C7A8-0A1A-270E-99040F02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5559DB-7522-4032-B33A-5386229448D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882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39B4F12-31B3-9372-6839-B66637F1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909DE4-F2C2-4E1B-AFEC-54879FA81D9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6FAAB34-045C-7F8E-661A-EE745C0E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B19E355-BDCD-1333-011E-D6474C31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DC6B5F-8A72-4C00-A3D8-EA210DB4B04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72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15310-568E-D902-A1B0-81C46A58E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CEE268-2801-4145-8EA4-8961FAE05311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F65160-8E05-11AA-45A1-03987DC3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07E33B-AA88-8EFF-8C6B-6F28D356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5893BA-E572-4BFC-99BC-14263EC746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1880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F5989F-43E6-5792-46F2-5DDE19DC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1320F-18CF-4470-924C-D67F1CA1B4EC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DEE54E-D30A-9468-7519-856FE127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449BBA-2DC1-FBF1-4E9D-98A9B72C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5C691A-E251-4F00-8835-12B2FAF2FA6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14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C8A1717F-CE84-1CC7-8842-BBD4B1DFD61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7F36CF16-6091-F475-509E-81455EA85C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3BB04A-BF88-2027-1DFE-DAE2B738D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56A8F09-51FB-415F-9BBB-47B3707F8CCB}" type="datetimeFigureOut">
              <a:rPr lang="ko-KR" altLang="en-US"/>
              <a:pPr>
                <a:defRPr/>
              </a:pPr>
              <a:t>2026-07-10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95FEEB-EECD-7B26-802F-0991A2EAA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D8F46B-8225-03FF-1144-60E163A78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7FE37E6-CD15-4C04-9A24-172FE5E1B34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BADF838B-997D-874B-2257-04A74C3CE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508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E122C89D-117C-B9F5-6AF8-7D497BB91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495C095-5983-D03A-C562-0E97EC0E2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8E95363-47D5-3F5F-3D19-9EF387FD7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508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CB928228-43F2-3C8D-3CF5-7B90DA2ECD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C60D468-DECC-F56E-124E-31C1978E0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475BB843-0C9D-1294-4A18-3D183D236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508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12D05A3-A9B1-CEFB-AF14-04E57F322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뒤베란다전체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뒤베란다 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천정 곰팡이 제거포함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96DE9D9D-EE68-9F2E-5244-EF99A5C84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E98896AA-8B6E-9E39-1111-6C754349B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F5282FA6-4676-ED6E-AC7E-0B0F5AEC7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03B7FF2-727C-29A6-7B27-EDBE6550E7C5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F6CB9449-1F90-37AD-CCA9-6C21EBD809BE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C881A-5C5C-9DCF-6159-DEEA7475661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060D5D-C500-2C5C-54D3-0855ADDB14C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0E7BAC09-BA8D-C9FB-76DA-3522C2F8D1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5B38B4E2-5EA1-C2F6-89E7-7B95A5DEC1E9}"/>
              </a:ext>
            </a:extLst>
          </p:cNvPr>
          <p:cNvSpPr/>
          <p:nvPr/>
        </p:nvSpPr>
        <p:spPr>
          <a:xfrm>
            <a:off x="3203575" y="2565400"/>
            <a:ext cx="3240088" cy="2447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EBA2A-85BE-4BCB-C0A7-527B2E94047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도배</a:t>
            </a:r>
            <a:r>
              <a:rPr lang="en-US" altLang="ko-KR" b="1"/>
              <a:t>(</a:t>
            </a:r>
            <a:r>
              <a:rPr lang="ko-KR" altLang="en-US" b="1"/>
              <a:t>벽</a:t>
            </a:r>
            <a:r>
              <a:rPr lang="en-US" altLang="ko-KR" b="1"/>
              <a:t>-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D5DDC7-9B4F-1BD1-9EA3-D87F89B07FD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5F6C0C71-43C6-7D85-CE24-CA9E1820A14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F96D7C29-DDFF-A969-E665-A7801CDCEAAF}"/>
              </a:ext>
            </a:extLst>
          </p:cNvPr>
          <p:cNvSpPr/>
          <p:nvPr/>
        </p:nvSpPr>
        <p:spPr>
          <a:xfrm>
            <a:off x="2124075" y="2636838"/>
            <a:ext cx="5400675" cy="2736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72F08-E3CA-EDCE-E216-7656E02B212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도배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천정</a:t>
            </a:r>
            <a:r>
              <a:rPr lang="en-US" altLang="ko-KR" b="1">
                <a:latin typeface="+mj-ea"/>
              </a:rPr>
              <a:t>-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194D52-E969-E29F-0FD5-C40984042FA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C3EE4FC3-9696-06C5-94E4-DD0B54EFA5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29600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4056D901-0027-C759-13CD-3D7579C49146}"/>
              </a:ext>
            </a:extLst>
          </p:cNvPr>
          <p:cNvSpPr/>
          <p:nvPr/>
        </p:nvSpPr>
        <p:spPr>
          <a:xfrm>
            <a:off x="2268538" y="2708275"/>
            <a:ext cx="4751387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3AA7D-1747-342F-7BC8-478E9D34156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000" b="1" dirty="0">
                <a:latin typeface="+mj-ea"/>
              </a:rPr>
              <a:t>도배</a:t>
            </a:r>
            <a:r>
              <a:rPr lang="en-US" altLang="ko-KR" sz="4000" b="1" dirty="0">
                <a:latin typeface="+mj-ea"/>
              </a:rPr>
              <a:t>(</a:t>
            </a:r>
            <a:r>
              <a:rPr lang="ko-KR" altLang="en-US" sz="4000" b="1" dirty="0">
                <a:latin typeface="+mj-ea"/>
              </a:rPr>
              <a:t>천정</a:t>
            </a:r>
            <a:r>
              <a:rPr lang="en-US" altLang="ko-KR" sz="4000" b="1" dirty="0">
                <a:latin typeface="+mj-ea"/>
              </a:rPr>
              <a:t>-</a:t>
            </a:r>
            <a:r>
              <a:rPr lang="ko-KR" altLang="en-US" sz="4000" b="1" dirty="0"/>
              <a:t> 방</a:t>
            </a:r>
            <a:r>
              <a:rPr lang="en-US" altLang="ko-KR" sz="4000" b="1" dirty="0"/>
              <a:t>3</a:t>
            </a:r>
            <a:r>
              <a:rPr lang="ko-KR" altLang="en-US" sz="4000" b="1" dirty="0"/>
              <a:t>곳</a:t>
            </a:r>
            <a:r>
              <a:rPr lang="en-US" altLang="ko-KR" sz="4000" b="1" dirty="0"/>
              <a:t>)</a:t>
            </a:r>
            <a:endParaRPr lang="ko-KR" altLang="en-US" sz="4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9102C0-72AD-6310-2266-B604BF27F8C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0">
            <a:extLst>
              <a:ext uri="{FF2B5EF4-FFF2-40B4-BE49-F238E27FC236}">
                <a16:creationId xmlns:a16="http://schemas.microsoft.com/office/drawing/2014/main" id="{1542014F-128A-274E-6999-B285C12B33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196263" cy="4516438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8C530A73-A350-B08A-6DE2-C57D3415BDF6}"/>
              </a:ext>
            </a:extLst>
          </p:cNvPr>
          <p:cNvSpPr/>
          <p:nvPr/>
        </p:nvSpPr>
        <p:spPr>
          <a:xfrm>
            <a:off x="3635375" y="2924175"/>
            <a:ext cx="2376488" cy="1512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3A4B1-B3C4-5D61-7F92-432180FD691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BDCDD1-C31B-DEA3-AB3E-69D7691BB00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2">
            <a:extLst>
              <a:ext uri="{FF2B5EF4-FFF2-40B4-BE49-F238E27FC236}">
                <a16:creationId xmlns:a16="http://schemas.microsoft.com/office/drawing/2014/main" id="{6455C5A3-B960-591A-3890-D05C7CC6467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596BC81A-1C30-6B27-D406-1B36B7CEC2DC}"/>
              </a:ext>
            </a:extLst>
          </p:cNvPr>
          <p:cNvSpPr/>
          <p:nvPr/>
        </p:nvSpPr>
        <p:spPr>
          <a:xfrm>
            <a:off x="3779838" y="3141663"/>
            <a:ext cx="2160587" cy="15827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A0BF5-8262-0632-F012-12FFCC39CFF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BFF7CA-4284-F7A4-1826-F228B72814E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1">
            <a:extLst>
              <a:ext uri="{FF2B5EF4-FFF2-40B4-BE49-F238E27FC236}">
                <a16:creationId xmlns:a16="http://schemas.microsoft.com/office/drawing/2014/main" id="{7BCE626E-9439-CFFD-9BAD-A24097AD1E9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2455F465-E562-6F77-32D0-3DE0FC6E0E3C}"/>
              </a:ext>
            </a:extLst>
          </p:cNvPr>
          <p:cNvSpPr/>
          <p:nvPr/>
        </p:nvSpPr>
        <p:spPr>
          <a:xfrm>
            <a:off x="3276600" y="3213100"/>
            <a:ext cx="2519363" cy="1223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086DF-3E17-4704-F6A4-F5FCE0832EA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98AEB7-8B43-5255-959C-947C509A5EE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667C0462-8E5A-164A-F7D2-70121EB419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1F6C5E16-811F-C63A-2C57-ADBBBF538436}"/>
              </a:ext>
            </a:extLst>
          </p:cNvPr>
          <p:cNvSpPr/>
          <p:nvPr/>
        </p:nvSpPr>
        <p:spPr>
          <a:xfrm>
            <a:off x="2655888" y="3357563"/>
            <a:ext cx="4003675" cy="1365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D57CC-0531-3072-DDA0-0F03CDF932C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711C56-CE28-F1E1-BD69-98671DB19D3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33">
            <a:extLst>
              <a:ext uri="{FF2B5EF4-FFF2-40B4-BE49-F238E27FC236}">
                <a16:creationId xmlns:a16="http://schemas.microsoft.com/office/drawing/2014/main" id="{1B6E7B27-91E3-B7F0-AADE-A0C3CD7D61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DA240D9-0A23-840D-00FE-2E89D9292A12}"/>
              </a:ext>
            </a:extLst>
          </p:cNvPr>
          <p:cNvSpPr/>
          <p:nvPr/>
        </p:nvSpPr>
        <p:spPr>
          <a:xfrm>
            <a:off x="3995738" y="3070225"/>
            <a:ext cx="792162" cy="1943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C18E2-B53F-1957-ECA5-313AF93D55D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2000" b="1" dirty="0">
                <a:latin typeface="+mj-ea"/>
              </a:rPr>
            </a:br>
            <a:r>
              <a:rPr lang="ko-KR" altLang="en-US" sz="2000" b="1" dirty="0">
                <a:latin typeface="+mj-ea"/>
              </a:rPr>
              <a:t>도색</a:t>
            </a:r>
            <a:r>
              <a:rPr lang="en-US" altLang="ko-KR" sz="2000" b="1" dirty="0">
                <a:latin typeface="+mj-ea"/>
              </a:rPr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</a:t>
            </a:r>
            <a:r>
              <a:rPr lang="ko-KR" altLang="en-US" sz="2000" b="1" dirty="0"/>
              <a:t>뒤베란다전체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뒤베란다</a:t>
            </a:r>
            <a:r>
              <a:rPr lang="ko-KR" altLang="en-US" sz="2000" b="1" dirty="0"/>
              <a:t> 벽면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천정 곰팡이 </a:t>
            </a:r>
            <a:r>
              <a:rPr lang="ko-KR" altLang="en-US" sz="2000" b="1" dirty="0" err="1"/>
              <a:t>제거포함</a:t>
            </a:r>
            <a:r>
              <a:rPr lang="en-US" altLang="ko-KR" sz="2000" b="1" dirty="0"/>
              <a:t>)</a:t>
            </a:r>
            <a:r>
              <a:rPr lang="en-US" altLang="ko-KR" sz="2000" b="1" dirty="0">
                <a:latin typeface="+mj-ea"/>
              </a:rPr>
              <a:t>)</a:t>
            </a:r>
            <a:br>
              <a:rPr lang="ko-KR" altLang="en-US" sz="2000" b="1" dirty="0">
                <a:latin typeface="+mj-ea"/>
              </a:rPr>
            </a:b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89092C-632F-0608-BE01-C9D43CE2914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8">
            <a:extLst>
              <a:ext uri="{FF2B5EF4-FFF2-40B4-BE49-F238E27FC236}">
                <a16:creationId xmlns:a16="http://schemas.microsoft.com/office/drawing/2014/main" id="{8F0D39C5-66E8-329C-ADBD-0E0716CA6E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952684A-A14A-AA1A-C4EA-148DD4753EE7}"/>
              </a:ext>
            </a:extLst>
          </p:cNvPr>
          <p:cNvSpPr/>
          <p:nvPr/>
        </p:nvSpPr>
        <p:spPr>
          <a:xfrm>
            <a:off x="2700338" y="1916113"/>
            <a:ext cx="3959225" cy="3600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1F865-4456-CC46-C542-978BC84F35A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 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0A4967-5C8E-00D9-439B-836AED1A302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Picture 27">
            <a:extLst>
              <a:ext uri="{FF2B5EF4-FFF2-40B4-BE49-F238E27FC236}">
                <a16:creationId xmlns:a16="http://schemas.microsoft.com/office/drawing/2014/main" id="{81B2CDB4-2C33-F985-828F-6075E1404C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4ED31052-B0C2-950F-21E1-AF84887EA977}"/>
              </a:ext>
            </a:extLst>
          </p:cNvPr>
          <p:cNvSpPr/>
          <p:nvPr/>
        </p:nvSpPr>
        <p:spPr>
          <a:xfrm rot="186446">
            <a:off x="2743200" y="3063875"/>
            <a:ext cx="4397375" cy="10112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2777</TotalTime>
  <Words>228</Words>
  <Application>Microsoft Office PowerPoint</Application>
  <PresentationFormat>화면 슬라이드 쇼(4:3)</PresentationFormat>
  <Paragraphs>26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도배(벽-방3곳)</vt:lpstr>
      <vt:lpstr>도배(천정-거실)</vt:lpstr>
      <vt:lpstr>도배(천정- 방3곳)</vt:lpstr>
      <vt:lpstr>장판(거실)</vt:lpstr>
      <vt:lpstr> 장판(방3곳) </vt:lpstr>
      <vt:lpstr> 도색(문,문틀-방3곳) </vt:lpstr>
      <vt:lpstr> 도색(방화문내부) </vt:lpstr>
      <vt:lpstr> 도색(앞,뒤베란다전체(뒤베란다 벽면, 천정 곰팡이 제거포함)) </vt:lpstr>
      <vt:lpstr> 도색(거실 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502</cp:revision>
  <dcterms:created xsi:type="dcterms:W3CDTF">2012-05-23T04:33:26Z</dcterms:created>
  <dcterms:modified xsi:type="dcterms:W3CDTF">2026-07-10T05:55:23Z</dcterms:modified>
</cp:coreProperties>
</file>