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98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2-408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2-408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도배 및 장판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뒤베란다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))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</a:t>
            </a:r>
            <a:r>
              <a:rPr lang="en-US" altLang="ko-KR" sz="1000"/>
              <a:t>(</a:t>
            </a:r>
            <a:r>
              <a:rPr lang="ko-KR" altLang="en-US" sz="1000"/>
              <a:t>크랙보수포함</a:t>
            </a:r>
            <a:r>
              <a:rPr lang="en-US" altLang="ko-KR" sz="1000"/>
              <a:t>)_(</a:t>
            </a:r>
            <a:r>
              <a:rPr lang="ko-KR" altLang="en-US" sz="1000"/>
              <a:t>현관 방화문 내부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2026-07-21T03:52:21Z</dcterms:modified>
</cp:coreProperties>
</file>