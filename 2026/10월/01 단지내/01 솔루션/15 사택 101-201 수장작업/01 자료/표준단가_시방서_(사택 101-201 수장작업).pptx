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980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2026-07-21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101-201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101-201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도배 및 장판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 포함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처리 작업
준공청 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2026-07-21T03:52:28Z</dcterms:modified>
</cp:coreProperties>
</file>