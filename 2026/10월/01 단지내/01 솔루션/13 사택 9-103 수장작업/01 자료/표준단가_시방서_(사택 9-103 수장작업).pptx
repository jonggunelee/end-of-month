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9-103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9-103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걸레받이 부분도장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현관 방화문 내부</a:t>
            </a:r>
            <a:r>
              <a:rPr lang="en-US" altLang="ko-KR" sz="1000"/>
              <a:t>_ </a:t>
            </a:r>
            <a:r>
              <a:rPr lang="ko-KR" altLang="en-US" sz="1000"/>
              <a:t>수도계량기함</a:t>
            </a:r>
            <a:r>
              <a:rPr lang="en-US" altLang="ko-KR" sz="1000"/>
              <a:t>) </a:t>
            </a:r>
            <a:r>
              <a:rPr lang="ko-KR" altLang="en-US" sz="1000"/>
              <a:t>작업
페기물 반출 및 폐기처리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2026-07-10T06:28:19Z</dcterms:modified>
</cp:coreProperties>
</file>