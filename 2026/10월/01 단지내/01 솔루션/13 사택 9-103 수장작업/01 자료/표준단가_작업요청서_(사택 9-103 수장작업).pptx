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8" d="100"/>
          <a:sy n="108" d="100"/>
        </p:scale>
        <p:origin x="186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018ACB1-F4A5-A024-E449-D6EB4C487A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9F5AC99-A8F9-BFB4-81C7-FC76F48C9B6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5D415D73-AF07-41D9-932C-6168C0051E38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7A02AA4C-0948-195C-E8A7-1A3225C726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4B1F34A7-CABF-227E-44EF-D69C5A48CE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2804BB-00B9-B00C-4BC1-43AC8D715B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2C7F9D-58B4-2ADA-5121-C007716B0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1BB3650C-5D30-4883-92F0-DE77D2EEF22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B3E98DEF-4222-4455-D59F-3B52B23832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16EDD975-25E8-22E2-2E28-CBF141EFF9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E33AA2AC-524C-C18E-02D2-F4AAD1C2F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DF0445F-F3E5-4FE7-8A3E-4AA8E700F1ED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D1CD29-6C81-8C8C-F2ED-88B5CE193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972A79-2CF9-407D-A40B-EDADD19C9E2C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AA7525-62C6-622D-72B9-0DEDF45D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04F634-2CF2-A893-954E-DABA9B1D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7CB046-CD3C-4300-B32D-480D717EFDC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646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903D4C-3602-57F5-C25B-1D8E38B3A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08433E-5874-4C1B-8035-397D31B80C02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D81749-B8F0-89E3-2E05-8E77AA36D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284AF-526F-CD43-FE24-16F0FBBE5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807C2E-68B7-4BE9-9185-8407F3FCD48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58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440FCB-EF64-56F7-E670-731923293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64EC13-E728-410A-BB62-FC782DA046D0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F70D3F-CB9A-F9BF-671C-3A808D2D2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16E70B-921F-4281-2788-A644AB023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6DFFF7-8FEF-4A6A-BB76-E4ADD7D845F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8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437AD9A8-B191-BDC6-7361-4017F0DD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EB9C35-9A78-4BC9-B1B2-10663756A856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3186BA4-17E5-890B-7430-D6124D735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B939060-0A9E-DE2C-5BC8-99E7DD151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75D0F9-7462-4B88-BF91-B2A5CC789E0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797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7AB2A499-6F93-F461-936A-57B1DD182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11168-02F7-4FE5-BB6B-EB54DA319CB9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DE761572-0EFE-C4C6-EA9D-D076E1F4A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0C20537C-3135-19F9-EF2C-EF8202F6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2C8289-2B5F-4F37-865B-0BB99FDB77B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239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C1842084-83C3-6350-70F5-D72BD615B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3F9105-AD79-4D67-BF44-061D1A6356E2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481A08D8-0DE3-9E69-AAE2-08644D3F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98382983-4AB4-EA65-7BF5-6E66A0C69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82321A-7135-40FA-BB14-4B806504B17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18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CB244793-AE74-84B9-3EF0-53D2157B4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2331D-DB6F-4327-854E-8DEA95F9EFA9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BBE87A35-EB09-8D3F-6314-106B84F2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0236F649-CAE6-6E30-9C26-CD6D6C28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49787E-F367-42E1-B87C-D8358FFD847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976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1C4B006-7EF2-605E-1A11-C6AE5E2F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2B622-C8E9-4090-ADF9-4E244B947962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3C45139-E3ED-1ED6-ACE4-766B7A405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E6BB97E-7B0B-6F79-A39D-E92078A68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34EFAC-E94A-48C7-8BB0-403B54C1E9C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758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0651E1B-B4BC-DC0F-615E-2F9EF3FFA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FF30C1-5F9E-4A54-82C3-1EFCB8BF07C3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237F878-3DD3-71D3-DC08-495EB1FF1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CF83F3E-7C34-269D-6ECA-77B15E02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391CC6-3EF4-4BD8-AB0E-33742E01220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616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159BC-1159-EC2D-53C8-469A30A0C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3D932-F5D2-4488-942E-D7BBBCD1B9C6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309429-989E-6B98-0C7F-CAF77259B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0DAA9F-C014-47AC-A257-D56482FF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135203-9D7C-4522-BBBF-21E83ED806F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568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204536-1534-B705-9453-A4F9B43A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AA75E-BF9E-46A0-A9E0-BAFD35FFF608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B43954-70BB-8438-9C7E-420F576E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B9CAA1-FCB8-E4C5-18CB-C7E54649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A5008A-5770-457E-94CE-4C0F80A52AA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082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2D6C761C-6407-42AF-9A9A-88358CDFA07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8794A534-3D9F-60ED-C322-36C4C51374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E1AAEB-7307-EFB7-3069-85A716D265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A166A9F-698A-4394-917A-B536930A8DAC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24C3F5-DE04-7259-669C-3D211E3E4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9F93D2-2CB9-2408-CDAE-906610D38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44AB584-BEE8-4E8F-92B9-3358AFBC95A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0AA8B12F-AD58-8E9D-A86C-1D19FB2C2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9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103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4ABB2FE4-850A-17C8-0324-6BE5CFC40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1923817D-7650-6E92-9861-A263FE369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2026. 07. 01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7565048E-A16B-9B81-ACE9-65B149CFC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9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103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139804E1-BF9D-017D-748E-61BD9D0A4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07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D4C305BA-090F-FDB6-0B76-BA0DCD057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9263280A-89C9-DA1B-24E2-94AEDC605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9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103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19011602-6D98-17F4-A3A9-C0A72B41B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760663"/>
            <a:ext cx="8667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1.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2.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3.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걸레받이 부분도색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현관 방화문 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수도계량기함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보수 공사 요함</a:t>
            </a:r>
            <a:r>
              <a:rPr kumimoji="0" lang="en-US" altLang="ko-KR" sz="1200" b="1"/>
              <a:t>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182000FC-D674-C24D-49B7-56E7F17CB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D4DBA32F-F5C7-E760-A19C-AC74E812A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06650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E9DED5-ADA6-364F-E6C4-CDC0AAC3DDE5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8D0B9CF8-12F0-69D3-7DD3-60010459B8E4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E408ACBC-BA56-485B-D376-23F13FD30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65283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A42FAF-4FB1-D101-31CB-D863383D7CA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5310D1-56EB-B743-51E5-9385654519D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2">
            <a:extLst>
              <a:ext uri="{FF2B5EF4-FFF2-40B4-BE49-F238E27FC236}">
                <a16:creationId xmlns:a16="http://schemas.microsoft.com/office/drawing/2014/main" id="{8913A32D-19E5-E576-8B97-A4C81ED2E1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F9F712B-4068-55D0-29DF-E26A04F5C79E}"/>
              </a:ext>
            </a:extLst>
          </p:cNvPr>
          <p:cNvSpPr/>
          <p:nvPr/>
        </p:nvSpPr>
        <p:spPr>
          <a:xfrm>
            <a:off x="2268538" y="1916113"/>
            <a:ext cx="5399087" cy="32400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C84AF-AECF-0434-F16B-0DE54DD447D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70CC2E-16E7-7D99-3852-B7F1B2F833F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그림 2">
            <a:extLst>
              <a:ext uri="{FF2B5EF4-FFF2-40B4-BE49-F238E27FC236}">
                <a16:creationId xmlns:a16="http://schemas.microsoft.com/office/drawing/2014/main" id="{D114CDAB-99B5-80AB-5857-A6EA302A0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18487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666A7C1-A34D-DD1F-9F5D-6534571BAF13}"/>
              </a:ext>
            </a:extLst>
          </p:cNvPr>
          <p:cNvSpPr/>
          <p:nvPr/>
        </p:nvSpPr>
        <p:spPr>
          <a:xfrm>
            <a:off x="2771775" y="2636838"/>
            <a:ext cx="4176713" cy="28797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3997C-A932-12C5-6A35-BACD6536CFC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F1B496-EFB0-5AB8-ADA7-C4928F0AF36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내용 개체 틀 2">
            <a:extLst>
              <a:ext uri="{FF2B5EF4-FFF2-40B4-BE49-F238E27FC236}">
                <a16:creationId xmlns:a16="http://schemas.microsoft.com/office/drawing/2014/main" id="{18E4C54C-94FC-C2EE-5075-C430F9E44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0DF41E3-70AA-8F79-957D-1E3418E345B7}"/>
              </a:ext>
            </a:extLst>
          </p:cNvPr>
          <p:cNvSpPr/>
          <p:nvPr/>
        </p:nvSpPr>
        <p:spPr>
          <a:xfrm>
            <a:off x="3348038" y="3213100"/>
            <a:ext cx="3095625" cy="1800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5B4ED-8FC5-21C3-009D-7CDDFBCEB1D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12BAE0-2D88-6AA4-2164-8C3ACC857C8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내용 개체 틀 2">
            <a:extLst>
              <a:ext uri="{FF2B5EF4-FFF2-40B4-BE49-F238E27FC236}">
                <a16:creationId xmlns:a16="http://schemas.microsoft.com/office/drawing/2014/main" id="{58A3C79E-424F-7C8F-029E-E1C7544CF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18488" cy="4464050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427D3FCF-432F-FEE1-4C42-BE41028401C7}"/>
              </a:ext>
            </a:extLst>
          </p:cNvPr>
          <p:cNvSpPr/>
          <p:nvPr/>
        </p:nvSpPr>
        <p:spPr>
          <a:xfrm>
            <a:off x="1116013" y="2565400"/>
            <a:ext cx="7343775" cy="21605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C06BB-1969-7EC1-E4D0-FAF84B2CB6E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 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)</a:t>
            </a:r>
            <a:r>
              <a:rPr lang="ko-KR" altLang="en-US" b="1" dirty="0">
                <a:latin typeface="+mj-ea"/>
              </a:rPr>
              <a:t> 도색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BCD408-30CB-A02E-BAB9-5EA9924C5FB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내용 개체 틀 2">
            <a:extLst>
              <a:ext uri="{FF2B5EF4-FFF2-40B4-BE49-F238E27FC236}">
                <a16:creationId xmlns:a16="http://schemas.microsoft.com/office/drawing/2014/main" id="{4E3980B0-F1BB-81BD-9757-E308A426E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18487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D5B60A7-8E25-21AE-573B-9BCB3E2BB182}"/>
              </a:ext>
            </a:extLst>
          </p:cNvPr>
          <p:cNvSpPr/>
          <p:nvPr/>
        </p:nvSpPr>
        <p:spPr>
          <a:xfrm>
            <a:off x="827088" y="1916113"/>
            <a:ext cx="7632700" cy="3168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FE714-FA21-163C-AD4C-91703A8CA01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걸레받이 부분도색</a:t>
            </a:r>
            <a:r>
              <a:rPr lang="en-US" altLang="ko-KR" b="1" dirty="0"/>
              <a:t>(</a:t>
            </a:r>
            <a:r>
              <a:rPr lang="ko-KR" altLang="en-US" b="1" dirty="0"/>
              <a:t>거실</a:t>
            </a:r>
            <a:r>
              <a:rPr lang="en-US" altLang="ko-KR" b="1" dirty="0"/>
              <a:t>,</a:t>
            </a:r>
            <a:r>
              <a:rPr lang="ko-KR" altLang="en-US" b="1" dirty="0"/>
              <a:t>방</a:t>
            </a:r>
            <a:r>
              <a:rPr lang="en-US" altLang="ko-KR" b="1" dirty="0"/>
              <a:t>1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70BCE7-0729-3F40-D264-3441E768111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내용 개체 틀 2">
            <a:extLst>
              <a:ext uri="{FF2B5EF4-FFF2-40B4-BE49-F238E27FC236}">
                <a16:creationId xmlns:a16="http://schemas.microsoft.com/office/drawing/2014/main" id="{666D7C03-4AFF-7CF6-9F24-12C4278ED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1A8AD14-29A6-78DD-800A-C70C0003CD5C}"/>
              </a:ext>
            </a:extLst>
          </p:cNvPr>
          <p:cNvSpPr/>
          <p:nvPr/>
        </p:nvSpPr>
        <p:spPr>
          <a:xfrm>
            <a:off x="1116013" y="1628775"/>
            <a:ext cx="6985000" cy="30956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FE890E-C8B0-43C7-FC4C-ADC5EBF734F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현관 </a:t>
            </a:r>
            <a:r>
              <a:rPr lang="ko-KR" altLang="en-US" b="1" dirty="0" err="1"/>
              <a:t>방화문</a:t>
            </a:r>
            <a:r>
              <a:rPr lang="ko-KR" altLang="en-US" b="1" dirty="0"/>
              <a:t> 내부 도색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5F5C38-968D-0F15-D02A-467486302AC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내용 개체 틀 2">
            <a:extLst>
              <a:ext uri="{FF2B5EF4-FFF2-40B4-BE49-F238E27FC236}">
                <a16:creationId xmlns:a16="http://schemas.microsoft.com/office/drawing/2014/main" id="{B804C3A0-7899-542B-1F8E-E2E8CC29F6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020CF51-5D67-6A1E-CE8F-4AA86B4AF888}"/>
              </a:ext>
            </a:extLst>
          </p:cNvPr>
          <p:cNvSpPr/>
          <p:nvPr/>
        </p:nvSpPr>
        <p:spPr>
          <a:xfrm>
            <a:off x="2051050" y="1773238"/>
            <a:ext cx="5761038" cy="4248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D37DDA-C7AB-B941-0D85-51F90B1618C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수도계량기함 도색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CD62C2-D0EC-1AFD-E23B-940F37676B4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내용 개체 틀 2">
            <a:extLst>
              <a:ext uri="{FF2B5EF4-FFF2-40B4-BE49-F238E27FC236}">
                <a16:creationId xmlns:a16="http://schemas.microsoft.com/office/drawing/2014/main" id="{DAD13EEB-86BD-168B-F304-6E3DD2381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95A26D5-1EAE-4B31-60B4-33E36F9F8E0E}"/>
              </a:ext>
            </a:extLst>
          </p:cNvPr>
          <p:cNvSpPr/>
          <p:nvPr/>
        </p:nvSpPr>
        <p:spPr>
          <a:xfrm>
            <a:off x="1187450" y="1773238"/>
            <a:ext cx="6624638" cy="4032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2072</TotalTime>
  <Words>192</Words>
  <Application>Microsoft Office PowerPoint</Application>
  <PresentationFormat>화면 슬라이드 쇼(4:3)</PresentationFormat>
  <Paragraphs>23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 도배(벽-방3곳) </vt:lpstr>
      <vt:lpstr>장판(거실)</vt:lpstr>
      <vt:lpstr>장판(방3곳)</vt:lpstr>
      <vt:lpstr>방3곳(문, 문틀) 도색</vt:lpstr>
      <vt:lpstr>걸레받이 부분도색(거실,방1곳)</vt:lpstr>
      <vt:lpstr>현관 방화문 내부 도색</vt:lpstr>
      <vt:lpstr>수도계량기함 도색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379</cp:revision>
  <cp:lastPrinted>2022-08-17T04:02:57Z</cp:lastPrinted>
  <dcterms:created xsi:type="dcterms:W3CDTF">2012-05-23T04:33:26Z</dcterms:created>
  <dcterms:modified xsi:type="dcterms:W3CDTF">2026-07-10T05:56:07Z</dcterms:modified>
</cp:coreProperties>
</file>