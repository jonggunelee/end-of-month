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102-405 </a:t>
            </a:r>
            <a:r>
              <a:rPr lang="ko-KR" altLang="en-US" b="1" dirty="0">
                <a:latin typeface="+mn-ea"/>
              </a:rPr>
              <a:t>작은방</a:t>
            </a:r>
            <a:r>
              <a:rPr lang="en-US" altLang="ko-KR" b="1" dirty="0">
                <a:latin typeface="+mn-ea"/>
              </a:rPr>
              <a:t>-1 </a:t>
            </a:r>
            <a:r>
              <a:rPr lang="ko-KR" altLang="en-US" b="1" dirty="0">
                <a:latin typeface="+mn-ea"/>
              </a:rPr>
              <a:t>도배 작업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</a:t>
            </a:r>
            <a:r>
              <a:rPr lang="en-US" altLang="ko-KR" sz="1000" b="1" dirty="0">
                <a:latin typeface="+mn-ea"/>
              </a:rPr>
              <a:t>102-405 </a:t>
            </a:r>
            <a:r>
              <a:rPr lang="ko-KR" altLang="en-US" sz="1000" b="1" dirty="0">
                <a:latin typeface="+mn-ea"/>
              </a:rPr>
              <a:t>작은방</a:t>
            </a:r>
            <a:r>
              <a:rPr lang="en-US" altLang="ko-KR" sz="1000" b="1" dirty="0">
                <a:latin typeface="+mn-ea"/>
              </a:rPr>
              <a:t>-1 </a:t>
            </a:r>
            <a:r>
              <a:rPr lang="ko-KR" altLang="en-US" sz="1000" b="1" dirty="0">
                <a:latin typeface="+mn-ea"/>
              </a:rPr>
              <a:t>도배 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403648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작은방</a:t>
            </a:r>
            <a:r>
              <a:rPr lang="en-US" altLang="ko-KR" sz="1000" dirty="0"/>
              <a:t>1</a:t>
            </a:r>
            <a:r>
              <a:rPr lang="ko-KR" altLang="en-US" sz="1000" dirty="0"/>
              <a:t>곳 얼룩으로 인한 벽면 전체 도배
가구 </a:t>
            </a:r>
            <a:r>
              <a:rPr lang="ko-KR" altLang="en-US" sz="1000" dirty="0" err="1"/>
              <a:t>피양</a:t>
            </a:r>
            <a:r>
              <a:rPr lang="ko-KR" altLang="en-US" sz="1000" dirty="0"/>
              <a:t> 작업
기존 훼손 도배</a:t>
            </a:r>
            <a:r>
              <a:rPr lang="en-US" altLang="ko-KR" sz="1000" dirty="0"/>
              <a:t>(</a:t>
            </a:r>
            <a:r>
              <a:rPr lang="ko-KR" altLang="en-US" sz="1000" dirty="0"/>
              <a:t>합지</a:t>
            </a:r>
            <a:r>
              <a:rPr lang="en-US" altLang="ko-KR" sz="1000" dirty="0"/>
              <a:t>) </a:t>
            </a:r>
            <a:r>
              <a:rPr lang="ko-KR" altLang="en-US" sz="1000" dirty="0"/>
              <a:t>제거</a:t>
            </a:r>
            <a:r>
              <a:rPr lang="en-US" altLang="ko-KR" sz="1000" dirty="0"/>
              <a:t> </a:t>
            </a:r>
            <a:r>
              <a:rPr lang="ko-KR" altLang="en-US" sz="1000" dirty="0"/>
              <a:t>작업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도배</a:t>
            </a:r>
            <a:r>
              <a:rPr lang="en-US" altLang="ko-KR" sz="1000" dirty="0"/>
              <a:t>(</a:t>
            </a:r>
            <a:r>
              <a:rPr lang="ko-KR" altLang="en-US" sz="1000" dirty="0"/>
              <a:t>합지</a:t>
            </a:r>
            <a:r>
              <a:rPr lang="en-US" altLang="ko-KR" sz="1000" dirty="0"/>
              <a:t>) </a:t>
            </a:r>
            <a:r>
              <a:rPr lang="ko-KR" altLang="en-US" sz="1000" dirty="0"/>
              <a:t>신규</a:t>
            </a:r>
            <a:r>
              <a:rPr lang="en-US" altLang="ko-KR" sz="1000" dirty="0"/>
              <a:t> </a:t>
            </a:r>
            <a:r>
              <a:rPr lang="ko-KR" altLang="en-US" sz="1000" dirty="0"/>
              <a:t>작업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가구 원복 및 보양 철거 작업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폐기물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82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2026-09-15T23:58:05Z</dcterms:modified>
</cp:coreProperties>
</file>