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5-506 </a:t>
            </a:r>
            <a:r>
              <a:rPr lang="ko-KR" altLang="en-US" b="1">
                <a:latin typeface="+mn-ea"/>
              </a:rPr>
              <a:t>붙박이장 신설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고층장비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5-506 </a:t>
            </a:r>
            <a:r>
              <a:rPr lang="ko-KR" altLang="en-US" sz="1000" b="1">
                <a:latin typeface="+mn-ea"/>
              </a:rPr>
              <a:t>붙박이장 신설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고층장비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붙박이장 설치 위치 </a:t>
            </a:r>
            <a:r>
              <a:rPr lang="en-US" altLang="ko-KR" sz="1000"/>
              <a:t>: </a:t>
            </a:r>
            <a:r>
              <a:rPr lang="ko-KR" altLang="en-US" sz="1000"/>
              <a:t>안방
붙박이장 설치 위치 바닥 보양 작업
붙박이장 설치 상하</a:t>
            </a:r>
            <a:r>
              <a:rPr lang="en-US" altLang="ko-KR" sz="1000"/>
              <a:t>_</a:t>
            </a:r>
            <a:r>
              <a:rPr lang="ko-KR" altLang="en-US" sz="1000"/>
              <a:t>좌우 수평 작업
붙박이장 설치 완료후 바닥 보양 철거 작업
설치 완료후 붙박이장 수평 유지 작업
설치 완료후 보양재 및 폐기물 처리 작업
붙박이장 반입용 사다리차 작업시 신호수 상주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2026-08-23T20:58:26Z</dcterms:modified>
</cp:coreProperties>
</file>