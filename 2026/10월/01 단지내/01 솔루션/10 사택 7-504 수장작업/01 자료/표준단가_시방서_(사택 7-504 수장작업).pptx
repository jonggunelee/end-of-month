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7-504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뒤베란다 창고내부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뒤베란다 벽면</a:t>
            </a:r>
            <a:r>
              <a:rPr lang="en-US" altLang="ko-KR" sz="1000"/>
              <a:t>_</a:t>
            </a:r>
            <a:r>
              <a:rPr lang="ko-KR" altLang="en-US" sz="1000"/>
              <a:t>천정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창고내부 곰팡이 제거 포함</a:t>
            </a:r>
            <a:r>
              <a:rPr lang="en-US" altLang="ko-KR" sz="1000"/>
              <a:t>) </a:t>
            </a:r>
            <a:r>
              <a:rPr lang="ko-KR" altLang="en-US" sz="1000"/>
              <a:t>작업
페기물 반출 및 폐기처리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2026-07-10T06:27:59Z</dcterms:modified>
</cp:coreProperties>
</file>