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797675" cy="9926638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784" autoAdjust="0"/>
    <p:restoredTop sz="94560" autoAdjust="0"/>
  </p:normalViewPr>
  <p:slideViewPr>
    <p:cSldViewPr>
      <p:cViewPr varScale="1">
        <p:scale>
          <a:sx n="109" d="100"/>
          <a:sy n="109" d="100"/>
        </p:scale>
        <p:origin x="1836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DC2ECEA4-147A-88DF-E505-4B6A9F2DE99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813" cy="496888"/>
          </a:xfrm>
          <a:prstGeom prst="rect">
            <a:avLst/>
          </a:prstGeom>
        </p:spPr>
        <p:txBody>
          <a:bodyPr vert="horz" lIns="91312" tIns="45656" rIns="91312" bIns="45656" rtlCol="0"/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D134458-066E-D693-0B48-C749CBFACFB9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51275" y="0"/>
            <a:ext cx="2944813" cy="496888"/>
          </a:xfrm>
          <a:prstGeom prst="rect">
            <a:avLst/>
          </a:prstGeom>
        </p:spPr>
        <p:txBody>
          <a:bodyPr vert="horz" lIns="91312" tIns="45656" rIns="91312" bIns="45656" rtlCol="0"/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0DDE4DD4-9799-47CB-BBC3-491B180EDE33}" type="datetimeFigureOut">
              <a:rPr lang="ko-KR" altLang="en-US"/>
              <a:pPr>
                <a:defRPr/>
              </a:pPr>
              <a:t>2026-07-10</a:t>
            </a:fld>
            <a:endParaRPr lang="ko-KR" altLang="en-US"/>
          </a:p>
        </p:txBody>
      </p:sp>
      <p:sp>
        <p:nvSpPr>
          <p:cNvPr id="4" name="슬라이드 이미지 개체 틀 3">
            <a:extLst>
              <a:ext uri="{FF2B5EF4-FFF2-40B4-BE49-F238E27FC236}">
                <a16:creationId xmlns:a16="http://schemas.microsoft.com/office/drawing/2014/main" id="{9652CE66-5704-23DF-BE02-9B50D73DFBC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19163" y="744538"/>
            <a:ext cx="4959350" cy="3721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312" tIns="45656" rIns="91312" bIns="45656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>
            <a:extLst>
              <a:ext uri="{FF2B5EF4-FFF2-40B4-BE49-F238E27FC236}">
                <a16:creationId xmlns:a16="http://schemas.microsoft.com/office/drawing/2014/main" id="{52A4FF93-A89A-195D-615C-C67B28AE83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9450" y="4714875"/>
            <a:ext cx="5438775" cy="4467225"/>
          </a:xfrm>
          <a:prstGeom prst="rect">
            <a:avLst/>
          </a:prstGeom>
        </p:spPr>
        <p:txBody>
          <a:bodyPr vert="horz" lIns="91312" tIns="45656" rIns="91312" bIns="45656" rtlCol="0"/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31C7298-0513-69FA-003F-2DF7A9E7710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944813" cy="496887"/>
          </a:xfrm>
          <a:prstGeom prst="rect">
            <a:avLst/>
          </a:prstGeom>
        </p:spPr>
        <p:txBody>
          <a:bodyPr vert="horz" lIns="91312" tIns="45656" rIns="91312" bIns="45656" rtlCol="0" anchor="b"/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F4BB617-5CB3-A6E8-E949-6765DC5F81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51275" y="9428163"/>
            <a:ext cx="2944813" cy="496887"/>
          </a:xfrm>
          <a:prstGeom prst="rect">
            <a:avLst/>
          </a:prstGeom>
        </p:spPr>
        <p:txBody>
          <a:bodyPr vert="horz" wrap="square" lIns="91312" tIns="45656" rIns="91312" bIns="45656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fld id="{DF10AA63-0550-457D-825E-13CF4D83E77D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슬라이드 이미지 개체 틀 1">
            <a:extLst>
              <a:ext uri="{FF2B5EF4-FFF2-40B4-BE49-F238E27FC236}">
                <a16:creationId xmlns:a16="http://schemas.microsoft.com/office/drawing/2014/main" id="{6201E8F6-03EF-B668-AA0E-E8533D9AB8C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슬라이드 노트 개체 틀 2">
            <a:extLst>
              <a:ext uri="{FF2B5EF4-FFF2-40B4-BE49-F238E27FC236}">
                <a16:creationId xmlns:a16="http://schemas.microsoft.com/office/drawing/2014/main" id="{BF2F6932-900B-2012-FBA0-EAC1C10B741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4100" name="슬라이드 번호 개체 틀 3">
            <a:extLst>
              <a:ext uri="{FF2B5EF4-FFF2-40B4-BE49-F238E27FC236}">
                <a16:creationId xmlns:a16="http://schemas.microsoft.com/office/drawing/2014/main" id="{6E8BCE1C-654C-C754-CE36-2B960252D7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D110A7E5-30DB-4BED-8EDA-067D35A9E9EF}" type="slidenum"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pPr>
                <a:spcBef>
                  <a:spcPct val="0"/>
                </a:spcBef>
              </a:pPr>
              <a:t>1</a:t>
            </a:fld>
            <a:endParaRPr lang="ko-KR" altLang="en-US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4FDD6BE-3558-3336-D0C0-22345848A5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0024D8-5B22-4EDA-9FA7-273E422791A9}" type="datetimeFigureOut">
              <a:rPr lang="ko-KR" altLang="en-US"/>
              <a:pPr>
                <a:defRPr/>
              </a:pPr>
              <a:t>2026-07-10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FE01F53-8987-3BFC-554B-EB4E5E2B16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A996CA2-A1B3-D923-1DF1-B58203CD4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51CFFA4-007C-4321-8BED-A94651839CBC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23443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A57F568-92F7-77E9-394F-54C575341C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ED90AD-2749-47D0-841F-17D5C78066EE}" type="datetimeFigureOut">
              <a:rPr lang="ko-KR" altLang="en-US"/>
              <a:pPr>
                <a:defRPr/>
              </a:pPr>
              <a:t>2026-07-10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D8572E5-2FCD-82DD-C5FF-43DE36E68A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14A77C0-9501-C150-3489-F19DA5D78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A50FBA2-D4B7-4B2E-A81B-34DEB9D00EBA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75355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25B5201-D868-8C42-77EB-A1F344BF2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B0AF8A6-0E32-4FBC-AB75-DEF6EBFF3DE8}" type="datetimeFigureOut">
              <a:rPr lang="ko-KR" altLang="en-US"/>
              <a:pPr>
                <a:defRPr/>
              </a:pPr>
              <a:t>2026-07-10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CEA3F40-BAAC-27FF-79BF-A38DF28B2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F9A046F-4AFA-3389-208A-545954B0E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A867745-82E7-4778-A437-54918D74C1D9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57243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8E036344-44D9-3990-B1F4-C2B57CB9BE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F1B160-DFCB-4115-A677-1D66BFBB2409}" type="datetimeFigureOut">
              <a:rPr lang="ko-KR" altLang="en-US"/>
              <a:pPr>
                <a:defRPr/>
              </a:pPr>
              <a:t>2026-07-10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98341E4E-202D-3C7E-D52F-5B1D4951B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40C53531-3382-119D-8DD0-60173C62B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708C0A3-3885-46B8-954B-FBF2DDAF6EE9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8907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3">
            <a:extLst>
              <a:ext uri="{FF2B5EF4-FFF2-40B4-BE49-F238E27FC236}">
                <a16:creationId xmlns:a16="http://schemas.microsoft.com/office/drawing/2014/main" id="{76C53957-FBB6-72CC-BDFA-69C5FE2D4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4FF19A-210D-4DF5-A213-7C09878CC65C}" type="datetimeFigureOut">
              <a:rPr lang="ko-KR" altLang="en-US"/>
              <a:pPr>
                <a:defRPr/>
              </a:pPr>
              <a:t>2026-07-10</a:t>
            </a:fld>
            <a:endParaRPr lang="ko-KR" altLang="en-US"/>
          </a:p>
        </p:txBody>
      </p:sp>
      <p:sp>
        <p:nvSpPr>
          <p:cNvPr id="8" name="바닥글 개체 틀 4">
            <a:extLst>
              <a:ext uri="{FF2B5EF4-FFF2-40B4-BE49-F238E27FC236}">
                <a16:creationId xmlns:a16="http://schemas.microsoft.com/office/drawing/2014/main" id="{FFBBB77A-6834-61EF-9F96-88EEB9FA90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B8270F9A-9D08-CA38-723D-29F702F4F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66E9F64-C040-4050-ADE0-991A3FB427A4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44879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3">
            <a:extLst>
              <a:ext uri="{FF2B5EF4-FFF2-40B4-BE49-F238E27FC236}">
                <a16:creationId xmlns:a16="http://schemas.microsoft.com/office/drawing/2014/main" id="{F4A60129-85D0-A153-14B7-B86303E0A3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F803D9-32A0-46B5-90E2-945705DD5D29}" type="datetimeFigureOut">
              <a:rPr lang="ko-KR" altLang="en-US"/>
              <a:pPr>
                <a:defRPr/>
              </a:pPr>
              <a:t>2026-07-10</a:t>
            </a:fld>
            <a:endParaRPr lang="ko-KR" altLang="en-US"/>
          </a:p>
        </p:txBody>
      </p:sp>
      <p:sp>
        <p:nvSpPr>
          <p:cNvPr id="4" name="바닥글 개체 틀 4">
            <a:extLst>
              <a:ext uri="{FF2B5EF4-FFF2-40B4-BE49-F238E27FC236}">
                <a16:creationId xmlns:a16="http://schemas.microsoft.com/office/drawing/2014/main" id="{6B811643-A7FC-EF36-F62E-C630835B7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5">
            <a:extLst>
              <a:ext uri="{FF2B5EF4-FFF2-40B4-BE49-F238E27FC236}">
                <a16:creationId xmlns:a16="http://schemas.microsoft.com/office/drawing/2014/main" id="{4FDFD86C-985F-E9E7-90E6-D5F167BBF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D477BD5-8B7B-4B2F-BFA1-6AFF251F6125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67102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>
            <a:extLst>
              <a:ext uri="{FF2B5EF4-FFF2-40B4-BE49-F238E27FC236}">
                <a16:creationId xmlns:a16="http://schemas.microsoft.com/office/drawing/2014/main" id="{F53E0C17-DFA3-4B3D-1D7C-2D02025E7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F51995-F6DF-454B-B4A9-3B82F2124940}" type="datetimeFigureOut">
              <a:rPr lang="ko-KR" altLang="en-US"/>
              <a:pPr>
                <a:defRPr/>
              </a:pPr>
              <a:t>2026-07-10</a:t>
            </a:fld>
            <a:endParaRPr lang="ko-KR" altLang="en-US"/>
          </a:p>
        </p:txBody>
      </p:sp>
      <p:sp>
        <p:nvSpPr>
          <p:cNvPr id="3" name="바닥글 개체 틀 4">
            <a:extLst>
              <a:ext uri="{FF2B5EF4-FFF2-40B4-BE49-F238E27FC236}">
                <a16:creationId xmlns:a16="http://schemas.microsoft.com/office/drawing/2014/main" id="{9ECA96D1-43DF-C078-073B-C0325D32E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5">
            <a:extLst>
              <a:ext uri="{FF2B5EF4-FFF2-40B4-BE49-F238E27FC236}">
                <a16:creationId xmlns:a16="http://schemas.microsoft.com/office/drawing/2014/main" id="{F49C0AEB-FCF3-32E8-28B8-483C11295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4115553-5188-4C9F-BB18-06DF13E0BD14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31435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3648320C-14C1-9B3B-2BA8-035B6A9E96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3D9CC1-1240-4ADC-BD01-D9CA98932B55}" type="datetimeFigureOut">
              <a:rPr lang="ko-KR" altLang="en-US"/>
              <a:pPr>
                <a:defRPr/>
              </a:pPr>
              <a:t>2026-07-10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47E13CF2-0D7D-CC5C-EFBE-6220BA70EE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1FFF78C8-A00A-687E-5C2C-B6D77C4CC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EF1D79F-A01B-45D5-A8CC-B1DD17C23547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02235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5437878A-0C40-F8CE-5C3A-37D76A5814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8B1017-6A2B-4263-A05A-A5B3F8402EAD}" type="datetimeFigureOut">
              <a:rPr lang="ko-KR" altLang="en-US"/>
              <a:pPr>
                <a:defRPr/>
              </a:pPr>
              <a:t>2026-07-10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2453F4E8-0FD2-85E6-B92E-48E163228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3BF283D7-F3A1-23F4-CD6A-82FC877BA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9DC11FD-BA85-4817-9B9F-1A026E1EE898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80902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BAEC5B4-6B4D-1D8A-4A5D-520DC27CF7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237A18-31D7-43C7-B83D-ACB1580AE948}" type="datetimeFigureOut">
              <a:rPr lang="ko-KR" altLang="en-US"/>
              <a:pPr>
                <a:defRPr/>
              </a:pPr>
              <a:t>2026-07-10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CA04CE6-48E7-C972-538A-6D0682FA0F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0D3A22E-CA46-0BC2-CF60-DDBA3FC7F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82657F9-BDFF-468A-AEDC-6044006EE606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66254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90D9970-F84A-9A80-3230-473E6917E3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59DCF3-B094-411F-B238-51A6C8F22435}" type="datetimeFigureOut">
              <a:rPr lang="ko-KR" altLang="en-US"/>
              <a:pPr>
                <a:defRPr/>
              </a:pPr>
              <a:t>2026-07-10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D961E5E-6CBA-CA74-8F4A-260DBBE7B9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FC05C41-85DF-5A50-8451-BF3FD94EA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0799072-5479-43FE-A71C-076A1CB69FF2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12358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>
            <a:extLst>
              <a:ext uri="{FF2B5EF4-FFF2-40B4-BE49-F238E27FC236}">
                <a16:creationId xmlns:a16="http://schemas.microsoft.com/office/drawing/2014/main" id="{EA8B8267-3E13-D4B7-BFA6-022541FABF04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>
            <a:extLst>
              <a:ext uri="{FF2B5EF4-FFF2-40B4-BE49-F238E27FC236}">
                <a16:creationId xmlns:a16="http://schemas.microsoft.com/office/drawing/2014/main" id="{C3807C67-FDFD-4B3F-5873-37A5E1EA6E2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0A1079D-870F-A7A3-2146-F02FC83331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0E9CA098-A65C-41AC-8E4F-DB8B166B72A8}" type="datetimeFigureOut">
              <a:rPr lang="ko-KR" altLang="en-US"/>
              <a:pPr>
                <a:defRPr/>
              </a:pPr>
              <a:t>2026-07-10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9A79EAC-0B4B-7162-33F1-8F74D45B00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79DAD78-111B-16A3-3903-6096D46361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0" sz="1200">
                <a:solidFill>
                  <a:srgbClr val="898989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A7FB0996-6820-4F7D-859A-6E5D14EDBBBE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74">
            <a:extLst>
              <a:ext uri="{FF2B5EF4-FFF2-40B4-BE49-F238E27FC236}">
                <a16:creationId xmlns:a16="http://schemas.microsoft.com/office/drawing/2014/main" id="{C2023726-8932-7A29-C55F-AA0A419F70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6375" y="1665288"/>
            <a:ext cx="6192838" cy="55245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rIns="90000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3000" b="1"/>
              <a:t>7</a:t>
            </a:r>
            <a:r>
              <a:rPr kumimoji="0" lang="ko-KR" altLang="en-US" sz="3000" b="1"/>
              <a:t>동 </a:t>
            </a:r>
            <a:r>
              <a:rPr kumimoji="0" lang="en-US" altLang="ko-KR" sz="3000" b="1"/>
              <a:t>504</a:t>
            </a:r>
            <a:r>
              <a:rPr kumimoji="0" lang="ko-KR" altLang="en-US" sz="3000" b="1"/>
              <a:t>호 수장공사 작업의뢰서</a:t>
            </a:r>
          </a:p>
        </p:txBody>
      </p:sp>
      <p:sp>
        <p:nvSpPr>
          <p:cNvPr id="3075" name="Text Box 73">
            <a:extLst>
              <a:ext uri="{FF2B5EF4-FFF2-40B4-BE49-F238E27FC236}">
                <a16:creationId xmlns:a16="http://schemas.microsoft.com/office/drawing/2014/main" id="{0955D61A-7C77-45B0-BFE2-616851C227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7625" y="5899150"/>
            <a:ext cx="14160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ko-KR" altLang="en-US" sz="1600" b="1"/>
              <a:t>유앤미시스템</a:t>
            </a:r>
            <a:endParaRPr kumimoji="0" lang="en-US" altLang="ko-KR" sz="1600" b="1"/>
          </a:p>
        </p:txBody>
      </p:sp>
      <p:sp>
        <p:nvSpPr>
          <p:cNvPr id="3076" name="Text Box 73">
            <a:extLst>
              <a:ext uri="{FF2B5EF4-FFF2-40B4-BE49-F238E27FC236}">
                <a16:creationId xmlns:a16="http://schemas.microsoft.com/office/drawing/2014/main" id="{28581835-8B6A-4627-6288-68664A5C2A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8263" y="4214813"/>
            <a:ext cx="13874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1600" b="1"/>
              <a:t>2026. 07. 01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Box 3">
            <a:extLst>
              <a:ext uri="{FF2B5EF4-FFF2-40B4-BE49-F238E27FC236}">
                <a16:creationId xmlns:a16="http://schemas.microsoft.com/office/drawing/2014/main" id="{E0757E0F-BDEE-DE21-FBE3-A366E9F056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319088"/>
            <a:ext cx="64087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2400" b="1" u="sng"/>
              <a:t>7</a:t>
            </a:r>
            <a:r>
              <a:rPr kumimoji="0" lang="ko-KR" altLang="en-US" sz="2400" b="1" u="sng"/>
              <a:t>동 </a:t>
            </a:r>
            <a:r>
              <a:rPr kumimoji="0" lang="en-US" altLang="ko-KR" sz="2400" b="1" u="sng"/>
              <a:t>504</a:t>
            </a:r>
            <a:r>
              <a:rPr kumimoji="0" lang="ko-KR" altLang="en-US" sz="2400" b="1" u="sng"/>
              <a:t>호 수장공사 작업의뢰서</a:t>
            </a:r>
          </a:p>
        </p:txBody>
      </p:sp>
      <p:sp>
        <p:nvSpPr>
          <p:cNvPr id="5123" name="TextBox 5">
            <a:extLst>
              <a:ext uri="{FF2B5EF4-FFF2-40B4-BE49-F238E27FC236}">
                <a16:creationId xmlns:a16="http://schemas.microsoft.com/office/drawing/2014/main" id="{BEA2B292-A7F2-3FCE-2A70-5EBCB123E5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293813"/>
            <a:ext cx="26860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2.</a:t>
            </a:r>
            <a:r>
              <a:rPr kumimoji="0" lang="ko-KR" altLang="en-US" sz="1200" b="1"/>
              <a:t> 공사요청일 </a:t>
            </a:r>
            <a:r>
              <a:rPr kumimoji="0" lang="en-US" altLang="ko-KR" sz="1200" b="1"/>
              <a:t>: 2026</a:t>
            </a:r>
            <a:r>
              <a:rPr kumimoji="0" lang="ko-KR" altLang="en-US" sz="1200" b="1"/>
              <a:t>년  </a:t>
            </a:r>
            <a:r>
              <a:rPr kumimoji="0" lang="en-US" altLang="ko-KR" sz="1200" b="1"/>
              <a:t>07</a:t>
            </a:r>
            <a:r>
              <a:rPr kumimoji="0" lang="ko-KR" altLang="en-US" sz="1200" b="1"/>
              <a:t>월  </a:t>
            </a:r>
            <a:r>
              <a:rPr kumimoji="0" lang="en-US" altLang="ko-KR" sz="1200" b="1"/>
              <a:t>01</a:t>
            </a:r>
            <a:r>
              <a:rPr kumimoji="0" lang="ko-KR" altLang="en-US" sz="1200" b="1"/>
              <a:t>일</a:t>
            </a:r>
          </a:p>
        </p:txBody>
      </p:sp>
      <p:sp>
        <p:nvSpPr>
          <p:cNvPr id="3077" name="TextBox 6">
            <a:extLst>
              <a:ext uri="{FF2B5EF4-FFF2-40B4-BE49-F238E27FC236}">
                <a16:creationId xmlns:a16="http://schemas.microsoft.com/office/drawing/2014/main" id="{AC0C65E1-6A62-C782-9219-E59641A0DA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668463"/>
            <a:ext cx="308927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latinLnBrk="1" hangingPunct="1">
              <a:defRPr/>
            </a:pPr>
            <a:r>
              <a:rPr kumimoji="0" lang="en-US" altLang="ko-KR" sz="1200" b="1" dirty="0">
                <a:latin typeface="+mn-lt"/>
                <a:ea typeface="맑은 고딕" pitchFamily="50" charset="-127"/>
              </a:rPr>
              <a:t>3. 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공사의뢰자 </a:t>
            </a:r>
            <a:r>
              <a:rPr kumimoji="0" lang="en-US" altLang="ko-KR" sz="1200" b="1" dirty="0">
                <a:latin typeface="+mn-lt"/>
                <a:ea typeface="맑은 고딕" pitchFamily="50" charset="-127"/>
              </a:rPr>
              <a:t>: </a:t>
            </a:r>
            <a:r>
              <a:rPr kumimoji="0" lang="ko-KR" altLang="en-US" sz="1200" b="1" dirty="0" err="1">
                <a:latin typeface="+mn-lt"/>
                <a:ea typeface="맑은 고딕" pitchFamily="50" charset="-127"/>
              </a:rPr>
              <a:t>유앤미시스템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 남해원 소장</a:t>
            </a:r>
          </a:p>
        </p:txBody>
      </p:sp>
      <p:sp>
        <p:nvSpPr>
          <p:cNvPr id="5125" name="TextBox 20">
            <a:extLst>
              <a:ext uri="{FF2B5EF4-FFF2-40B4-BE49-F238E27FC236}">
                <a16:creationId xmlns:a16="http://schemas.microsoft.com/office/drawing/2014/main" id="{9DB29472-A253-155D-9A76-140B4DA363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923925"/>
            <a:ext cx="33686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1.</a:t>
            </a:r>
            <a:r>
              <a:rPr kumimoji="0" lang="ko-KR" altLang="en-US" sz="1200" b="1"/>
              <a:t> 공   사   명 </a:t>
            </a:r>
            <a:r>
              <a:rPr kumimoji="0" lang="en-US" altLang="ko-KR" sz="1200" b="1"/>
              <a:t>: 7</a:t>
            </a:r>
            <a:r>
              <a:rPr kumimoji="0" lang="ko-KR" altLang="en-US" sz="1200" b="1"/>
              <a:t>동</a:t>
            </a:r>
            <a:r>
              <a:rPr kumimoji="0" lang="en-US" altLang="ko-KR" sz="1200" b="1"/>
              <a:t> 504</a:t>
            </a:r>
            <a:r>
              <a:rPr kumimoji="0" lang="ko-KR" altLang="en-US" sz="1200" b="1"/>
              <a:t>호 수장공사 작업의뢰</a:t>
            </a:r>
          </a:p>
        </p:txBody>
      </p:sp>
      <p:sp>
        <p:nvSpPr>
          <p:cNvPr id="5126" name="TextBox 23">
            <a:extLst>
              <a:ext uri="{FF2B5EF4-FFF2-40B4-BE49-F238E27FC236}">
                <a16:creationId xmlns:a16="http://schemas.microsoft.com/office/drawing/2014/main" id="{D1BFF328-029E-6E20-8978-9BAC4E3180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2854325"/>
            <a:ext cx="866775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6. </a:t>
            </a:r>
            <a:r>
              <a:rPr kumimoji="0" lang="ko-KR" altLang="en-US" sz="1200" b="1"/>
              <a:t>공 사 내 용 </a:t>
            </a:r>
            <a:r>
              <a:rPr kumimoji="0" lang="en-US" altLang="ko-KR" sz="1200" b="1"/>
              <a:t>: </a:t>
            </a:r>
            <a:r>
              <a:rPr kumimoji="0" lang="ko-KR" altLang="en-US" sz="1200" b="1"/>
              <a:t>도배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벽</a:t>
            </a:r>
            <a:r>
              <a:rPr kumimoji="0" lang="en-US" altLang="ko-KR" sz="1200" b="1"/>
              <a:t>-</a:t>
            </a:r>
            <a:r>
              <a:rPr kumimoji="0" lang="ko-KR" altLang="en-US" sz="1200" b="1"/>
              <a:t>거실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방</a:t>
            </a:r>
            <a:r>
              <a:rPr kumimoji="0" lang="en-US" altLang="ko-KR" sz="1200" b="1"/>
              <a:t>2</a:t>
            </a:r>
            <a:r>
              <a:rPr kumimoji="0" lang="ko-KR" altLang="en-US" sz="1200" b="1"/>
              <a:t>곳</a:t>
            </a:r>
            <a:r>
              <a:rPr kumimoji="0" lang="en-US" altLang="ko-KR" sz="1200" b="1"/>
              <a:t>), </a:t>
            </a:r>
            <a:r>
              <a:rPr kumimoji="0" lang="ko-KR" altLang="en-US" sz="1200" b="1"/>
              <a:t>장판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거실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방</a:t>
            </a:r>
            <a:r>
              <a:rPr kumimoji="0" lang="en-US" altLang="ko-KR" sz="1200" b="1"/>
              <a:t>2</a:t>
            </a:r>
            <a:r>
              <a:rPr kumimoji="0" lang="ko-KR" altLang="en-US" sz="1200" b="1"/>
              <a:t>곳</a:t>
            </a:r>
            <a:r>
              <a:rPr kumimoji="0" lang="en-US" altLang="ko-KR" sz="1200" b="1"/>
              <a:t>),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                    </a:t>
            </a:r>
            <a:r>
              <a:rPr kumimoji="0" lang="ko-KR" altLang="en-US" sz="1200" b="1"/>
              <a:t>도색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뒤베란다 창고내부 전체도색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뒤베란다 벽면</a:t>
            </a:r>
            <a:r>
              <a:rPr kumimoji="0" lang="en-US" altLang="ko-KR" sz="1200" b="1"/>
              <a:t>,</a:t>
            </a:r>
            <a:r>
              <a:rPr kumimoji="0" lang="ko-KR" altLang="en-US" sz="1200" b="1"/>
              <a:t>천정 및 창고내부 곰팡이 제거 포함</a:t>
            </a:r>
            <a:r>
              <a:rPr kumimoji="0" lang="en-US" altLang="ko-KR" sz="1200" b="1"/>
              <a:t>)),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                    </a:t>
            </a:r>
            <a:r>
              <a:rPr kumimoji="0" lang="ko-KR" altLang="en-US" sz="1200" b="1"/>
              <a:t>보수 공사 요함</a:t>
            </a:r>
            <a:r>
              <a:rPr kumimoji="0" lang="en-US" altLang="ko-KR" sz="1200" b="1"/>
              <a:t> </a:t>
            </a:r>
          </a:p>
        </p:txBody>
      </p:sp>
      <p:sp>
        <p:nvSpPr>
          <p:cNvPr id="5127" name="TextBox 4">
            <a:extLst>
              <a:ext uri="{FF2B5EF4-FFF2-40B4-BE49-F238E27FC236}">
                <a16:creationId xmlns:a16="http://schemas.microsoft.com/office/drawing/2014/main" id="{4F8674FA-3882-8C7A-EC96-A21833D72F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2060575"/>
            <a:ext cx="26765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4. </a:t>
            </a:r>
            <a:r>
              <a:rPr kumimoji="0" lang="ko-KR" altLang="en-US" sz="1200" b="1"/>
              <a:t>완료요청일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 월     일</a:t>
            </a:r>
          </a:p>
        </p:txBody>
      </p:sp>
      <p:sp>
        <p:nvSpPr>
          <p:cNvPr id="5128" name="TextBox 21">
            <a:extLst>
              <a:ext uri="{FF2B5EF4-FFF2-40B4-BE49-F238E27FC236}">
                <a16:creationId xmlns:a16="http://schemas.microsoft.com/office/drawing/2014/main" id="{142F32CC-66DD-64FB-8956-A603236E26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2468563"/>
            <a:ext cx="26765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5. </a:t>
            </a:r>
            <a:r>
              <a:rPr kumimoji="0" lang="ko-KR" altLang="en-US" sz="1200" b="1"/>
              <a:t>입주예정일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 월     일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62D0A22-846D-1715-06B3-1488DDDC7FAF}"/>
              </a:ext>
            </a:extLst>
          </p:cNvPr>
          <p:cNvSpPr/>
          <p:nvPr/>
        </p:nvSpPr>
        <p:spPr bwMode="auto">
          <a:xfrm>
            <a:off x="3316288" y="4646613"/>
            <a:ext cx="2511425" cy="654050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600" b="1" dirty="0">
                <a:solidFill>
                  <a:schemeClr val="tx1"/>
                </a:solidFill>
              </a:rPr>
              <a:t>의   </a:t>
            </a:r>
            <a:r>
              <a:rPr kumimoji="0" lang="ko-KR" altLang="en-US" sz="1600" b="1" dirty="0" err="1">
                <a:solidFill>
                  <a:schemeClr val="tx1"/>
                </a:solidFill>
              </a:rPr>
              <a:t>뢰</a:t>
            </a:r>
            <a:r>
              <a:rPr kumimoji="0" lang="ko-KR" altLang="en-US" sz="1600" b="1" dirty="0">
                <a:solidFill>
                  <a:schemeClr val="tx1"/>
                </a:solidFill>
              </a:rPr>
              <a:t>   사   진</a:t>
            </a:r>
          </a:p>
        </p:txBody>
      </p:sp>
      <p:sp>
        <p:nvSpPr>
          <p:cNvPr id="11" name="아래쪽 화살표 10">
            <a:extLst>
              <a:ext uri="{FF2B5EF4-FFF2-40B4-BE49-F238E27FC236}">
                <a16:creationId xmlns:a16="http://schemas.microsoft.com/office/drawing/2014/main" id="{873A7765-47DB-A2EF-F63A-017C839E99AF}"/>
              </a:ext>
            </a:extLst>
          </p:cNvPr>
          <p:cNvSpPr/>
          <p:nvPr/>
        </p:nvSpPr>
        <p:spPr>
          <a:xfrm>
            <a:off x="4176713" y="5661025"/>
            <a:ext cx="790575" cy="8636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5131" name="TextBox 45">
            <a:extLst>
              <a:ext uri="{FF2B5EF4-FFF2-40B4-BE49-F238E27FC236}">
                <a16:creationId xmlns:a16="http://schemas.microsoft.com/office/drawing/2014/main" id="{DEC46AAA-61B3-BE5E-4333-24B8F5F965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4488" y="3887788"/>
            <a:ext cx="8456612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0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kumimoji="0" lang="ko-KR" altLang="en-US" sz="1200" b="1"/>
              <a:t>상기 공사에 대한 공사요청을 에스앤아이 코퍼레이션에게 요청 드리오니 수장공사를 완료해 주실 것을</a:t>
            </a:r>
            <a:r>
              <a:rPr kumimoji="0" lang="en-US" altLang="ko-KR" sz="1200" b="1"/>
              <a:t> </a:t>
            </a:r>
            <a:r>
              <a:rPr kumimoji="0" lang="ko-KR" altLang="en-US" sz="1200" b="1"/>
              <a:t>요청 드립니다</a:t>
            </a:r>
            <a:r>
              <a:rPr kumimoji="0" lang="en-US" altLang="ko-KR" sz="1200" b="1"/>
              <a:t>.</a:t>
            </a:r>
            <a:r>
              <a:rPr kumimoji="0" lang="ko-KR" altLang="en-US" sz="1200" b="1"/>
              <a:t> 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A080D8-4316-6AE9-F3E4-E831D8664A80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r>
              <a:rPr lang="ko-KR" altLang="en-US" b="1" dirty="0"/>
              <a:t>도배</a:t>
            </a:r>
            <a:r>
              <a:rPr lang="en-US" altLang="ko-KR" b="1" dirty="0"/>
              <a:t>(</a:t>
            </a:r>
            <a:r>
              <a:rPr lang="ko-KR" altLang="en-US" b="1" dirty="0"/>
              <a:t>벽</a:t>
            </a:r>
            <a:r>
              <a:rPr lang="en-US" altLang="ko-KR" b="1" dirty="0"/>
              <a:t>-</a:t>
            </a:r>
            <a:r>
              <a:rPr lang="ko-KR" altLang="en-US" b="1" dirty="0"/>
              <a:t>거실</a:t>
            </a:r>
            <a:r>
              <a:rPr lang="en-US" altLang="ko-KR" b="1" dirty="0"/>
              <a:t>)</a:t>
            </a:r>
            <a:endParaRPr lang="ko-KR" altLang="en-US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6D216A1-0A31-41A7-8BA3-C0BBFBC7F4D4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6148" name="Picture 36">
            <a:extLst>
              <a:ext uri="{FF2B5EF4-FFF2-40B4-BE49-F238E27FC236}">
                <a16:creationId xmlns:a16="http://schemas.microsoft.com/office/drawing/2014/main" id="{275B032F-BB88-422A-1811-50C72604CBB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4050"/>
          </a:xfrm>
          <a:noFill/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9F0D07E6-7DC2-774D-B2CC-FC6F52D27A81}"/>
              </a:ext>
            </a:extLst>
          </p:cNvPr>
          <p:cNvSpPr/>
          <p:nvPr/>
        </p:nvSpPr>
        <p:spPr>
          <a:xfrm>
            <a:off x="2987675" y="2635250"/>
            <a:ext cx="3168650" cy="201771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C50B89-D235-CFB3-4AED-AC193A7C381E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br>
              <a:rPr lang="en-US" altLang="ko-KR" b="1" dirty="0"/>
            </a:br>
            <a:r>
              <a:rPr lang="ko-KR" altLang="en-US" b="1" dirty="0"/>
              <a:t>도배</a:t>
            </a:r>
            <a:r>
              <a:rPr lang="en-US" altLang="ko-KR" b="1" dirty="0"/>
              <a:t>(</a:t>
            </a:r>
            <a:r>
              <a:rPr lang="ko-KR" altLang="en-US" b="1" dirty="0"/>
              <a:t>벽</a:t>
            </a:r>
            <a:r>
              <a:rPr lang="en-US" altLang="ko-KR" b="1" dirty="0"/>
              <a:t>-</a:t>
            </a:r>
            <a:r>
              <a:rPr lang="ko-KR" altLang="en-US" b="1" dirty="0"/>
              <a:t>방</a:t>
            </a:r>
            <a:r>
              <a:rPr lang="en-US" altLang="ko-KR" b="1" dirty="0"/>
              <a:t>2</a:t>
            </a:r>
            <a:r>
              <a:rPr lang="ko-KR" altLang="en-US" b="1" dirty="0"/>
              <a:t>곳</a:t>
            </a:r>
            <a:r>
              <a:rPr lang="en-US" altLang="ko-KR" b="1" dirty="0"/>
              <a:t>)</a:t>
            </a:r>
            <a:br>
              <a:rPr lang="ko-KR" altLang="en-US" b="1" dirty="0">
                <a:latin typeface="+mj-ea"/>
              </a:rPr>
            </a:br>
            <a:endParaRPr lang="ko-KR" altLang="en-US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383106D-9CBF-F2CB-898F-9113B0CF6B61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7172" name="Picture 37">
            <a:extLst>
              <a:ext uri="{FF2B5EF4-FFF2-40B4-BE49-F238E27FC236}">
                <a16:creationId xmlns:a16="http://schemas.microsoft.com/office/drawing/2014/main" id="{724A40FA-5B13-882E-514B-FF2493D1E6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1628775"/>
            <a:ext cx="8207375" cy="4464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EA9B3F8A-F840-626E-C12C-5AD22CD13BD0}"/>
              </a:ext>
            </a:extLst>
          </p:cNvPr>
          <p:cNvSpPr/>
          <p:nvPr/>
        </p:nvSpPr>
        <p:spPr>
          <a:xfrm>
            <a:off x="2555875" y="2492375"/>
            <a:ext cx="4176713" cy="302418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4ADC13-1597-018F-BEB5-6CF506DA8C80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r>
              <a:rPr lang="ko-KR" altLang="en-US" b="1" dirty="0">
                <a:latin typeface="+mj-ea"/>
              </a:rPr>
              <a:t>장판</a:t>
            </a:r>
            <a:r>
              <a:rPr lang="en-US" altLang="ko-KR" b="1" dirty="0">
                <a:latin typeface="+mj-ea"/>
              </a:rPr>
              <a:t>(</a:t>
            </a:r>
            <a:r>
              <a:rPr lang="ko-KR" altLang="en-US" b="1" dirty="0">
                <a:latin typeface="+mj-ea"/>
              </a:rPr>
              <a:t>거실</a:t>
            </a:r>
            <a:r>
              <a:rPr lang="en-US" altLang="ko-KR" b="1" dirty="0">
                <a:latin typeface="+mj-ea"/>
              </a:rPr>
              <a:t>)</a:t>
            </a:r>
            <a:endParaRPr lang="ko-KR" altLang="en-US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B1317CE-CBEF-4FD2-97B9-0B8C146625C2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8196" name="내용 개체 틀 2">
            <a:extLst>
              <a:ext uri="{FF2B5EF4-FFF2-40B4-BE49-F238E27FC236}">
                <a16:creationId xmlns:a16="http://schemas.microsoft.com/office/drawing/2014/main" id="{ADBBAB39-4332-7DC8-93EC-46644599DF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8197" name="Picture 38">
            <a:extLst>
              <a:ext uri="{FF2B5EF4-FFF2-40B4-BE49-F238E27FC236}">
                <a16:creationId xmlns:a16="http://schemas.microsoft.com/office/drawing/2014/main" id="{7B07E683-8E5A-9771-E421-C84E3F10B2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1628775"/>
            <a:ext cx="8207375" cy="4660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타원 5">
            <a:extLst>
              <a:ext uri="{FF2B5EF4-FFF2-40B4-BE49-F238E27FC236}">
                <a16:creationId xmlns:a16="http://schemas.microsoft.com/office/drawing/2014/main" id="{A0CCDF99-572B-4B88-D4D4-8E0C609E3591}"/>
              </a:ext>
            </a:extLst>
          </p:cNvPr>
          <p:cNvSpPr/>
          <p:nvPr/>
        </p:nvSpPr>
        <p:spPr>
          <a:xfrm>
            <a:off x="3781425" y="3309938"/>
            <a:ext cx="1766888" cy="127158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05EA69-E94E-6776-FA50-4A0239EDD2A2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r>
              <a:rPr lang="ko-KR" altLang="en-US" b="1" dirty="0"/>
              <a:t>장판</a:t>
            </a:r>
            <a:r>
              <a:rPr lang="en-US" altLang="ko-KR" b="1" dirty="0"/>
              <a:t>(</a:t>
            </a:r>
            <a:r>
              <a:rPr lang="ko-KR" altLang="en-US" b="1" dirty="0"/>
              <a:t>방</a:t>
            </a:r>
            <a:r>
              <a:rPr lang="en-US" altLang="ko-KR" b="1" dirty="0"/>
              <a:t>2</a:t>
            </a:r>
            <a:r>
              <a:rPr lang="ko-KR" altLang="en-US" b="1" dirty="0"/>
              <a:t>곳</a:t>
            </a:r>
            <a:r>
              <a:rPr lang="en-US" altLang="ko-KR" b="1" dirty="0"/>
              <a:t>)</a:t>
            </a:r>
            <a:endParaRPr lang="ko-KR" altLang="en-US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EA99FEA-2B56-AB31-FD99-ED12E6E11E8D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9220" name="Picture 39">
            <a:extLst>
              <a:ext uri="{FF2B5EF4-FFF2-40B4-BE49-F238E27FC236}">
                <a16:creationId xmlns:a16="http://schemas.microsoft.com/office/drawing/2014/main" id="{9B1C5E3D-0651-0F2F-F3BE-00D8CEBC458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4050"/>
          </a:xfrm>
          <a:noFill/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1EAF946E-E9F2-7F46-29CF-E3ADF46E912E}"/>
              </a:ext>
            </a:extLst>
          </p:cNvPr>
          <p:cNvSpPr/>
          <p:nvPr/>
        </p:nvSpPr>
        <p:spPr>
          <a:xfrm>
            <a:off x="3779838" y="3284538"/>
            <a:ext cx="1728787" cy="122396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5939E2-E4B5-30E6-A7AC-7BEB5565C771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r>
              <a:rPr lang="ko-KR" altLang="en-US" sz="1600" b="1" dirty="0"/>
              <a:t>도색</a:t>
            </a:r>
            <a:r>
              <a:rPr lang="en-US" altLang="ko-KR" sz="1600" b="1" dirty="0"/>
              <a:t>(</a:t>
            </a:r>
            <a:r>
              <a:rPr lang="ko-KR" altLang="en-US" sz="1600" b="1" dirty="0" err="1"/>
              <a:t>뒤베란다</a:t>
            </a:r>
            <a:r>
              <a:rPr lang="ko-KR" altLang="en-US" sz="1600" b="1" dirty="0"/>
              <a:t> </a:t>
            </a:r>
            <a:r>
              <a:rPr lang="ko-KR" altLang="en-US" sz="1600" b="1" dirty="0" err="1"/>
              <a:t>창고내부</a:t>
            </a:r>
            <a:r>
              <a:rPr lang="ko-KR" altLang="en-US" sz="1600" b="1" dirty="0"/>
              <a:t> </a:t>
            </a:r>
            <a:r>
              <a:rPr lang="ko-KR" altLang="en-US" sz="1600" b="1" dirty="0" err="1"/>
              <a:t>전체도색</a:t>
            </a:r>
            <a:r>
              <a:rPr lang="en-US" altLang="ko-KR" sz="1600" b="1" dirty="0"/>
              <a:t>(</a:t>
            </a:r>
            <a:r>
              <a:rPr lang="ko-KR" altLang="en-US" sz="1600" b="1" dirty="0" err="1"/>
              <a:t>뒤베란다</a:t>
            </a:r>
            <a:r>
              <a:rPr lang="ko-KR" altLang="en-US" sz="1600" b="1" dirty="0"/>
              <a:t> 벽면</a:t>
            </a:r>
            <a:r>
              <a:rPr lang="en-US" altLang="ko-KR" sz="1600" b="1" dirty="0"/>
              <a:t>, </a:t>
            </a:r>
            <a:r>
              <a:rPr lang="ko-KR" altLang="en-US" sz="1600" b="1" dirty="0"/>
              <a:t>천정 및 </a:t>
            </a:r>
            <a:r>
              <a:rPr lang="ko-KR" altLang="en-US" sz="1600" b="1" dirty="0" err="1"/>
              <a:t>창고내부</a:t>
            </a:r>
            <a:r>
              <a:rPr lang="ko-KR" altLang="en-US" sz="1600" b="1" dirty="0"/>
              <a:t> 곰팡이 제거 포함</a:t>
            </a:r>
            <a:r>
              <a:rPr lang="en-US" altLang="ko-KR" sz="1600" b="1" dirty="0"/>
              <a:t>))</a:t>
            </a:r>
            <a:endParaRPr lang="ko-KR" altLang="en-US" sz="1600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887FA0B-EC0D-61D7-0AED-4C9DA834FDBA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10244" name="Picture 36">
            <a:extLst>
              <a:ext uri="{FF2B5EF4-FFF2-40B4-BE49-F238E27FC236}">
                <a16:creationId xmlns:a16="http://schemas.microsoft.com/office/drawing/2014/main" id="{09895E08-5809-3ACB-B965-1CFA4EDD048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8813"/>
          </a:xfrm>
          <a:noFill/>
        </p:spPr>
      </p:pic>
      <p:sp>
        <p:nvSpPr>
          <p:cNvPr id="7" name="타원 6">
            <a:extLst>
              <a:ext uri="{FF2B5EF4-FFF2-40B4-BE49-F238E27FC236}">
                <a16:creationId xmlns:a16="http://schemas.microsoft.com/office/drawing/2014/main" id="{1455EFD7-BF67-C521-3898-FAC7A21D2792}"/>
              </a:ext>
            </a:extLst>
          </p:cNvPr>
          <p:cNvSpPr/>
          <p:nvPr/>
        </p:nvSpPr>
        <p:spPr>
          <a:xfrm>
            <a:off x="1692275" y="1844675"/>
            <a:ext cx="5903913" cy="410527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2027</TotalTime>
  <Words>169</Words>
  <Application>Microsoft Office PowerPoint</Application>
  <PresentationFormat>화면 슬라이드 쇼(4:3)</PresentationFormat>
  <Paragraphs>20</Paragraphs>
  <Slides>7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1" baseType="lpstr">
      <vt:lpstr>굴림</vt:lpstr>
      <vt:lpstr>Arial</vt:lpstr>
      <vt:lpstr>맑은 고딕</vt:lpstr>
      <vt:lpstr>Office 테마</vt:lpstr>
      <vt:lpstr>PowerPoint 프레젠테이션</vt:lpstr>
      <vt:lpstr>PowerPoint 프레젠테이션</vt:lpstr>
      <vt:lpstr>도배(벽-거실)</vt:lpstr>
      <vt:lpstr> 도배(벽-방2곳) </vt:lpstr>
      <vt:lpstr>장판(거실)</vt:lpstr>
      <vt:lpstr>장판(방2곳)</vt:lpstr>
      <vt:lpstr>도색(뒤베란다 창고내부 전체도색(뒤베란다 벽면, 천정 및 창고내부 곰팡이 제거 포함))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</dc:creator>
  <cp:lastModifiedBy>종근 이</cp:lastModifiedBy>
  <cp:revision>369</cp:revision>
  <cp:lastPrinted>2022-08-17T04:02:57Z</cp:lastPrinted>
  <dcterms:created xsi:type="dcterms:W3CDTF">2012-05-23T04:33:26Z</dcterms:created>
  <dcterms:modified xsi:type="dcterms:W3CDTF">2026-07-10T05:55:06Z</dcterms:modified>
</cp:coreProperties>
</file>