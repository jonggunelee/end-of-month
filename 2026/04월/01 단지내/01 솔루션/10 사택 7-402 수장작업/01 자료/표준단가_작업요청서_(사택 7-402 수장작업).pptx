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A0DCFFE-4C5B-5B65-1880-D7416989BF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A83459-B862-F551-8989-4D07E35FF7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767E614F-5D1C-4239-8965-00C2EFDB9C4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62F5639E-B56E-BDD7-42DF-92C9C87AC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829AD55F-C9E9-D776-A5EE-87FADE148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B7D6B2-4E69-9BC8-33D2-C9C0FB7C02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CBED0B-D9DE-E4B4-00EA-F93C10E7E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C7E8861C-3C2B-4EE6-B9CD-7586DCC634BA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1BDF4AFD-B3C8-1BD8-6D30-B95A6EA8A1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17EF2556-A7D2-B123-A293-B41C4616BF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02CAEDA0-D659-D279-80B3-A34ED6309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9D4EE3C-12A0-41FE-8C06-AF8A0C5A94D7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3C6B-4C70-8BE1-67A1-2287BAF62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FDA2E-5769-4ED9-B186-DB8AB011A17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25239A-BF9A-4B92-ACA6-02ECDDAC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E4625-A87B-81D4-6E1B-F50C0848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EDEBB0-9FF3-46DE-98AC-6832ECDDDF4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0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7F58EC-4410-9A02-D78E-F45D6AAA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4CF3-E05A-4B27-A7DF-9B42C5EAD70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EF4F1D-9B57-8625-ECFE-24C3E8705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D439B-5D9C-8F48-5B56-12E4A71D2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75B47-D5A9-44F9-8071-E108A37541F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84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04D70C-2E7A-571D-9DF2-7B2EF30B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16B11-0A48-48E2-939A-A2F163BD50BC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70D3B-B11E-EE48-5D5D-47F445C5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791FF5-363D-28FC-8545-1FD53500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7F854E-B308-4AEF-8CE5-A35EC829F68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67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D00A583-9D14-0950-641F-FF05379D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023D1-ED41-47CF-9D7D-906FD301477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2AF133B-3D82-C4B7-7E1D-DE59C71FC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C9170C9-FD24-E4C1-E6C3-AB4CA3BF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A52F64-1230-4E85-A2C7-FDEB10743F1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34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0070D4FB-53FF-DE2B-0AD4-489FE00F9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BA96B-1FAD-4083-BA6E-0789E0B6504B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00BAEFA1-A37D-FBE6-B7A3-3B9783F8F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1D39CD9A-4E1E-DC46-CF43-D61AF263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377DE9-4741-48F3-B813-7F221A4A667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12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7F52AC91-F951-CA15-C226-2523E113C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5443F-EABD-4E61-A999-6803A950D48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94413D1D-34E2-6536-85EC-0C62FDC00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0E9E8DA-0D33-F29C-3ED7-B8ED5E3B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C9BE6D-17D2-40CD-93C1-909EE5ECF77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050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19B0F78-2389-B6F1-F295-4115654F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95006-9923-4F3F-9389-20F58579578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BBF213EE-02A8-E68A-3C4C-B48227189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9B8F7DA6-2735-EBA3-1978-061DF2375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210513-8F0B-4440-92A9-AB6C70362CC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647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7B07BC7-6AAD-AE5F-1D46-D38B3A65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3EA66F-B138-4939-952A-8087A4D4606B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3FB6B5F-1B4C-AFD7-B82E-46C3E209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BA85BF3-7E53-03DF-AB8F-66225B9C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A94A52-5857-4FFB-9DE3-9CA69B8A797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25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952DBF9-EB03-2B88-8CD0-9C2F9770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BE135-68C0-4C96-BE0F-695B6179A69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A2B5CFC-3F16-D061-862B-FDB8808B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B75C49F-4110-7A06-291D-08900ADC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25C9D-DCAE-403E-963B-045FAEA70C1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275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1418E4-F422-C189-51D5-9CA08F59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19A18B-BA35-4CE5-BCC9-488C8106135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EDF8B3-5F6C-FAD5-A822-FC304D71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A11636-8DBB-98D5-7BFE-A988FFEC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88DD9C-A881-4837-B327-FB38E0853AD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92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BA6F2F-EA7D-3E1C-0040-4515456A6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B1807A-AB4A-40A4-ABC6-00206F3FAE1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13F53-B33B-C7A8-5A30-6F5E9C68E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30CDD-1A2D-1AC5-5C42-4655DC19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876DF9-5B2A-4D86-8B88-BA3234A3598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61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60818C2A-30F5-D5BC-DFC8-EE2771A2C9C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42266C4E-FAE9-E863-4196-8309128CA8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358803-EEA6-1CC5-5E24-B9DC5C35A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427FB30-3503-42FE-AE38-6C06D1A12480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B71749-63C9-4368-9568-BC57A6F95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DF88DA-2CE5-3E49-20B6-D580D1C79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C49A9FF-A6B7-4B38-94DA-5B8A40E95A9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4B05C6EC-520B-BC1C-3E29-354C10969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BA30DB5F-45EA-859A-E595-2ACE185E2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15DEE3CF-C8BD-21F9-DE77-3BDDA307C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0A071268-A7BE-40C6-08FC-75B8CE36A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62B02CE7-4112-71E3-CB20-5FD7DFD49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F58C403B-6C01-FFB5-FF20-F36584790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7DA9962E-62C5-65F0-F5B1-90FB41193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D6C71E78-7217-52E6-0622-EC7CBB992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걸레받이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창고바닥포함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보수 공사 요함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A46E2453-DDC8-617F-6CAF-5ED4A4C5E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37B07060-C6D2-B83F-2043-4E418D163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549496-B9C1-3AE1-A2F3-D3383F7EE36E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ECF7AA28-3FF0-6058-C4AE-E3B83C4C630F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FAC8AA28-EDD9-6D60-6285-67599B406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것을요청 드립니다</a:t>
            </a:r>
            <a:r>
              <a:rPr kumimoji="0" lang="en-US" altLang="ko-KR" sz="1200" b="1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6F4E2-A348-9A84-0E2C-66A5FE3FAB8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ECD1F2-8AC9-CBD2-1217-213E797A822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6">
            <a:extLst>
              <a:ext uri="{FF2B5EF4-FFF2-40B4-BE49-F238E27FC236}">
                <a16:creationId xmlns:a16="http://schemas.microsoft.com/office/drawing/2014/main" id="{13A35115-15EA-D76B-3459-F017BE0725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2CB3E6D-D3C1-1395-7AEC-09F38947322F}"/>
              </a:ext>
            </a:extLst>
          </p:cNvPr>
          <p:cNvSpPr/>
          <p:nvPr/>
        </p:nvSpPr>
        <p:spPr>
          <a:xfrm>
            <a:off x="3203575" y="2565400"/>
            <a:ext cx="3529013" cy="2951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3FBB4-6CB4-4719-8A50-D5A38B4DAF8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80E397-F675-CCAD-E9FE-0F098CB44E4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37">
            <a:extLst>
              <a:ext uri="{FF2B5EF4-FFF2-40B4-BE49-F238E27FC236}">
                <a16:creationId xmlns:a16="http://schemas.microsoft.com/office/drawing/2014/main" id="{9F5CB0FE-505B-E0E3-22A3-18FC8BA8B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46FC29D-F1D7-D5FC-CE10-8BBA0051EF40}"/>
              </a:ext>
            </a:extLst>
          </p:cNvPr>
          <p:cNvSpPr/>
          <p:nvPr/>
        </p:nvSpPr>
        <p:spPr>
          <a:xfrm>
            <a:off x="2411413" y="2492375"/>
            <a:ext cx="4537075" cy="2736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78872-AE08-6BDA-2386-B503535E382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A60F67-C682-27C5-4765-4847E44A5A4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7">
            <a:extLst>
              <a:ext uri="{FF2B5EF4-FFF2-40B4-BE49-F238E27FC236}">
                <a16:creationId xmlns:a16="http://schemas.microsoft.com/office/drawing/2014/main" id="{F12E3CFA-7669-D775-28FE-05BBE7034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A284E6D5-1018-C2BD-BAFA-EB10C2E5378C}"/>
              </a:ext>
            </a:extLst>
          </p:cNvPr>
          <p:cNvSpPr/>
          <p:nvPr/>
        </p:nvSpPr>
        <p:spPr>
          <a:xfrm>
            <a:off x="2916238" y="2708275"/>
            <a:ext cx="3455987" cy="23050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4DFCA-FB60-1B65-0E62-0A8F7535367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B447CD-9DFD-422F-8F5F-A6CC955FAF1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7">
            <a:extLst>
              <a:ext uri="{FF2B5EF4-FFF2-40B4-BE49-F238E27FC236}">
                <a16:creationId xmlns:a16="http://schemas.microsoft.com/office/drawing/2014/main" id="{F040FBC6-94ED-6A4C-F490-90A1966B7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21AD109-7A2E-62F3-4DBD-A8191D00DA68}"/>
              </a:ext>
            </a:extLst>
          </p:cNvPr>
          <p:cNvSpPr/>
          <p:nvPr/>
        </p:nvSpPr>
        <p:spPr>
          <a:xfrm rot="21291808">
            <a:off x="4324350" y="3600450"/>
            <a:ext cx="866775" cy="944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938189-684F-9889-312E-16C1F7AB165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A0CCA4-D2D1-79D5-2973-8750EF9786C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0244" name="내용 개체 틀 2">
            <a:extLst>
              <a:ext uri="{FF2B5EF4-FFF2-40B4-BE49-F238E27FC236}">
                <a16:creationId xmlns:a16="http://schemas.microsoft.com/office/drawing/2014/main" id="{B0445D7F-FDB6-A5A9-5E51-DB5268D8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45" name="Picture 38">
            <a:extLst>
              <a:ext uri="{FF2B5EF4-FFF2-40B4-BE49-F238E27FC236}">
                <a16:creationId xmlns:a16="http://schemas.microsoft.com/office/drawing/2014/main" id="{20DAE9B8-45DE-B4C9-93F8-6FAF3668F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95D7959-9D72-6A9B-84C6-77CFBDB6FD9D}"/>
              </a:ext>
            </a:extLst>
          </p:cNvPr>
          <p:cNvSpPr/>
          <p:nvPr/>
        </p:nvSpPr>
        <p:spPr>
          <a:xfrm>
            <a:off x="3705225" y="3390900"/>
            <a:ext cx="1804988" cy="12255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8A17E-0F1E-4078-7CF8-598185932F7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BCF54D-30CF-36BE-E6C2-51AECEAC313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9">
            <a:extLst>
              <a:ext uri="{FF2B5EF4-FFF2-40B4-BE49-F238E27FC236}">
                <a16:creationId xmlns:a16="http://schemas.microsoft.com/office/drawing/2014/main" id="{275FF6EF-5443-7EAA-AEC6-D96F19F5D3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B7F8240-6EE1-DD47-E8AC-05ADF5A86F07}"/>
              </a:ext>
            </a:extLst>
          </p:cNvPr>
          <p:cNvSpPr/>
          <p:nvPr/>
        </p:nvSpPr>
        <p:spPr>
          <a:xfrm>
            <a:off x="3995738" y="3429000"/>
            <a:ext cx="1368425" cy="1008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DB493-C41F-B1CC-852D-A565564599F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2400" b="1" dirty="0"/>
              <a:t>도색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앞</a:t>
            </a:r>
            <a:r>
              <a:rPr lang="en-US" altLang="ko-KR" sz="2400" b="1" dirty="0"/>
              <a:t>,</a:t>
            </a:r>
            <a:r>
              <a:rPr lang="ko-KR" altLang="en-US" sz="2400" b="1" dirty="0" err="1"/>
              <a:t>뒤베란다</a:t>
            </a:r>
            <a:r>
              <a:rPr lang="ko-KR" altLang="en-US" sz="2400" b="1" dirty="0"/>
              <a:t> 걸레받이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앞</a:t>
            </a:r>
            <a:r>
              <a:rPr lang="en-US" altLang="ko-KR" sz="2400" b="1" dirty="0"/>
              <a:t>,</a:t>
            </a:r>
            <a:r>
              <a:rPr lang="ko-KR" altLang="en-US" sz="2400" b="1" dirty="0" err="1"/>
              <a:t>뒤베란다</a:t>
            </a:r>
            <a:r>
              <a:rPr lang="ko-KR" altLang="en-US" sz="2400" b="1" dirty="0"/>
              <a:t> 창고바닥포함</a:t>
            </a:r>
            <a:r>
              <a:rPr lang="en-US" altLang="ko-KR" sz="2400" b="1" dirty="0"/>
              <a:t>))</a:t>
            </a:r>
            <a:endParaRPr lang="ko-KR" altLang="en-US" sz="24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E622D4-A862-40CD-F74D-D2A21C0945B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6">
            <a:extLst>
              <a:ext uri="{FF2B5EF4-FFF2-40B4-BE49-F238E27FC236}">
                <a16:creationId xmlns:a16="http://schemas.microsoft.com/office/drawing/2014/main" id="{0A0E4951-183A-0E5B-BEED-052C6CA27C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7A3C2DB-BC4A-106B-2CB5-D72538A094E7}"/>
              </a:ext>
            </a:extLst>
          </p:cNvPr>
          <p:cNvSpPr/>
          <p:nvPr/>
        </p:nvSpPr>
        <p:spPr>
          <a:xfrm rot="195204">
            <a:off x="2701925" y="3425825"/>
            <a:ext cx="3459163" cy="868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화면 슬라이드 쇼(4:3)</PresentationFormat>
  <Paragraphs>21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 도배(벽-방2곳) </vt:lpstr>
      <vt:lpstr> 도배(천정-거실) </vt:lpstr>
      <vt:lpstr> 도배(천정-방2곳) </vt:lpstr>
      <vt:lpstr>장판(거실)</vt:lpstr>
      <vt:lpstr>장판(방2곳)</vt:lpstr>
      <vt:lpstr>도색(앞,뒤베란다 걸레받이(앞,뒤베란다 창고바닥포함))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2026-01-31T06:49:02Z</dcterms:created>
  <dcterms:modified xsi:type="dcterms:W3CDTF">2026-01-31T06:49:02Z</dcterms:modified>
</cp:coreProperties>
</file>