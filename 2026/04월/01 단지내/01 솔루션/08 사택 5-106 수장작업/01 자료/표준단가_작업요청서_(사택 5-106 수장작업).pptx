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4" r:id="rId6"/>
    <p:sldId id="265" r:id="rId7"/>
    <p:sldId id="266" r:id="rId8"/>
    <p:sldId id="267" r:id="rId9"/>
    <p:sldId id="268" r:id="rId10"/>
    <p:sldId id="269" r:id="rId11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1CCEC61-5D60-5F66-D76C-7C8C37FE3F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6A4617-23AF-F9A1-8993-D8515CAE09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C2EE886-7290-4004-BF65-C89BCBD90E9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D7FC7DF-A777-BBA2-8E9E-E30B525D19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ADB532D-30C9-6117-855F-26474C119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ED4251-CA5D-8A08-363D-3BA61AC081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164C7B-83B2-557A-5462-45E0485B7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2005FEF-262D-4227-A207-FAD75F58597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55F6DD7-BFFC-1F18-002C-09BB87CAEC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8984E9C-5028-235E-5401-89182B33B4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2CC47D6B-131A-C1CD-E7C1-72A8855B3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E1ABA96-5D2D-4C48-B88C-4FB0AAACACDE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DB1FBA-C9F8-C085-C503-FB2DF917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DBF98-AE92-4291-9D96-37194B25EC2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D19DA-68AD-9084-9BD7-BB65A178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3C375-5FF8-A28D-4ED5-8488C2D1B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7492E7-8EA8-4897-A19D-B1EF45CA902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56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7ED44A-4B1D-18C6-3D88-A1F0647D7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F3532-60E2-48C1-B6E2-A0DA02440DC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0634FB-8B23-6BC1-D2C6-0A4C2CCE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BE9FBB-7CA7-DB8B-61D7-4CB24C27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77B3F2-4A30-4E66-A2AF-35172C692FB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09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8AB98-6A40-FB7C-6AA5-4372439C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A533D-94A1-4704-9685-8631F47CB5C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8C389-DC7E-AAE3-8A9E-D44166DB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20541-DEB9-4F83-7B6F-2944B322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FCF56C-5950-489B-A7A9-856B26F5375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35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5A094DE-AA44-A519-30E2-A0CF3D55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B8624-A71A-4E1C-9077-895279F689F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58E5784-3C91-5B90-C723-A4910EF4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580F2E3-9438-5816-B6AC-53FBC2844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ED13E5-4718-4DE3-BD8B-0F94348984F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88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2411425E-27AC-B9BC-401B-4892B6C53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36FBB-2ADF-4ABD-BA6E-AE71D287329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44C3A9BD-2E77-F6B9-C88B-D3E51CAE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104598AA-2B38-7C79-E467-E3124199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E120E3-0DEE-4D35-AC45-7E192D23852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16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87BB2B8C-24B5-30DF-0341-7D3203EC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75686-0719-4DDC-A1D2-F784B873847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6BE6FC3-A3C5-048C-635D-BDB516D2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1EEBB2A5-3BE9-5011-EB0E-1E2A0E9F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B0738-BD3D-4FFE-910C-B128387E81B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36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321C323-04EF-45FC-080C-A179D8D5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8D765-479E-4E33-AC66-0FB677B58AA0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18DB5C92-587D-37AD-61FA-118F4304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2FC859F-EFFE-BFB2-A8DA-C3268861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92072-DFAB-4849-BB1D-AF8B707A227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07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1F6A2EF-F3C8-4DB3-055B-48129080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453B3-4A70-475D-AC27-0A631943256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698CCDE-6B03-3431-5617-66019255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3F33EFD-4F15-EF25-299C-8D91A63D9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B07ADF-99F7-46A4-86FA-C0F50E841F6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62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06C9FA3-26D0-3150-456E-A3AC984D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CA7E4-B078-451B-90E5-A58FFB1905B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8428611-BCDD-E5D9-81F5-B48AA6304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7102053-839F-A018-DE90-BD2888A3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41077C-1046-4D17-8D3F-16176122E61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7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ABCB8F-EC66-74E1-6519-3F5DBD28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D563B-1E55-4605-A587-526E9836C62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91B0A-A21D-D439-C0DA-80083F9B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8318DC-C72F-BE55-0DB3-8E12EC6BF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264BB0-2D4E-47DB-B5C0-65242537F4F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66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F5D505-FEB1-B9B2-7CF2-6872C082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C824E-6A88-40CB-8A4E-BFCE3780C34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A2A605-53AD-1A38-6246-24BC5B6E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77BA9B-A77A-3AC7-1F23-B35F792B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F5ADBC-784E-409D-8BC9-CED38A4BC86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40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3A41DFA-4220-DD64-EA4F-3F3FBB2833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9B0D72C3-0C92-66CE-05BE-AB2EA6D4B5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FCB220-F1BD-1C4E-8F1E-8C5D3296D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47F5BDA-A5D1-4B2E-9C9F-2ACB7A7A257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0C679-5CB6-EAAC-A4AD-3BEAECFF0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2D60E-2AC8-9565-6D92-B42CC36D3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F642CF4-EB44-4197-BAC0-062CBBEB3D6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82E1917-2826-B094-2AE5-A09C62BE9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665288"/>
            <a:ext cx="5832475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106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3DF896B-F61F-3148-C07C-AF9B3DDAC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7FBD9AB-3630-F029-1059-E872B3B76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6BE7F71C-908A-4BDC-9D1E-4E35C092E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106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49EB575-2D4C-EF61-CE39-00C0CB029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323975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C3AAA01-9F1A-E0C3-4880-885DF3538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728788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D80B8022-3CFA-2853-5CC9-66391875B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106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45">
            <a:extLst>
              <a:ext uri="{FF2B5EF4-FFF2-40B4-BE49-F238E27FC236}">
                <a16:creationId xmlns:a16="http://schemas.microsoft.com/office/drawing/2014/main" id="{F7A6CB4E-B174-B3E9-D96C-58A9BABD5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7" name="TextBox 23">
            <a:extLst>
              <a:ext uri="{FF2B5EF4-FFF2-40B4-BE49-F238E27FC236}">
                <a16:creationId xmlns:a16="http://schemas.microsoft.com/office/drawing/2014/main" id="{3F235905-76A6-74A3-7FC2-B66AE8823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852738"/>
            <a:ext cx="97726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걸레받이</a:t>
            </a:r>
            <a:r>
              <a:rPr kumimoji="0" lang="en-US" altLang="ko-KR" sz="1200" b="1"/>
              <a:t>-2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화장실우측방</a:t>
            </a:r>
            <a:r>
              <a:rPr kumimoji="0" lang="en-US" altLang="ko-KR" sz="1200" b="1"/>
              <a:t>)),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                    보수 공사 요함</a:t>
            </a:r>
            <a:endParaRPr kumimoji="0" lang="en-US" altLang="ko-KR" sz="1200" b="1"/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0F63AAC5-AF5E-E562-A49F-2A1F8A426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483119BC-B802-547C-E8C9-F42256633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B44C95C-B410-8AB3-0EED-EE824A4D9CE8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51" name="아래쪽 화살표 50">
            <a:extLst>
              <a:ext uri="{FF2B5EF4-FFF2-40B4-BE49-F238E27FC236}">
                <a16:creationId xmlns:a16="http://schemas.microsoft.com/office/drawing/2014/main" id="{4B11D270-7F80-5B0C-A8AC-313D455C80FB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3831E-7C2B-2DDA-CFFB-616E2A6A7C3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45DB37-940D-D776-2129-2344F15CE8B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B699D97E-1B07-2519-C382-7AF51ED704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8BC2487-531B-C332-4591-6A46CF392639}"/>
              </a:ext>
            </a:extLst>
          </p:cNvPr>
          <p:cNvSpPr/>
          <p:nvPr/>
        </p:nvSpPr>
        <p:spPr>
          <a:xfrm>
            <a:off x="2555875" y="1989138"/>
            <a:ext cx="4319588" cy="3311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58C9B-FC84-5176-DD15-72677FCFBC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710C9F-1BF8-B085-B970-16B5488C87D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97DE140E-1CF1-C739-A520-20C82CEC34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DEF17FE-CC18-D962-65D3-879622310D26}"/>
              </a:ext>
            </a:extLst>
          </p:cNvPr>
          <p:cNvSpPr/>
          <p:nvPr/>
        </p:nvSpPr>
        <p:spPr>
          <a:xfrm>
            <a:off x="2335213" y="2276475"/>
            <a:ext cx="4973637" cy="28813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6F32A-1230-4508-A040-A352CBD9F45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4BAADE-62C9-1332-63DA-E977A28D204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1">
            <a:extLst>
              <a:ext uri="{FF2B5EF4-FFF2-40B4-BE49-F238E27FC236}">
                <a16:creationId xmlns:a16="http://schemas.microsoft.com/office/drawing/2014/main" id="{A581A4B3-53E9-F4B6-0A6F-3C8D2B2114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91C36B4A-5121-2AC1-C0C6-21622212D14D}"/>
              </a:ext>
            </a:extLst>
          </p:cNvPr>
          <p:cNvSpPr/>
          <p:nvPr/>
        </p:nvSpPr>
        <p:spPr>
          <a:xfrm>
            <a:off x="3851275" y="3068638"/>
            <a:ext cx="1728788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F0AEF-17F1-13F2-99F5-9D8A630CE08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방</a:t>
            </a:r>
            <a:r>
              <a:rPr lang="en-US" altLang="ko-KR" b="1">
                <a:latin typeface="+mj-ea"/>
              </a:rPr>
              <a:t>3</a:t>
            </a:r>
            <a:r>
              <a:rPr lang="ko-KR" altLang="en-US" b="1">
                <a:latin typeface="+mj-ea"/>
              </a:rPr>
              <a:t>곳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494076-5270-5308-7899-63A78573B35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2058A35C-D095-B318-C8C7-00BF282CC4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363" y="1628775"/>
            <a:ext cx="8229600" cy="4468813"/>
          </a:xfrm>
          <a:noFill/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C66D26B3-4840-DEF6-5C46-BC401922A167}"/>
              </a:ext>
            </a:extLst>
          </p:cNvPr>
          <p:cNvSpPr/>
          <p:nvPr/>
        </p:nvSpPr>
        <p:spPr>
          <a:xfrm>
            <a:off x="4140200" y="2852738"/>
            <a:ext cx="1439863" cy="14398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C106C-3945-BB28-D367-75395C4FD3E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도색</a:t>
            </a:r>
            <a:r>
              <a:rPr lang="en-US" altLang="ko-KR" b="1"/>
              <a:t>(</a:t>
            </a:r>
            <a:r>
              <a:rPr lang="ko-KR" altLang="en-US" b="1"/>
              <a:t>문</a:t>
            </a:r>
            <a:r>
              <a:rPr lang="en-US" altLang="ko-KR" b="1"/>
              <a:t>,</a:t>
            </a:r>
            <a:r>
              <a:rPr lang="ko-KR" altLang="en-US" b="1"/>
              <a:t>문틀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63DB7D-2912-7BDD-BF96-5703C6484F9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3">
            <a:extLst>
              <a:ext uri="{FF2B5EF4-FFF2-40B4-BE49-F238E27FC236}">
                <a16:creationId xmlns:a16="http://schemas.microsoft.com/office/drawing/2014/main" id="{661DE539-BC3A-363C-48CB-55018FC737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F6327EE-B489-60AE-90A5-11760B481103}"/>
              </a:ext>
            </a:extLst>
          </p:cNvPr>
          <p:cNvSpPr/>
          <p:nvPr/>
        </p:nvSpPr>
        <p:spPr>
          <a:xfrm>
            <a:off x="2555875" y="3213100"/>
            <a:ext cx="424815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30930-B806-F439-E3F6-DD75D08B245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도색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방화문내부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2F3F51-56EB-3EBB-C907-32BE3696B2E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F646714B-0650-1BD3-E1FC-9FD6CBE9A7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EA5F89B-4DC9-D6DB-BC3D-E19C45E7CD9A}"/>
              </a:ext>
            </a:extLst>
          </p:cNvPr>
          <p:cNvSpPr/>
          <p:nvPr/>
        </p:nvSpPr>
        <p:spPr>
          <a:xfrm>
            <a:off x="4067175" y="2997200"/>
            <a:ext cx="936625" cy="2016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28291-5536-72F2-3C62-05DACFFDA93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앞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 err="1">
                <a:latin typeface="+mj-ea"/>
              </a:rPr>
              <a:t>뒤베란다</a:t>
            </a:r>
            <a:r>
              <a:rPr lang="ko-KR" altLang="en-US" b="1" dirty="0">
                <a:latin typeface="+mj-ea"/>
              </a:rPr>
              <a:t> 전체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06586E-DCF8-503E-2B91-FF0267BAB7D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27">
            <a:extLst>
              <a:ext uri="{FF2B5EF4-FFF2-40B4-BE49-F238E27FC236}">
                <a16:creationId xmlns:a16="http://schemas.microsoft.com/office/drawing/2014/main" id="{D6812A0C-B256-7FD4-E023-CA4CF0F0DC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188" y="1628775"/>
            <a:ext cx="8191500" cy="4468813"/>
          </a:xfrm>
          <a:noFill/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72DD4A6C-AC98-C76E-AED5-94992B311684}"/>
              </a:ext>
            </a:extLst>
          </p:cNvPr>
          <p:cNvSpPr/>
          <p:nvPr/>
        </p:nvSpPr>
        <p:spPr>
          <a:xfrm>
            <a:off x="2700338" y="2133600"/>
            <a:ext cx="4032250" cy="27352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8840B-FD93-2EFD-BEDB-B2386C93B48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3200" b="1" dirty="0">
                <a:latin typeface="+mj-ea"/>
              </a:rPr>
              <a:t>도색</a:t>
            </a:r>
            <a:r>
              <a:rPr lang="en-US" altLang="ko-KR" sz="3200" b="1" dirty="0">
                <a:latin typeface="+mj-ea"/>
              </a:rPr>
              <a:t>(</a:t>
            </a:r>
            <a:r>
              <a:rPr lang="ko-KR" altLang="en-US" sz="3200" b="1" dirty="0"/>
              <a:t>걸레받이</a:t>
            </a:r>
            <a:r>
              <a:rPr lang="en-US" altLang="ko-KR" sz="3200" b="1" dirty="0"/>
              <a:t>-2</a:t>
            </a:r>
            <a:r>
              <a:rPr lang="ko-KR" altLang="en-US" sz="3200" b="1" dirty="0"/>
              <a:t>곳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거실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화장실우측방</a:t>
            </a:r>
            <a:r>
              <a:rPr lang="en-US" altLang="ko-KR" sz="3200" b="1" dirty="0"/>
              <a:t>))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ED5B08-EC6A-CCC9-0277-FBB6F8CA31B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7">
            <a:extLst>
              <a:ext uri="{FF2B5EF4-FFF2-40B4-BE49-F238E27FC236}">
                <a16:creationId xmlns:a16="http://schemas.microsoft.com/office/drawing/2014/main" id="{5FE30EE6-29A3-B47B-9C6E-1B1D3AF83B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8365307A-CF9E-DD7D-69BF-00982C4D63DA}"/>
              </a:ext>
            </a:extLst>
          </p:cNvPr>
          <p:cNvSpPr/>
          <p:nvPr/>
        </p:nvSpPr>
        <p:spPr>
          <a:xfrm>
            <a:off x="2339975" y="3324225"/>
            <a:ext cx="4608513" cy="8969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화면 슬라이드 쇼(4:3)</PresentationFormat>
  <Paragraphs>23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 도배(벽-방3곳) </vt:lpstr>
      <vt:lpstr>장판(거실)</vt:lpstr>
      <vt:lpstr>장판(방3곳)</vt:lpstr>
      <vt:lpstr>도색(문,문틀-방3곳)</vt:lpstr>
      <vt:lpstr>도색(방화문내부)</vt:lpstr>
      <vt:lpstr>도색(앞,뒤베란다 전체)</vt:lpstr>
      <vt:lpstr>도색(걸레받이-2곳(거실, 화장실우측방))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2026-01-31T06:48:27Z</dcterms:created>
  <dcterms:modified xsi:type="dcterms:W3CDTF">2026-01-31T06:48:27Z</dcterms:modified>
</cp:coreProperties>
</file>