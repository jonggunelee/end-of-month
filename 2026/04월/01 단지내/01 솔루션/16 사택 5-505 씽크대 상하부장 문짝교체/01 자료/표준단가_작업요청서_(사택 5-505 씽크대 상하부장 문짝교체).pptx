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60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0E09284-C303-B21A-E65C-54A06FC254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4E1545-283D-9687-51FB-7E6632B3FE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4A28A35-5D1F-492B-8D87-6C4BF18064F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371CEF0-388E-B3A4-F516-DB61F2DE9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DAC8A78-2778-0738-C1F8-AF59F74E6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AA1D9A-BDAE-2EAD-EE39-1CBA4E6474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962C41-7286-F767-6778-8198BC19B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5743D8B1-0714-4C21-9F1A-3BD2742B36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9E5ABEC-6F4C-7562-2EFE-C16B32B8E0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B2674C6-F41B-FA9B-2346-9DD926C26A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FC849E4F-E4E3-5A3E-EB32-7C15C6276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95A990F-599C-4231-8480-404EEED0AE9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FF9819-95EF-0800-2DE4-39E09338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ADD69-5F06-402F-A870-0194BE513D9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B41AAF-3745-1E13-7AAA-C9279662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74650C-F615-55D3-3039-A17D40F1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391A7-880B-4D04-BEA3-A05683BCDA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646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1EA33-9002-E878-5A4B-77F90BC5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26799-A405-4567-A475-EBBD7E5C710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4308EB-5B03-8728-91E5-2734C84C0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A10BC0-618A-B06B-C0C5-98D8765A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45251-6238-483E-BDA0-43286E2815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0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A6F09F-6BA0-0123-193F-70FB1603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80E93-2B26-443A-8526-94B5187642B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2723D1-E614-B38C-5F37-067AD7D2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A8786-305D-62E9-73E0-7CEF2DE3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97E72-8BCC-467F-B6D6-9D64E5E1B07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08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8022E16-D460-BA2B-6342-21953D4D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0E524-734B-4D83-9EBE-58290F17D97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8003B17-BCE7-3363-0866-7042900C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7247361-1CF3-B2AD-24C7-1924F7C5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F611F-5090-4316-8272-2FF87D101EA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56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F01FC9D1-E9BB-46E3-1704-023920CB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34437-3451-4379-937A-2B262479C77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238A8D9C-7E7C-F9F3-2414-F144D13C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EDB6B77-439E-97DD-69D4-03922E89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68096-418E-4816-B63F-B8467167ED5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60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98127C5-C00C-8740-8EA6-058E6D58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CB137-9DB5-4DA7-A291-F94C47193030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CC67078-728C-8F45-1B55-C1158CDE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0B48C87D-6A40-382E-C5D2-9FE7A7D6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4E92C-9690-41DB-81BF-BCA56035A4E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49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49B904F-77AB-685A-4905-2E73C646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BCFA9-E5A6-48DE-A7EF-985A3566B6B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DA8EB77D-5564-F2C2-773A-390FDFFF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5B9610A-4D70-F3AA-4D54-4CA0D276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91C3A-98F9-44F1-A16D-D49F99C158E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16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A98136C-58F5-9917-B6B8-E32A8BE3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08845-D27C-4A9F-8424-31D5396C246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DAFC6BA-196E-D9CA-6E1F-50952599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EEBE2A9-08AA-9EE0-A51D-2FAA7DF3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3E993-40CD-4AC7-999D-2460CA593F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123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FDDC313-2E1A-5BF1-3A1B-A9928150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4B29F-785D-4DB6-81F5-4B705AB40FD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D139EF9-8701-C5EE-9167-156ECDAF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30CB7AB-1427-72F0-B692-A3E91544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860EC-BBBD-42F0-8AC1-5F9DE4FDF6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77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4F7204-E514-ED2D-9AC7-240AD2693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620C4-AF1C-4248-8581-282B84EEEDC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53A52-8129-8C4A-4CEE-ADC1D423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02F7FA-5668-4B06-0B34-4DE015BE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5B0D8-5D3D-4359-AA96-D43F9B3D5FA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14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1A207A-9C7F-F83A-9C56-A7786379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10B62-D1CB-447A-AF13-C29E97B9C49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6620A9-7DA7-0423-3E14-10252116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35AD7B-928F-8260-5888-A9E2ED1D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7F906-3097-4498-B423-D0487073DCD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68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5002B13A-FF2C-2323-0B05-7F05ED05F6F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E664DDE-CF20-F894-9AEA-373DFA32A0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4840E5-E2E4-6FDB-B4CF-68169C48A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B4B6CDF-858F-4B82-AC95-E420C0EC960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69A326-09E1-D1F8-210A-EADC6B6D3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4EED5-46C4-B477-6C3B-6A0CA7169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0460401-1AED-44A9-80A9-612683D5F67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9CFF0D41-4F33-310C-F14B-A8EDBA186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505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C36605F-8C10-21C9-EC5E-6ECB7577C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BB8D654-20ED-AE44-0B16-3E9A54C57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66D23F8-13F6-2B84-47E6-C878A6A65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505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0F324430-FA28-9333-98C9-36D7432A1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23F1D94-897B-E9A0-CC9F-611810CA0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CD55B9E4-CAE9-E9D1-F94A-6790C3BFF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505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805D8AEF-2758-FC33-4B45-E8691196F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11438"/>
            <a:ext cx="84423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-5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렌지후드 교체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소음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빨래 건조대 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뒤베란다 창고 단열재 시공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문끌림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현관입구방문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뒤베란다창고문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8DB08BF7-028E-5715-11B4-95FD75ADA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2116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C67A1460-12EA-9EC0-E0F9-1D1E75606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9B390B7E-F363-3E7D-08AA-823AFC7FF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16D331B-1E86-7EB5-BD66-CB2C21FC7838}"/>
              </a:ext>
            </a:extLst>
          </p:cNvPr>
          <p:cNvSpPr/>
          <p:nvPr/>
        </p:nvSpPr>
        <p:spPr bwMode="auto">
          <a:xfrm>
            <a:off x="3425825" y="477996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B54BCB06-ECD5-948F-4D47-F28C41D9680A}"/>
              </a:ext>
            </a:extLst>
          </p:cNvPr>
          <p:cNvSpPr/>
          <p:nvPr/>
        </p:nvSpPr>
        <p:spPr>
          <a:xfrm>
            <a:off x="4284663" y="5734050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72DD3-2B45-48F4-E850-0CD003C5B8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DCC3FD-700C-7672-FD1B-7B627C821E4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8">
            <a:extLst>
              <a:ext uri="{FF2B5EF4-FFF2-40B4-BE49-F238E27FC236}">
                <a16:creationId xmlns:a16="http://schemas.microsoft.com/office/drawing/2014/main" id="{1CB3D263-2FED-9C23-62AE-B0E629681E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1628775"/>
            <a:ext cx="8208963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DA45274-C60F-EB11-B001-2E1AF571B02E}"/>
              </a:ext>
            </a:extLst>
          </p:cNvPr>
          <p:cNvSpPr/>
          <p:nvPr/>
        </p:nvSpPr>
        <p:spPr>
          <a:xfrm>
            <a:off x="2627313" y="2636838"/>
            <a:ext cx="3097212" cy="863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7CF7438-3304-5D73-3393-43F4A01A1D7F}"/>
              </a:ext>
            </a:extLst>
          </p:cNvPr>
          <p:cNvSpPr/>
          <p:nvPr/>
        </p:nvSpPr>
        <p:spPr>
          <a:xfrm>
            <a:off x="2779713" y="4508500"/>
            <a:ext cx="2728912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화면 슬라이드 쇼(4:3)</PresentationFormat>
  <Paragraphs>21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주방 씽크대(상부장,하부장) 문짝(서럽장,몰딩포함)전체교체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2026-01-31T06:48:50Z</dcterms:created>
  <dcterms:modified xsi:type="dcterms:W3CDTF">2026-01-31T06:48:50Z</dcterms:modified>
</cp:coreProperties>
</file>