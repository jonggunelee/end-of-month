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4" r:id="rId6"/>
    <p:sldId id="265" r:id="rId7"/>
    <p:sldId id="266" r:id="rId8"/>
    <p:sldId id="268" r:id="rId9"/>
    <p:sldId id="270" r:id="rId10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E297D5-0B07-DFCE-8EA7-DD143BEE04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667964-77B3-FE40-8B1A-765D3F6305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EAA1227-0600-4B37-91B0-C120C7F51CF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E437C9D-75C2-5E3F-7B0E-AAF34EB7F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85F1636-DE45-F812-148A-B9B44AE13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650A5-0A05-1E7D-8090-BADE138DDD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07C69F-0AAD-021C-27DF-FE1CC335F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C2DEB08-8AFD-4015-B311-D9799AAC69F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BDE23E7-12AF-40EC-18D9-30855604E0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81FEA5F-E0F6-E75B-F4FD-864ECDEE2E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743866B-C00E-CB93-A96C-9879739BB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0A39903-438A-45AC-BF45-C4E05DD9689B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77717-BAC0-9AC7-0DAB-DF849858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28221-2CD9-42B1-BADF-622D64DB0F3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FAD74-7410-CBBD-23FD-FCDF5A98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0B5C-1648-EC97-FA68-E4FC893F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07833-4355-4896-A49C-02658B6FDDF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6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5FF48C-238C-D4F2-798D-E5E9CBA5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DA4FD-BE23-4593-9F2B-FD86774EC59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F983B-B484-DFF9-B685-D282DFC6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46620-F757-30F5-FB64-E918ED6C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4E704D-236B-40B5-835D-5FE656EF089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01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B0319-41DF-6BAD-06AF-6215F920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0C037-340B-4F33-9BBF-21C032B88A3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6BEA8-8F6E-64F8-A80F-3164AF4D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8277F9-ACDF-D6E3-8F5A-ED9EEDD1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832407-E061-4F56-AEDA-F2048C4B7B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84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031BDBB-05F6-46B7-A900-91F99ABA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A7B8B-1B6B-48B6-AE92-C09BA17E4B0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169BEC6-07C0-05BE-5B04-3491009C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7447314-BDDB-6EA1-7415-51B67238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4DC16-9AF9-4503-B93E-00DF6146F8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8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2288137-F3EA-C824-EA98-7444986A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8A291-1BBB-47BD-AB99-1C54E512624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3D70965-E96A-DE0E-6512-3FEC7BC6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3ECEFF9-3B6D-30FD-30D8-FE96705A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46AD5-A58E-47FC-82EF-5BE8C489EF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83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3F4E6D7-4374-05E4-9883-942DB0F7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72C8D-C1D3-43A6-BE2D-D1A7D8439DD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6744806-70D0-D5B1-5FC4-F9B1C09A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0F70F7D-EC28-D29F-5B04-EC428CEA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7C391-2E08-4E36-B3A5-FCD09C3A898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65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2768167-31D2-C2EF-7C92-517C6DB7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DB67B-3B78-4833-B089-743EC420E1F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8D77B174-095C-7F1B-05E0-BA0F19DF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492598F-0CAF-B3CB-EBC9-3C254C6C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83659-40B8-41AD-A314-E29DAF2E50B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36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867807C-4BE3-B90E-C4A5-1D290EDE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C3971-4F45-4455-9886-914C64E9BF9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D1FF28E-B776-8272-1C58-33E97F3D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9D2FF9C-929A-39CD-2A0E-E4E8A844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005BD-2FE0-449C-9180-B57D120FBF9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1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7A619B7-68B2-8E47-F491-BAC81A8E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0BA33-0E0F-43CA-ABE1-E3EAF056BEC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641D188-088C-1F57-9D8B-450CBA40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962C08E-7FCC-D045-755E-F9113D77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457E4-DE4D-4002-A02F-82BCFCF0DA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5A55FE-196F-14E8-0185-9CE89750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90E15-8C63-4877-8CC3-FAC3E91B0A4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29A309-B281-11CA-EED5-45D6B285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345880-5151-B2D3-0DED-3BDE992D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79A1A-0264-4405-AA2C-FE78BAE528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55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B0273-95D2-4571-381E-A9A1E00E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01057-9C48-45AA-8DB7-B27F2458A8C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3CAB8-53F3-1907-5E9B-35CCE2A9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4EA8E-14A9-FD30-1668-595BC7E5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6C255-5711-4BD1-BDDB-DDB7492179F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1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589676AD-32E0-1930-B7F1-C09E6B5803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C37BEE2-16A5-3D15-DE4C-63AC838DF4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3325CE-592C-C1C2-76FD-5656E9DBC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E6569ED-A74B-4308-92FD-950B48851CA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70A2B-828C-907A-5B20-FC14B8257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BCF655-B3C7-2585-25AB-B583F067D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5675F9-47BC-4773-916A-0D1941763BB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46F415C-5312-E216-520D-D61BEC533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E74CEF7-0609-069C-8590-672AB489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ED436B8-4AD8-A2D2-AB08-362194F5B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5B3F020-0486-98EA-9E14-582D03FD9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77FDF81-F7F4-4479-7C50-8678A265F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969CF4E-CD30-228E-7D8E-8ECA87EE5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A66F6D8A-E421-54E2-C67C-F67B1A92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50207B2-495B-A483-6302-0870A97F4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056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뒤베란다문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D50E6AB0-6EDC-AE26-1360-E4AD933BF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77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DBA4C7-FC67-C86A-1F66-F4109B288045}"/>
              </a:ext>
            </a:extLst>
          </p:cNvPr>
          <p:cNvSpPr/>
          <p:nvPr/>
        </p:nvSpPr>
        <p:spPr bwMode="auto">
          <a:xfrm>
            <a:off x="3316288" y="45799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A3C695AF-6AF0-6E8C-5672-321FA2DE3B47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D76DC107-A363-2727-D478-BF4E54D55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51F1BB93-387B-F10B-99E0-94231626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B9F443E9-5032-5BB5-E6F2-A2E6F51D4D7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D92E29-5D97-3EF3-9E16-343CD5F86B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79DC9D07-B3C0-32B6-2047-1DEB812DBE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318E3EE-8718-D43D-4C62-8424DD313596}"/>
              </a:ext>
            </a:extLst>
          </p:cNvPr>
          <p:cNvSpPr/>
          <p:nvPr/>
        </p:nvSpPr>
        <p:spPr>
          <a:xfrm>
            <a:off x="3419475" y="2636838"/>
            <a:ext cx="2736850" cy="2520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534636C5-5C1C-18BB-A9DB-46971BA5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EEE323-AD17-405B-E620-935A548587D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2913EC6-6051-614A-79EA-4EEC7C129B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6225B67-2019-534F-2C08-C5A2078D0674}"/>
              </a:ext>
            </a:extLst>
          </p:cNvPr>
          <p:cNvSpPr/>
          <p:nvPr/>
        </p:nvSpPr>
        <p:spPr>
          <a:xfrm>
            <a:off x="3203575" y="2708275"/>
            <a:ext cx="2952750" cy="2520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6A82EE6E-7B61-DEFD-EE39-190A2123312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4000" b="1" dirty="0">
                <a:latin typeface="+mj-ea"/>
              </a:rPr>
              <a:t>장판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거실</a:t>
            </a:r>
            <a:r>
              <a:rPr lang="en-US" altLang="ko-KR" sz="4000" b="1" dirty="0">
                <a:latin typeface="+mj-ea"/>
              </a:rPr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DED04E-FF56-AE46-C4C8-784897D3B3F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5D1A2063-4E9B-0850-458D-56E9784096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D667881-F066-DE90-3313-DFD6A3528734}"/>
              </a:ext>
            </a:extLst>
          </p:cNvPr>
          <p:cNvSpPr/>
          <p:nvPr/>
        </p:nvSpPr>
        <p:spPr>
          <a:xfrm>
            <a:off x="4067175" y="3213100"/>
            <a:ext cx="1728788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39B054E0-D373-B671-C549-706AD004AD7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B642AD-20B9-6E48-C0BE-DB53995A2E1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29">
            <a:extLst>
              <a:ext uri="{FF2B5EF4-FFF2-40B4-BE49-F238E27FC236}">
                <a16:creationId xmlns:a16="http://schemas.microsoft.com/office/drawing/2014/main" id="{CE434A3B-10EB-0C27-9A46-16201778A6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1291C9E-9CF6-CC94-FE7C-F826FA77E035}"/>
              </a:ext>
            </a:extLst>
          </p:cNvPr>
          <p:cNvSpPr/>
          <p:nvPr/>
        </p:nvSpPr>
        <p:spPr>
          <a:xfrm>
            <a:off x="4283075" y="3500438"/>
            <a:ext cx="11525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E2928C2B-D06D-3249-CE82-97A3B427ED8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.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2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), </a:t>
            </a:r>
            <a:r>
              <a:rPr lang="ko-KR" altLang="en-US" sz="3600" b="1" dirty="0" err="1"/>
              <a:t>뒤베란다문</a:t>
            </a:r>
            <a:r>
              <a:rPr lang="en-US" altLang="ko-KR" sz="3600" b="1" dirty="0"/>
              <a:t>(1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77BB36-19BE-1C97-51AB-5BA0BBD45BC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29">
            <a:extLst>
              <a:ext uri="{FF2B5EF4-FFF2-40B4-BE49-F238E27FC236}">
                <a16:creationId xmlns:a16="http://schemas.microsoft.com/office/drawing/2014/main" id="{7A7863A5-5D47-1ECE-83FD-E99A165C0A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16A1428-A209-C234-8C61-791AD9BA037F}"/>
              </a:ext>
            </a:extLst>
          </p:cNvPr>
          <p:cNvSpPr/>
          <p:nvPr/>
        </p:nvSpPr>
        <p:spPr>
          <a:xfrm>
            <a:off x="2411413" y="3644900"/>
            <a:ext cx="4248150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AA22170-577D-DE0B-2458-10C62BCEDB0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>
                <a:latin typeface="+mj-ea"/>
              </a:rPr>
            </a:br>
            <a:r>
              <a:rPr lang="ko-KR" altLang="en-US" sz="3600" b="1" dirty="0">
                <a:latin typeface="+mj-ea"/>
              </a:rPr>
              <a:t>도색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 err="1">
                <a:latin typeface="+mj-ea"/>
              </a:rPr>
              <a:t>방화문내부</a:t>
            </a:r>
            <a:r>
              <a:rPr lang="en-US" altLang="ko-KR" sz="3600" b="1" dirty="0">
                <a:latin typeface="+mj-ea"/>
              </a:rPr>
              <a:t>)</a:t>
            </a:r>
            <a:br>
              <a:rPr lang="ko-KR" altLang="en-US" sz="3600" b="1" dirty="0">
                <a:latin typeface="+mj-ea"/>
              </a:rPr>
            </a:b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DA8ACE-A350-9763-26A0-5BA6DD1A449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27">
            <a:extLst>
              <a:ext uri="{FF2B5EF4-FFF2-40B4-BE49-F238E27FC236}">
                <a16:creationId xmlns:a16="http://schemas.microsoft.com/office/drawing/2014/main" id="{68C517B8-22CB-6981-F1A3-A50C2B516C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B446E47-497A-F3E9-156C-ED27EC4FEA6B}"/>
              </a:ext>
            </a:extLst>
          </p:cNvPr>
          <p:cNvSpPr/>
          <p:nvPr/>
        </p:nvSpPr>
        <p:spPr>
          <a:xfrm>
            <a:off x="5580063" y="3284538"/>
            <a:ext cx="792162" cy="15128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4762302-6F42-E46B-06B3-6D40801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도색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앞</a:t>
            </a:r>
            <a:r>
              <a:rPr lang="en-US" altLang="ko-KR" sz="3200" b="1" dirty="0"/>
              <a:t>,</a:t>
            </a:r>
            <a:r>
              <a:rPr lang="ko-KR" altLang="en-US" sz="3200" b="1" dirty="0" err="1"/>
              <a:t>뒤베란다</a:t>
            </a:r>
            <a:r>
              <a:rPr lang="ko-KR" altLang="en-US" sz="3200" b="1" dirty="0"/>
              <a:t> 걸레받이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66A7C1-5841-0DD4-60C7-7DE3BBF2BBF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8">
            <a:extLst>
              <a:ext uri="{FF2B5EF4-FFF2-40B4-BE49-F238E27FC236}">
                <a16:creationId xmlns:a16="http://schemas.microsoft.com/office/drawing/2014/main" id="{EB7CCD8A-3E35-2D58-6295-B612858DBE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DFB0943-2096-7EB3-24E3-139B70ADC996}"/>
              </a:ext>
            </a:extLst>
          </p:cNvPr>
          <p:cNvSpPr/>
          <p:nvPr/>
        </p:nvSpPr>
        <p:spPr>
          <a:xfrm>
            <a:off x="2771775" y="3621088"/>
            <a:ext cx="3816350" cy="1031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화면 슬라이드 쇼(4:3)</PresentationFormat>
  <Paragraphs>22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도배(벽-방2곳)</vt:lpstr>
      <vt:lpstr>장판(거실)</vt:lpstr>
      <vt:lpstr>장판(방2곳)</vt:lpstr>
      <vt:lpstr>도색(문.문틀(방2곳), 뒤베란다문(1곳))</vt:lpstr>
      <vt:lpstr> 도색(방화문내부) </vt:lpstr>
      <vt:lpstr>도색(앞,뒤베란다 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2026-01-31T06:48:14Z</dcterms:created>
  <dcterms:modified xsi:type="dcterms:W3CDTF">2026-01-31T06:48:15Z</dcterms:modified>
</cp:coreProperties>
</file>