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9A6FAE-858C-985D-06FA-3210FE7EC6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9C008F-D682-54C3-A906-53517F1D65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6F4F568-7F12-4957-A686-F8A01CDB335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90DDCF2-65BF-6D6F-2E2A-FEEC62169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BFE8328-C1B3-89DF-CEBE-ADA0EDA61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C5E60D-F215-574E-FBBE-142B5E0A4C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D7DD15-EBFB-2711-E536-C8DF8FC19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E61463D-616A-4450-85F0-227A00724ED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A2BB726-3024-4DB6-8CE1-CEC8B0EEB5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AEB83E3-9152-587B-6EBA-9840AEE3AC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B8F5FED1-1E71-64D0-C96E-738894917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A27FC87-0D56-43AC-9B35-97FB770B7A3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0A428-7223-A86E-630A-67485491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4E3BF-B8D1-4D68-8716-B04A19C1455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2CC23-62D0-B7BD-026C-5D8A76D2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30025-46E7-2192-B875-7C0E097E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A3867F-CFDA-43BF-8CFF-45945DB214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36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B68F2B-0703-D1D4-B466-D2D54428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45098-632D-4307-8DFA-613882E6826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9FE9E-81EC-D1F9-2156-F470D81A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355EEE-74A7-9A2D-C7C2-8DC7F5D2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3DE8C0-EBB5-48F5-BE5B-DA2EAE8CF87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22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B1AEB-31F9-3E8A-7E83-4C08C148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658CA-5751-4487-A360-46D6D5E096C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63B789-2FFA-DBBD-9C09-AE7E8DDD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AAB6C4-A361-B666-A630-77D49794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AABC1-35FA-496D-8ACF-49EEC970F6A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266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3CC95C2-F29A-2911-7FEB-F7E5CD60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29C07-10AF-4C23-A9C0-BA77AED4304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52EB1FE-EA08-BBC0-E090-9A354578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F61550F-8747-1E0A-3EF3-74A7C60B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4DF72-B7B8-4D48-96A4-F529A82D1B3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47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FF48025B-E497-E657-B1B7-79D98502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239A9-A334-4DF8-AE10-AD068D338DB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3E26E0C-DF47-2788-DF74-7DEDBEDC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98E935F-3093-5E8A-165E-A3E50C13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9325F-0BEA-4B6F-9E8C-555E9B09003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38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6192299F-95F6-05ED-353D-E5D477E8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FF450-3BD0-4228-A7C9-423B24BCFA2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03A4CE7-2C5E-D610-AB09-3053E0A3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2633516-B09F-4632-790D-1CDCE4D4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800462-02FE-405E-8F0A-F48FC0EA65A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AA79899-C1DD-EECE-4047-BE2AB5CE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A0440-99C9-4E86-924B-88D8CE1B458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5485C36-7F1C-8CB6-DBC6-265A08D0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8CA88E3-E80C-E983-A3FF-C1731F46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D66CD-34E9-411B-A3F5-B34D54221AF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08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D8122FF-138E-F706-B1CF-C4B33F8D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E124A-F414-462E-9F28-18835911D74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2511A20-1EEE-BB43-186B-B3C1B2E2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4B990FF-C3FC-9D69-6825-0F3FA0B2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B92C1-A0A5-4D69-8F92-17A902D764A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E8FA1AB-AC96-366E-7CF3-3B173F6C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E6FBF-5D26-41AE-9848-C22222F15A2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55FFCFF-874E-F272-826C-B74CB031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0C72AA4-6DD2-11E8-6BD7-C66552B8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35F96-D2C5-420D-A5F8-D690D74AFB1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26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D937D5-F8AB-A383-21DE-6DF6974E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79F01-7ADF-4326-A9AD-0C10C31D7F6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0C3F45-670F-890C-0FE9-1C47B6FF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97574-17F4-A3C6-7671-51B3C779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7BDC8C-3878-4CC2-B1A2-59FE5BEDF1F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98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83FC0D-9D97-82EE-2E19-E130CB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58FA1-8897-49F6-B750-1111CAF700E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F148C7-D16F-A551-A9E1-04F1DB22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0375D-EC0C-B0DD-7F40-D825DF12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E16F60-08E6-41BD-8377-5AB68CB2F94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2260129-1B1C-9BA3-EC49-9613862777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3CAD5AE-8574-9BEB-7CCD-FE1003FB4C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B8008-8300-292C-9ADD-9DCFDB8E6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44200ED-09DA-4424-BC34-5DD630CBDAC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B7CB2-B5FE-EA3A-0CAD-9C207D6FD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B4AFCD-93BF-AD48-EFB9-A42281EA6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EC3ECD8-00E7-4A35-A3CD-555F036D6EE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0626897-838E-ED44-BA56-A4FD5F639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38652D17-4280-363F-9A58-78480EC79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592DAA38-10CD-7415-6A5A-46845C51A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4E230B6-1930-CE95-154A-A3D98A008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7547582-96CB-9184-BD08-8B830F99F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DBA20EB-E742-7FE8-43E9-6BFE2FF2F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DF549D1-58A5-E54B-EF38-3F99D847B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532E35D0-4879-A7F4-61A6-9129873B0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걸레받이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창고바닥포함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보수 공사 요함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47AE4A75-4430-9BE5-E3A5-F69C1E473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5F392665-F8AA-E398-3EE7-8E1A91D5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985A6C-12F1-FC61-692F-51DED50E0BFB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3AA6B3FD-6476-8520-F9F7-2F5ACA84D68D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E41C8A49-E309-E1CC-BE5F-013D4C3F5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75147-68A1-5E4A-66F4-20A9F2ED322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9EBE8B-1823-242C-BF89-59736CD85A5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52DCF4D1-7131-F947-201F-DDF6232E42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C39F933-7C53-8F4D-E8ED-C5E00A0D9C2B}"/>
              </a:ext>
            </a:extLst>
          </p:cNvPr>
          <p:cNvSpPr/>
          <p:nvPr/>
        </p:nvSpPr>
        <p:spPr>
          <a:xfrm>
            <a:off x="3059113" y="3067050"/>
            <a:ext cx="3168650" cy="2017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D5AD7-D429-A86E-F211-B6121354994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1B1972-BB1A-841E-8258-AC878A0613F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AE13BAA0-49CE-0490-ACCB-C5D833708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7A5BAF6-E5D6-64F3-9021-CF40ABDC6EAB}"/>
              </a:ext>
            </a:extLst>
          </p:cNvPr>
          <p:cNvSpPr/>
          <p:nvPr/>
        </p:nvSpPr>
        <p:spPr>
          <a:xfrm>
            <a:off x="1920875" y="2492375"/>
            <a:ext cx="5387975" cy="2665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BC79F-476D-6BB6-38E5-57A7FB8F814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84422D-51FA-0E98-453C-917070BF017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196" name="내용 개체 틀 2">
            <a:extLst>
              <a:ext uri="{FF2B5EF4-FFF2-40B4-BE49-F238E27FC236}">
                <a16:creationId xmlns:a16="http://schemas.microsoft.com/office/drawing/2014/main" id="{C6BEFD1C-8C7C-6961-7487-C871D8440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197" name="Picture 38">
            <a:extLst>
              <a:ext uri="{FF2B5EF4-FFF2-40B4-BE49-F238E27FC236}">
                <a16:creationId xmlns:a16="http://schemas.microsoft.com/office/drawing/2014/main" id="{09F08DE3-2740-8F26-82D4-163B0489E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574E9A4-0BCD-39C4-C73B-ADCF08A85B77}"/>
              </a:ext>
            </a:extLst>
          </p:cNvPr>
          <p:cNvSpPr/>
          <p:nvPr/>
        </p:nvSpPr>
        <p:spPr>
          <a:xfrm rot="21417266">
            <a:off x="3565525" y="3187700"/>
            <a:ext cx="1766888" cy="1225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141B7-8CCE-640E-7463-A61856ADE62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28E909-84C5-7D92-2427-A275E2AE7A9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9">
            <a:extLst>
              <a:ext uri="{FF2B5EF4-FFF2-40B4-BE49-F238E27FC236}">
                <a16:creationId xmlns:a16="http://schemas.microsoft.com/office/drawing/2014/main" id="{B0FE83E6-B620-FB8B-155D-90CD7A20E8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0D3FA30-F4B0-6813-4478-A25462F12756}"/>
              </a:ext>
            </a:extLst>
          </p:cNvPr>
          <p:cNvSpPr/>
          <p:nvPr/>
        </p:nvSpPr>
        <p:spPr>
          <a:xfrm>
            <a:off x="3779838" y="3284538"/>
            <a:ext cx="2087562" cy="1296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9E630-91CF-584F-DB52-7BBC46A1458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2400" b="1" dirty="0"/>
              <a:t>도색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걸레받이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창고바닥포함</a:t>
            </a:r>
            <a:r>
              <a:rPr lang="en-US" altLang="ko-KR" sz="2400" b="1" dirty="0"/>
              <a:t>))</a:t>
            </a:r>
            <a:endParaRPr lang="ko-KR" altLang="en-US" sz="24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48F648-0D58-195C-00F4-3B276B465B9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6">
            <a:extLst>
              <a:ext uri="{FF2B5EF4-FFF2-40B4-BE49-F238E27FC236}">
                <a16:creationId xmlns:a16="http://schemas.microsoft.com/office/drawing/2014/main" id="{F72717DE-2587-AB37-63CD-4732EFE832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6FA2321-836F-C2E0-2C2E-455AAFDF3658}"/>
              </a:ext>
            </a:extLst>
          </p:cNvPr>
          <p:cNvSpPr/>
          <p:nvPr/>
        </p:nvSpPr>
        <p:spPr>
          <a:xfrm>
            <a:off x="3348038" y="2924175"/>
            <a:ext cx="2879725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화면 슬라이드 쇼(4:3)</PresentationFormat>
  <Paragraphs>19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도배(벽-방2곳) </vt:lpstr>
      <vt:lpstr>장판(거실)</vt:lpstr>
      <vt:lpstr>장판(방2곳)</vt:lpstr>
      <vt:lpstr>도색(앞,뒤베란다 걸레받이(앞,뒤베란다 창고바닥포함))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2026-01-31T06:48:54Z</dcterms:created>
  <dcterms:modified xsi:type="dcterms:W3CDTF">2026-01-31T06:48:54Z</dcterms:modified>
</cp:coreProperties>
</file>