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75" d="100"/>
          <a:sy n="75" d="100"/>
        </p:scale>
        <p:origin x="3792" y="7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2026-02-26</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2026-02-26</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2026-02-26</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a:latin typeface="+mn-ea"/>
              </a:rPr>
              <a:t>사택 </a:t>
            </a:r>
            <a:r>
              <a:rPr lang="en-US" altLang="ko-KR" b="1">
                <a:latin typeface="+mn-ea"/>
              </a:rPr>
              <a:t>102-403 UBR</a:t>
            </a:r>
            <a:r>
              <a:rPr lang="ko-KR" altLang="en-US" b="1">
                <a:latin typeface="+mn-ea"/>
              </a:rPr>
              <a:t>욕조 누수보수 </a:t>
            </a:r>
            <a:r>
              <a:rPr lang="ko-KR" altLang="en-US" b="1" dirty="0">
                <a:latin typeface="+mn-ea"/>
              </a:rPr>
              <a:t>件</a:t>
            </a:r>
            <a:endParaRPr lang="en-US" altLang="ko-KR" b="1" dirty="0">
              <a:latin typeface="+mn-ea"/>
            </a:endParaRPr>
          </a:p>
          <a:p>
            <a:pPr algn="ctr">
              <a:lnSpc>
                <a:spcPct val="150000"/>
              </a:lnSpc>
            </a:pPr>
            <a:r>
              <a:rPr lang="en-US" altLang="ko-KR" b="1" dirty="0">
                <a:latin typeface="+mn-ea"/>
              </a:rPr>
              <a:t>- </a:t>
            </a:r>
            <a:r>
              <a:rPr lang="ko-KR" altLang="en-US" b="1" dirty="0">
                <a:latin typeface="+mn-ea"/>
              </a:rPr>
              <a:t>시 방 서 </a:t>
            </a:r>
            <a:r>
              <a:rPr lang="en-US" altLang="ko-KR" b="1" dirty="0">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dirty="0">
                <a:latin typeface="+mn-ea"/>
              </a:rPr>
              <a:t> ○ 공 사 명 </a:t>
            </a:r>
            <a:r>
              <a:rPr lang="en-US" altLang="ko-KR" sz="1000">
                <a:latin typeface="+mn-ea"/>
              </a:rPr>
              <a:t>: </a:t>
            </a:r>
            <a:r>
              <a:rPr lang="ko-KR" altLang="en-US" sz="1000" b="1">
                <a:latin typeface="+mn-ea"/>
              </a:rPr>
              <a:t>사택 </a:t>
            </a:r>
            <a:r>
              <a:rPr lang="en-US" altLang="ko-KR" sz="1000" b="1">
                <a:latin typeface="+mn-ea"/>
              </a:rPr>
              <a:t>102-403 UBR</a:t>
            </a:r>
            <a:r>
              <a:rPr lang="ko-KR" altLang="en-US" sz="1000" b="1">
                <a:latin typeface="+mn-ea"/>
              </a:rPr>
              <a:t>욕조 누수보수</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dirty="0">
                <a:latin typeface="+mn-ea"/>
              </a:rPr>
              <a:t> ○ 공사 위치 </a:t>
            </a:r>
            <a:r>
              <a:rPr lang="en-US" altLang="ko-KR" sz="1000" dirty="0">
                <a:latin typeface="+mn-ea"/>
              </a:rPr>
              <a:t>: </a:t>
            </a:r>
            <a:r>
              <a:rPr lang="ko-KR" altLang="en-US" sz="1000" dirty="0">
                <a:latin typeface="+mn-ea"/>
              </a:rPr>
              <a:t>대전 유성구 </a:t>
            </a:r>
            <a:r>
              <a:rPr lang="ko-KR" altLang="en-US" sz="1000" dirty="0" err="1">
                <a:latin typeface="+mn-ea"/>
              </a:rPr>
              <a:t>도룡동</a:t>
            </a:r>
            <a:r>
              <a:rPr lang="ko-KR" altLang="en-US" sz="1000" dirty="0">
                <a:latin typeface="+mn-ea"/>
              </a:rPr>
              <a:t> </a:t>
            </a:r>
            <a:r>
              <a:rPr lang="en-US" altLang="ko-KR" sz="1000" dirty="0">
                <a:latin typeface="+mn-ea"/>
              </a:rPr>
              <a:t>LG</a:t>
            </a:r>
            <a:r>
              <a:rPr lang="ko-KR" altLang="en-US" sz="1000">
                <a:latin typeface="+mn-ea"/>
              </a:rPr>
              <a:t>기술연구원 사택 </a:t>
            </a:r>
            <a:r>
              <a:rPr lang="en-US" altLang="ko-KR" sz="1000">
                <a:latin typeface="+mn-ea"/>
              </a:rPr>
              <a:t>102</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거실 화장실 기존 욕조 실리콘 제거 작업
거실 화장실 기존 욕조 철거 작업
거실 화장실 욕조 배수 고정금구 교체
거실 화장실 욕조 배수 고정금구 배수관 연결 작업
거실 화장실 기존 욕조 재설치 작업
거실 화장실 기존 욕조 실리콘 설치 작업
작업 완료후 주변 청소 작업</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835</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489</cp:revision>
  <dcterms:created xsi:type="dcterms:W3CDTF">2015-01-28T03:52:40Z</dcterms:created>
  <dcterms:modified xsi:type="dcterms:W3CDTF">2026-02-26T01:26:40Z</dcterms:modified>
</cp:coreProperties>
</file>