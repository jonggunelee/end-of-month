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기숙사동 소방 주펌프 후로셀 유량계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기숙사동 소방 주펌프 후로셀 유량계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작업전 펌프 가동정지 상태 및 배관 충수 상태 점검후 작업 투입
</a:t>
            </a:r>
            <a:r>
              <a:rPr lang="en-US" altLang="ko-KR" sz="1000"/>
              <a:t>-A</a:t>
            </a:r>
            <a:r>
              <a:rPr lang="ko-KR" altLang="en-US" sz="1000"/>
              <a:t>동 지하</a:t>
            </a:r>
            <a:r>
              <a:rPr lang="en-US" altLang="ko-KR" sz="1000"/>
              <a:t>1</a:t>
            </a:r>
            <a:r>
              <a:rPr lang="ko-KR" altLang="en-US" sz="1000"/>
              <a:t>층 소방펌프실 주펌프 유량계</a:t>
            </a:r>
            <a:r>
              <a:rPr lang="en-US" altLang="ko-KR" sz="1000"/>
              <a:t>(A125) </a:t>
            </a:r>
            <a:r>
              <a:rPr lang="ko-KR" altLang="en-US" sz="1000"/>
              <a:t>불량으로 성능시험 불가
</a:t>
            </a:r>
            <a:r>
              <a:rPr lang="en-US" altLang="ko-KR" sz="1000"/>
              <a:t>.</a:t>
            </a:r>
            <a:r>
              <a:rPr lang="ko-KR" altLang="en-US" sz="1000"/>
              <a:t>주펌프 유량계</a:t>
            </a:r>
            <a:r>
              <a:rPr lang="en-US" altLang="ko-KR" sz="1000"/>
              <a:t>(125A)  </a:t>
            </a:r>
            <a:r>
              <a:rPr lang="ko-KR" altLang="en-US" sz="1000"/>
              <a:t>및 성능시험
</a:t>
            </a:r>
            <a:r>
              <a:rPr lang="en-US" altLang="ko-KR" sz="1000"/>
              <a:t>-3</a:t>
            </a:r>
            <a:r>
              <a:rPr lang="ko-KR" altLang="en-US" sz="1000"/>
              <a:t>동 지하펌프실 스프링클러 주펌프 유량계</a:t>
            </a:r>
            <a:r>
              <a:rPr lang="en-US" altLang="ko-KR" sz="1000"/>
              <a:t>(A65) </a:t>
            </a:r>
            <a:r>
              <a:rPr lang="ko-KR" altLang="en-US" sz="1000"/>
              <a:t>파손으로 성능시험 불가
  </a:t>
            </a:r>
            <a:r>
              <a:rPr lang="en-US" altLang="ko-KR" sz="1000"/>
              <a:t>.</a:t>
            </a:r>
            <a:r>
              <a:rPr lang="ko-KR" altLang="en-US" sz="1000"/>
              <a:t>주펌프 유량계</a:t>
            </a:r>
            <a:r>
              <a:rPr lang="en-US" altLang="ko-KR" sz="1000"/>
              <a:t>(65A)  </a:t>
            </a:r>
            <a:r>
              <a:rPr lang="ko-KR" altLang="en-US" sz="1000"/>
              <a:t>및 성능시험
</a:t>
            </a:r>
            <a:r>
              <a:rPr lang="en-US" altLang="ko-KR" sz="1000"/>
              <a:t>'</a:t>
            </a:r>
            <a:r>
              <a:rPr lang="ko-KR" altLang="en-US" sz="1000"/>
              <a:t>작업후 펌프 정상운전 상태 및 배관 압충 상태 점검 작업 종료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2026-01-29T06:51:49Z</dcterms:modified>
</cp:coreProperties>
</file>