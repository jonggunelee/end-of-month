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</a:t>
            </a:r>
            <a:r>
              <a:rPr lang="ko-KR" altLang="en-US" b="1">
                <a:latin typeface="+mn-ea"/>
              </a:rPr>
              <a:t>동 경비실 방화문 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5</a:t>
            </a:r>
            <a:r>
              <a:rPr lang="ko-KR" altLang="en-US" sz="1000" b="1">
                <a:latin typeface="+mn-ea"/>
              </a:rPr>
              <a:t>동 경비실 방화문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방화문 부분 가설 보양 및 출입 통제
기존 방화 문짝 및 틀 철거 작업
기존 방화문 틀 철거 부분 면 및 바탕처리 작업
신규 방화 틀 및 문 설치 작업
국가공인 방화 등급 시험성적서 제출
완료후 주변 정리 정돈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2026-03-03T06:36:42Z</dcterms:modified>
</cp:coreProperties>
</file>