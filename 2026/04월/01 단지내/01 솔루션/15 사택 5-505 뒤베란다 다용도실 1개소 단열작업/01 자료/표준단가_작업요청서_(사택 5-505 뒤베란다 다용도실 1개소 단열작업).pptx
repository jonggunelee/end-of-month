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81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>
        <p:scale>
          <a:sx n="75" d="100"/>
          <a:sy n="75" d="100"/>
        </p:scale>
        <p:origin x="2862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33ADB4F-1EDC-D159-2F03-BB80C1A929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BCACA2-2029-5F02-791C-1184E19642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A34605D-E5B4-4D92-ADD8-608CE233DB8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D8F5660-CD4B-732B-4877-04F4CFF5B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E9168AD-D76C-6717-6F4F-EA08B7E85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584CC6-E8D5-02CC-991E-A31F991D9B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10A2A-9171-BD6A-C3EF-284A92E8A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3984AAC5-A919-462F-BDC3-254CF3279EA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183B974-ABB9-5F26-B4EA-DB016CDDB5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BFE092D-CD99-5F30-AA10-DAFEB4FF03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4B3BCE8-BDC0-29DA-A7A1-3B213C563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72B533B-14AD-45D4-9C21-CC5BBE6DF6B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DA623-A173-E17A-2271-A800ED7F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0DAA3-4FB9-4749-9AC9-D07F5EC79DF5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E9148-15CF-28BE-56D9-A6543FB3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E8472B-6467-C148-8884-C6CA33B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0EBAC-3927-4539-8905-7AD4FE1F998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CE41B4-DA25-712A-5757-A9D4002A4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25467-7F81-47DA-9F06-989719DED05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8AE65A-5D3A-6EBC-EF71-EFE630D6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BB8F6-71D4-A474-5FE8-5F82C97F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D8F3B-98C3-4099-95C1-74DA961120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36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92420-9A63-6D70-9C70-8130EFA8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E6564-212D-4DF8-82A3-1A599B85C4CA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EB595-DA93-6791-C86F-FBA837D2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D253A2-3FC3-AB1C-A367-40844D21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6C730-B65C-4A01-93DC-52DD6B9D11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88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94650B4-5E4B-62EE-49B5-694DE297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62598-68F2-4BDD-A498-4321CBC95BD4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4A9D341-2F81-8206-F7FA-56F169FA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94B8359-099F-BBE7-B3C7-56BE51FF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8BCF7-FBB1-4D53-93C3-51F938F89FB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46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35DA509-AB61-A916-666E-CCE03381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E5580-E858-4F20-A8FF-9186487FFA76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2770AD8-A5D5-D10E-2E59-EA708F90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B67FBB0A-FDDC-FC7E-9BBF-0D3E6465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266E6-7600-43F9-ACA7-314F349ACC4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99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70E69E83-1BFD-E4A1-EAA9-615720D4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407F2-8A1F-4178-A32E-AD03BD5E158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B311948-CF93-F1C7-960B-9D4E8273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2426EF8-5AF3-9650-0275-A499055D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78609-6F2A-40BC-AD1B-22B7AEC3447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71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FB3025A-92C7-71EF-17FD-9C0930C7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D561F-A0C9-46FB-B6BC-705E5F0C9247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F602235-D8D7-A692-A601-3696F829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0024BD8-307C-BC17-736E-4CAB01FE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EF96E-23B4-4CBB-8F97-95A71BA238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8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3876304-B891-3A36-F68F-AB88C8C7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64B88-B17F-4699-88B0-D441414C5BEF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003057A-5775-DE90-025E-31DBC18F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D425A14-8B74-A3C1-20EB-8E7E2B50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989A5-D652-4850-A5CC-958206DB1B5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80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09F0ED7-632B-EBC2-AF19-432C0F5C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BD152-DDC4-4FCF-A96C-DB30CCFC72BE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0DE1F5C-9C01-A282-7B1E-AA710F5D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A6D3D9F-28BA-FD6A-0DB6-DCFBE66B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2EDD1-FA5E-4788-8206-BBA9502D42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48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F1C2C9-F162-17F1-E304-91453D2E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5AF58-8C1E-4B1B-A182-293CDB715BB8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A0B380-59B9-93A1-D8E6-9E867F559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8F72D-8DF9-59A2-253B-BC23534E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902BE-5A3E-4A61-9D30-E30B821946D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89A2AC-2D0A-8B93-79A5-DC2DC57A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7E093-C208-40A2-85A3-74C5DBCD1369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5EF54-BBA9-1410-6F69-1AD44B59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B6859-CF3D-1835-67DC-22D453F7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096CF-8448-43DF-BF80-1EC17700308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28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3B160BAD-AB75-5D0F-6895-96311968B0F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DE81B1CF-AB24-E991-706D-3E1900BE9A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625CB6-0241-7CCD-6D8E-C274296B1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8CB5EEF-C258-4FAD-AA1E-C2782E43CF80}" type="datetimeFigureOut">
              <a:rPr lang="ko-KR" altLang="en-US"/>
              <a:pPr>
                <a:defRPr/>
              </a:pPr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9045A8-D362-757D-49C4-CD99E73D5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F0011-5D33-C089-9951-43874BFC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7C58BD9-C767-4E62-B5AA-0009543C311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81A0BC8-298D-E589-776A-806753315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505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77F24BF-FE93-8FDE-A5C0-4DA7D5258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C2FEBB0-1CF3-25CB-E258-8FD0E8847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A396DC9-DC06-21F1-7D05-DA96F211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505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57725C0-41AD-D762-2169-4B80AF4F2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5BC568B-AA39-B483-7A75-E90FE9824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A4EB99A-D4D0-5B7D-238F-81D5EF4D7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C07B7E07-CA26-04D4-481C-4EFB4164B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11438"/>
            <a:ext cx="84423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주방 렌지후드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소음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문끌림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현관입구방문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뒤베란다창고문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0B097300-70F1-FBFA-CD86-66A398C73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116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90AA7406-899C-2BEF-0B90-811F9967B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0C104A62-AB38-9109-3867-10F8E8611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74343CD-F992-5793-54C1-3ABE67DD14DB}"/>
              </a:ext>
            </a:extLst>
          </p:cNvPr>
          <p:cNvSpPr/>
          <p:nvPr/>
        </p:nvSpPr>
        <p:spPr bwMode="auto">
          <a:xfrm>
            <a:off x="3425825" y="477996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0ECD8EE2-0EB4-CB64-027A-4A517469E8CD}"/>
              </a:ext>
            </a:extLst>
          </p:cNvPr>
          <p:cNvSpPr/>
          <p:nvPr/>
        </p:nvSpPr>
        <p:spPr>
          <a:xfrm>
            <a:off x="4284663" y="573405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9EA1E-CAA0-A5A9-A013-1CC750B4FA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 err="1"/>
              <a:t>뒤베란다</a:t>
            </a:r>
            <a:r>
              <a:rPr lang="ko-KR" altLang="en-US" b="1" dirty="0"/>
              <a:t> 창고 단열재 시공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F07FCB-C1C2-029F-C287-E341F19459D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3">
            <a:extLst>
              <a:ext uri="{FF2B5EF4-FFF2-40B4-BE49-F238E27FC236}">
                <a16:creationId xmlns:a16="http://schemas.microsoft.com/office/drawing/2014/main" id="{35775E55-CFBB-0058-EBED-808E242A81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638BD85-2CB3-A39B-4B27-4D8AC3F70BEA}"/>
              </a:ext>
            </a:extLst>
          </p:cNvPr>
          <p:cNvSpPr/>
          <p:nvPr/>
        </p:nvSpPr>
        <p:spPr>
          <a:xfrm>
            <a:off x="3775075" y="3500438"/>
            <a:ext cx="1084263" cy="2232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화면 슬라이드 쇼(4:3)</PresentationFormat>
  <Paragraphs>21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뒤베란다 창고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2026-01-31T06:48:42Z</dcterms:created>
  <dcterms:modified xsi:type="dcterms:W3CDTF">2026-01-31T06:48:42Z</dcterms:modified>
</cp:coreProperties>
</file>