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sldIdLst>
    <p:sldId id="256" r:id="rId2"/>
    <p:sldId id="295" r:id="rId3"/>
    <p:sldId id="281" r:id="rId4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202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A4BBB04-8700-97F4-FE28-8AE68AE6CF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F4D714-FB62-8D1D-1BE8-8C03AFD4A01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BAB28332-5492-4A29-B547-13FDDFA6D26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7CBDC56-3646-BCCF-D469-21E136D30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88EE0D33-718C-C137-06ED-5F1D17506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094731-1571-15E3-645D-BD4F97A57E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731F34-BF9A-1958-DE2B-66722F554B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451C4D70-C782-4975-9CBC-E2B061302AE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8DCDF204-58D2-CFD5-6081-95FDADA6D4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69B48BA9-697C-8425-B95E-C10C3F5C63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469B1AC1-D29C-872A-26DE-3E4022447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FCA0BAD-D540-414A-93B6-9165BDED02DA}" type="slidenum"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4CF72A-796A-297B-3F43-F8A9A5096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6D09CC-15BC-4CF9-A87F-F56BD54B8F5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03DC70-97B1-8E30-F334-5AC3C479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8F38FE-80EF-8A4D-03AE-3125F1BC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65AEE0-1DC2-4A1A-82C7-BCE8247FF10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904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3AFAED-902B-DE88-4E86-0B92583C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CCC646-7F98-41FE-8742-5CA68C7A4A46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791335-36BA-9BB2-C9A0-43E625D0A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3298D0-E364-9BB9-84A8-8904F726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29992-AD27-41ED-AC49-A5F312D6BFD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781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1A0D6C-8DAA-E42E-4253-0D6C2B6AE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71F51-B8D3-4FCD-B889-B9B2709A9ADE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C6887A-94EA-35D6-7FAB-E60B24488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62AA7D-6689-CA1F-409B-6EF7B2FB4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55A6E3-C5D7-48C3-9731-2280300651D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272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AA32198-5458-2157-0A74-BBEC9CF4E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69B32C-2EAF-4F52-9772-A12122F681DC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A94FC6D-400A-6C18-4D2A-F56380FB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4DE381E-DD42-D5FA-C1E6-3DF8343D0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A5F476-65B3-4E59-9753-4DA82820853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270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EF36290A-1BA8-E2C6-99D1-80C1C69F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C8AC9-0A10-4CD2-8F90-3AFF99FFED0F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F9C859C7-86C9-AC9B-9624-38DC9E59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3706D13C-D0C6-65B3-A677-1AB1A2B05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269C5-E1C4-43AA-ACFD-72DE6F31C25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01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29040600-FCB7-8FDB-473A-53B06264D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89318-4B02-4DE0-80E5-26578C5D695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0E62B4EA-5D9A-E96B-2893-8DE80520D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EAF4B3B9-5911-05C5-5B73-D864EEE9D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6B81A7-06C9-4338-AEF4-306DB0A10E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461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87C7FA6-DDE1-9B2E-5EAB-BC2FBB9EE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D216FE-8B98-4CBD-8754-508CBDBB3145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EB414D6A-4DD0-AB5E-8F42-94FFE662D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7AD4083-3E26-7DFD-7901-23B1525D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C6DF55-A31E-47EA-A175-CDD32D7F4EB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89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0F53070-5312-71DE-90CD-8BF919F21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60F0D1-5E46-47B0-8457-CBE37F81AAF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9EBCDDE-C8DD-C1EB-2672-4E7B8543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57B2AAF-CA76-F56E-3811-F9079A6F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73104E-9D78-493D-84F2-667FCC3C41E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878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2ED6BFE-7489-A348-4627-688D56D50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97533-A19C-4623-A363-2C33DE43692A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D2C03B9-9DAE-E1AB-399F-F10126442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0351034-36B8-0A73-5C46-F3385CC4C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28FC0A-A8DB-4CA8-8BAC-2E5230C406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170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124D70-3371-869B-2A2F-B58A82B8E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EEEFE-00AB-4601-89AE-3F48256A929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FAF0E6-B392-FD34-BE28-70F3C8975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54F877-0CCB-E749-26E9-D195D8CE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901FD-7ED5-4F84-8C4D-44711F71949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4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D42EB-3DB1-CF4A-011E-553EAB767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80EFD-3C5F-4988-A1A2-9297BBDACC24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507CB9-FEEE-570A-8E90-F00C95D63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F78A7E-C6F3-52AB-4C0B-501CFCEAE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63A5AD-A03F-4574-A3E6-C577192F21E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187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2E7BDCED-D2C7-1102-46BC-879362941AE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7A61EF4B-15E5-16F3-08E3-F39FD9504FB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702E25-BF07-2FA7-1638-D9AF7DDDA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6CA1CF4-3DB3-4EEB-B3D0-9250675FAC1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0B5639-C069-36DE-B6C0-B5287A8BD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3178FF-2CC3-146D-987B-0DA6F2521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DCFC56F-FF66-498D-993A-B718A5B031F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AB076C87-1070-ADBF-0CE9-8D83380A5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5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206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4112D5CC-05E7-3C25-F98E-09FCD3D74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96B362ED-09A3-E54B-7A73-B120F4059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8BE0986B-C06F-DF24-565A-52DCE6DF6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5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206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3519CE1B-91CA-AA7B-26F0-7D7C2B140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083BC4D8-4D27-E459-EA4F-BB9060971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40951EE1-B0B1-9290-3C31-1B1FE2E53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5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206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3D673374-36A4-4CCB-2C1B-613BDBF00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36838"/>
            <a:ext cx="844232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-7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</a:t>
            </a:r>
            <a:r>
              <a:rPr kumimoji="0" lang="en-US" altLang="ko-KR" sz="1200" b="1"/>
              <a:t>(3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뒤베란다</a:t>
            </a:r>
            <a:r>
              <a:rPr kumimoji="0" lang="en-US" altLang="ko-KR" sz="1200" b="1"/>
              <a:t>(4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))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주방씽크대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서럽장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전체교체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주방 난방분배기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주방 씽크대 상판 전체 실리콘 재코킹작업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뒤베란다 창고옆 누수점검 및 보수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앞베란다 창고 단열재 시공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앞베란다창고문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보수공사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D454928C-CE95-17C1-7844-A193D7C2E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211638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것을요청 드립니다</a:t>
            </a:r>
            <a:r>
              <a:rPr kumimoji="0" lang="en-US" altLang="ko-KR" sz="1200" b="1"/>
              <a:t>.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DE56CA7F-F976-D309-BAB2-C102BE92A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E738C753-0D37-C456-1A24-E150EAFB7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D74FAE4-CCDB-4446-E4BF-C312258716F8}"/>
              </a:ext>
            </a:extLst>
          </p:cNvPr>
          <p:cNvSpPr/>
          <p:nvPr/>
        </p:nvSpPr>
        <p:spPr bwMode="auto">
          <a:xfrm>
            <a:off x="3425825" y="4791075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FFBE823D-03BD-F4F4-763A-F59646F6F7F8}"/>
              </a:ext>
            </a:extLst>
          </p:cNvPr>
          <p:cNvSpPr/>
          <p:nvPr/>
        </p:nvSpPr>
        <p:spPr>
          <a:xfrm>
            <a:off x="4284663" y="56610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91847-29C7-6336-BFA7-A0E693DECB2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 err="1"/>
              <a:t>앞베란다</a:t>
            </a:r>
            <a:r>
              <a:rPr lang="ko-KR" altLang="en-US" b="1" dirty="0"/>
              <a:t> 창고 단열재 시공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868B0D-7814-3408-06CB-9C29D8DC1ED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3">
            <a:extLst>
              <a:ext uri="{FF2B5EF4-FFF2-40B4-BE49-F238E27FC236}">
                <a16:creationId xmlns:a16="http://schemas.microsoft.com/office/drawing/2014/main" id="{F163F09F-320D-B936-4FFC-0D42DDF5B58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1C610DB6-3733-8CAB-6C43-9BD6DF3A74CF}"/>
              </a:ext>
            </a:extLst>
          </p:cNvPr>
          <p:cNvSpPr/>
          <p:nvPr/>
        </p:nvSpPr>
        <p:spPr>
          <a:xfrm>
            <a:off x="3492500" y="2205038"/>
            <a:ext cx="2447925" cy="29527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화면 슬라이드 쇼(4:3)</PresentationFormat>
  <Paragraphs>21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 앞베란다 창고 단열재 시공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2026-01-31T06:48:39Z</dcterms:created>
  <dcterms:modified xsi:type="dcterms:W3CDTF">2026-01-31T06:48:39Z</dcterms:modified>
</cp:coreProperties>
</file>