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2" r:id="rId5"/>
    <p:sldId id="261" r:id="rId6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1C18610-C78B-F119-EC2E-27F0429ABD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CC6026-B25A-C1B5-8EE2-37599B6D28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B35A906-9423-4D38-B8A6-86D41CDBAAB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217E111-BA3C-3723-4C65-1726252A49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A9F2C4A-7295-443C-0994-53A4131BF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0F244B-B1DD-7AA6-87E3-BC8AEADDBB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FE9E24-A6AA-65F0-FA7F-58A9C5FF8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7D2E5050-C8A4-4032-8BF1-30CA569EB50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5ED57E98-972F-1EA5-552A-B19889FB66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694A0B2-0AB6-3D51-0706-40079DE8FC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8F4797A-74AA-84A2-94EE-9401F61EF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F59C7AB-CDA3-427A-9297-0C18189E843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084B3-3BC6-D719-B79F-D1134E01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A1C4-D65F-44C5-AD7B-09266575383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F215A8-01AC-4931-ACC2-D3CA4F27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D8716-ED71-323C-FF68-48E38B4B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041B9-FD89-410D-86A4-852DC1A98E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2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C85860-DF7F-777A-992C-6DE97DF0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5704E-5C76-489C-9992-9E77126BE21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7E7C6-2173-2B42-13E3-52756096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D7E63D-ABAB-3E1F-C9A7-333A7300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2A121-8551-4E03-9E4D-D877E2C686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22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F63A83-B9F0-D6A3-C92F-BBDDB436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119A1-2A8D-4987-8A15-45B4A3A536C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48615-027D-B618-489E-8EDFE828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FB9935-5B54-C246-AED5-74E7F93C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A23FA-B403-4C5E-BAFA-17CB2B0C0D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71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6BD66D3-9F93-37DD-4A99-67467277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D7F1F-D9E9-4447-8B3D-28B2ACFF4AA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C450FBB-63E1-7ECD-05D5-19401E2D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8F7B573-B1BD-885C-8ED8-62668122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62919-5E83-4441-9C78-C5E357487CB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85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128D4D3-9561-7237-51FA-D47BC638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A79CB-7E6B-49D8-9E0E-94ECE320A36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E060ECC-627E-ED3B-FB00-C0ADE3BF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360F452-C540-A3DD-E274-D0A29360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51EE6-F223-4C0C-A5EB-DAEA8BF9455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79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9CDBD37-53F6-D122-4F19-300368C6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F0AA4-5473-42F3-A5DF-A0E381C9CF4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27E34203-0DFB-ECD1-5504-B834B7DA2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BFF883A-9AFA-2E0B-B2B6-7F069B4F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B7E65-4188-40C6-B1F2-A879D5DFA93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46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C9D1ABC-B037-74F2-AD13-F02151A2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ACF71-9233-4B5E-A690-C4D1197CDEF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EE4EAD0E-B4FA-7126-F5A1-A8A057DE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3B8A96F-B428-543A-3628-E9155BD5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0399E-30D4-40B2-A9F7-BFA4752D66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67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9897FF3-D24B-6CFF-8389-BCAFEACD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7C691-5D85-478C-9E63-D62B244100F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8A628FC-D38C-15FA-B509-DEB933DE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8B1B23B-936C-0809-4908-A86DECA7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24FD6-F284-4D9A-B444-9D78AFF964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90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CE8A9D7-9F85-D5CC-0299-7446047B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711D4-67DA-4B9C-8228-B1E4B7BF5CB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1C029A8-F3DC-D6BB-12AB-3E843E79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2113379-460A-E6B0-BFC0-B4253AF7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C39EA-D114-403C-A3F6-229F29CADD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46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2ECDE-16F4-5114-647B-81E51414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12F8C-225C-4E37-9559-0EFEB13BBD5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A160F-4708-E4F6-1E56-BD94964A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1A2C31-BC53-E5BE-8466-2A0CC6E00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54676-4D6D-4425-8EE4-39285A6FB9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39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98982-5E5A-55DB-E340-564C07FB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E630A-1BAA-446F-AA81-DAE0B63B8BC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1E9666-8CB7-8054-7E88-F2C0D3C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B01E8-00F2-1706-7037-1DB20142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9F7AC-4974-4FEC-9A1E-985EA999F25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19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B002662-4624-EB6E-0C71-77A1263E83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CC8292EA-5C37-E900-37D7-5E5A6EE312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F7436A-BA7D-00D8-EEAA-FE696F288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BC9A970-1D0C-4750-A39E-A07B05F584B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BB7F2-9E48-31C4-DE35-EB51BBB26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E68B0-92C7-D484-F61F-2F81DA9C4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2D6F06-AFD2-4B0F-B111-DE86B70119F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A246150-DFCB-D07F-6B07-693E0EABA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665288"/>
            <a:ext cx="583247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104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368323C-D63C-6E23-024C-1F7E7D53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A677278-F1C5-AA66-C823-9A8001890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0" y="4214813"/>
            <a:ext cx="14605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2025. 12 . 19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35288CA-A587-D6AC-C68E-19208CD1E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104</a:t>
            </a:r>
            <a:r>
              <a:rPr kumimoji="0" lang="ko-KR" altLang="en-US" sz="2400" b="1" u="sng"/>
              <a:t>호 기타공사 작업의뢰서</a:t>
            </a:r>
            <a:r>
              <a:rPr kumimoji="0" lang="en-US" altLang="ko-KR" sz="2400" b="1" u="sng">
                <a:solidFill>
                  <a:srgbClr val="FF0000"/>
                </a:solidFill>
              </a:rPr>
              <a:t>(</a:t>
            </a:r>
            <a:r>
              <a:rPr kumimoji="0" lang="ko-KR" altLang="en-US" sz="2400" b="1" u="sng">
                <a:solidFill>
                  <a:srgbClr val="FF0000"/>
                </a:solidFill>
              </a:rPr>
              <a:t>긴급</a:t>
            </a:r>
            <a:r>
              <a:rPr kumimoji="0" lang="en-US" altLang="ko-KR" sz="2400" b="1" u="sng">
                <a:solidFill>
                  <a:srgbClr val="FF0000"/>
                </a:solidFill>
              </a:rPr>
              <a:t>)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A218E77-07AA-F0E8-7F9F-C1E87F5C8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323975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12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3056375C-E865-F143-F4A4-1267400DC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7287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18AE826-B8B4-24DF-A0EC-59C9E6A13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104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45">
            <a:extLst>
              <a:ext uri="{FF2B5EF4-FFF2-40B4-BE49-F238E27FC236}">
                <a16:creationId xmlns:a16="http://schemas.microsoft.com/office/drawing/2014/main" id="{750C10A8-FA05-C0FC-465D-CBEA3AD33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143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7" name="TextBox 23">
            <a:extLst>
              <a:ext uri="{FF2B5EF4-FFF2-40B4-BE49-F238E27FC236}">
                <a16:creationId xmlns:a16="http://schemas.microsoft.com/office/drawing/2014/main" id="{353A6341-2EFF-CABE-E83E-AF6E7D06B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957513"/>
            <a:ext cx="97726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화장실 좌측방 결로로 인한 곰팡이 발생으로 곰팡이제거 및 단열재 시공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 ① 단열재시공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): </a:t>
            </a:r>
            <a:r>
              <a:rPr kumimoji="0" lang="ko-KR" altLang="en-US" sz="1200" b="1"/>
              <a:t>화장실 좌측방 창문 우측 벽면 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앞베란다 우측창고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② </a:t>
            </a:r>
            <a:r>
              <a:rPr kumimoji="0" lang="ko-KR" altLang="en-US" sz="1200" b="1"/>
              <a:t>화장실 좌측방 부분도배 포함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60428601-07B8-2691-9CE3-367809A22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33600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7BE811E2-57AB-90CB-9FD1-E1E7A5C8D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4158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FDF6D1-3045-0350-E189-46F8C3A91E46}"/>
              </a:ext>
            </a:extLst>
          </p:cNvPr>
          <p:cNvSpPr/>
          <p:nvPr/>
        </p:nvSpPr>
        <p:spPr bwMode="auto">
          <a:xfrm>
            <a:off x="3316288" y="47799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0659135B-64E9-3B2E-5195-B78333BD4091}"/>
              </a:ext>
            </a:extLst>
          </p:cNvPr>
          <p:cNvSpPr/>
          <p:nvPr/>
        </p:nvSpPr>
        <p:spPr>
          <a:xfrm>
            <a:off x="4176713" y="57340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4BA6B-932A-DD01-CE5B-A691BD4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화장실 </a:t>
            </a:r>
            <a:r>
              <a:rPr lang="ko-KR" altLang="en-US" b="1" dirty="0" err="1"/>
              <a:t>좌측방</a:t>
            </a:r>
            <a:r>
              <a:rPr lang="ko-KR" altLang="en-US" b="1" dirty="0"/>
              <a:t> 단열재 시공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5E1D0C-CE4E-29AA-3669-6115DA45F8C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5E1A7FED-CE8A-8A8B-676B-26A975100D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5C54DA0-5039-9438-3D53-FBBA10360074}"/>
              </a:ext>
            </a:extLst>
          </p:cNvPr>
          <p:cNvSpPr/>
          <p:nvPr/>
        </p:nvSpPr>
        <p:spPr>
          <a:xfrm>
            <a:off x="900113" y="2997200"/>
            <a:ext cx="7786687" cy="194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B43F5-FD3B-DE5B-CFB2-58390D92186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화장실 </a:t>
            </a:r>
            <a:r>
              <a:rPr lang="ko-KR" altLang="en-US" b="1" dirty="0" err="1"/>
              <a:t>좌측방</a:t>
            </a:r>
            <a:r>
              <a:rPr lang="ko-KR" altLang="en-US" b="1" dirty="0"/>
              <a:t> 단열재 시공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38870B-E84C-5A40-0979-B8ACAE2127D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7">
            <a:extLst>
              <a:ext uri="{FF2B5EF4-FFF2-40B4-BE49-F238E27FC236}">
                <a16:creationId xmlns:a16="http://schemas.microsoft.com/office/drawing/2014/main" id="{213694DB-7EAB-2F6F-7EB4-94E64B566B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7C6181F-8D8C-F94C-63B3-8D80254A7F21}"/>
              </a:ext>
            </a:extLst>
          </p:cNvPr>
          <p:cNvSpPr/>
          <p:nvPr/>
        </p:nvSpPr>
        <p:spPr>
          <a:xfrm>
            <a:off x="2051050" y="2276475"/>
            <a:ext cx="4033838" cy="2665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42F98-B5E9-C5A4-032F-826F909F34C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br>
              <a:rPr lang="en-US" altLang="ko-KR" sz="3200" b="1" dirty="0"/>
            </a:br>
            <a:r>
              <a:rPr lang="ko-KR" altLang="en-US" sz="3200" b="1" dirty="0" err="1"/>
              <a:t>앞베란다우측창고</a:t>
            </a:r>
            <a:r>
              <a:rPr lang="ko-KR" altLang="en-US" sz="3200" b="1" dirty="0"/>
              <a:t> 단열재 시공</a:t>
            </a:r>
            <a:br>
              <a:rPr lang="ko-KR" altLang="en-US" sz="3200" b="1" dirty="0">
                <a:latin typeface="+mj-ea"/>
              </a:rPr>
            </a:b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C27F42-7A8D-4F32-F6A2-8DCE4BF55F9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8">
            <a:extLst>
              <a:ext uri="{FF2B5EF4-FFF2-40B4-BE49-F238E27FC236}">
                <a16:creationId xmlns:a16="http://schemas.microsoft.com/office/drawing/2014/main" id="{01DD0A07-E987-0EE6-0927-BF00EA1FFD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F6952DA-4004-FED9-B769-D1C9E4E25830}"/>
              </a:ext>
            </a:extLst>
          </p:cNvPr>
          <p:cNvSpPr/>
          <p:nvPr/>
        </p:nvSpPr>
        <p:spPr>
          <a:xfrm rot="249845">
            <a:off x="3127375" y="2551113"/>
            <a:ext cx="1668463" cy="3540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화면 슬라이드 쇼(4:3)</PresentationFormat>
  <Paragraphs>18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화장실 좌측방 단열재 시공</vt:lpstr>
      <vt:lpstr>화장실 좌측방 단열재 시공</vt:lpstr>
      <vt:lpstr> 앞베란다우측창고 단열재 시공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2026-01-31T06:48:22Z</dcterms:created>
  <dcterms:modified xsi:type="dcterms:W3CDTF">2026-01-31T06:48:22Z</dcterms:modified>
</cp:coreProperties>
</file>