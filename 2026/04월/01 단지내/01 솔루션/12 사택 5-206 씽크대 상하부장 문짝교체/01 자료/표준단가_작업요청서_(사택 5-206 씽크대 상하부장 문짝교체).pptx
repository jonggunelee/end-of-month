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60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20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DFAA8D7-B388-77C5-4F44-5D3CDCD7AB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08107B-7941-2A89-8FAB-DAEAD2FFA70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6C3075B-2D3E-4B99-82E8-1EBD4B5FE3C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9E0EAAEF-450D-08FF-8180-79547BDC40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A016F1BA-F534-DEF1-53BE-32BF527D8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C5521-2785-A653-16B6-81C52DB253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6B76DF-A513-DDBA-8280-B0BA7C7B3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3D3F2118-0DC5-491D-97E1-F7D9F45D90A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F4308710-CA75-9992-A5CF-E38AD7C482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5CA5D485-F502-8A96-8F33-C431F4FC40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AAA39D3-96EE-36A3-3612-6FEBD3917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E144A5E-8A91-4718-A74E-E221A615239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4C7400-277A-FF3C-2379-66ECB5C3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6E4F5-00EB-48E2-8ECF-C9FC6D06374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7E1F60-0504-E631-A6E7-C9AE7583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712501-E0D4-140E-A5F9-F095B3C8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299E6-CDA0-42F0-B5F9-5899CA2E2DF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968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7CD73-7D09-BA08-114C-E3618D22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C127F-3BEE-4804-BD1E-C5DC56EE1F2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AC3BA5-4884-F494-4BFC-ADD9AFAE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A160CE-639F-1CAF-C70D-B1DDB785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770226-E430-405F-B06B-5E769FE352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89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197123-E3E6-6690-66EA-5668C844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45BBF5-D35F-4D38-9220-8D028CA900B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F703CE-A546-D52C-761B-BCD608C6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60D041-D86E-6718-817C-AAB5147F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C6F939-167D-4971-8A8A-81B50B73031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85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71DEFF5-51B1-FA94-D8A4-1CA0B232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54EF5-BA78-4BF2-923E-C62BFBFAA06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4B0FB04-EEE7-7A15-54EA-87025120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DB3BA4A-E0C2-1ABB-8474-E5C5DDD8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8235C-9264-4BEB-BF23-92099EC779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269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A6D8F52-9ECE-ABD0-144E-49F88203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90181-C8CB-474B-B7B1-9FD200DBF53D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C2A41CE-FB24-26B0-2B41-DFCA3381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67D9CA6-6301-9E72-B6BE-62D0284C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5C1723-A8C0-4B1F-944C-09D5DA52A39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399A79E9-863D-BF9D-EE2E-F0E8F5B7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CDF58-41EA-4BBB-A777-BF9752840B1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3A18B4BA-C722-AF86-9E36-D3B8B8B17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397DD79-6B6B-7D21-5DAC-47620343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20281-015E-41AA-9203-7E5EEE0CBEF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67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77B4D71C-124E-4F2E-00AE-D745DD49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65939D-9AE1-4B6B-9064-0F3323A0692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98439D44-DC2C-CD60-2C95-21402786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B79962A3-F11C-5C83-8940-693E5014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8B4DF-66E6-48CE-8A5A-96645A77887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989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27A06A3-F000-D339-72CD-30C48C0F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30620-8E44-4AB5-8824-FE12027746B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554111C-B6F4-5048-BE13-4BF48340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B98CC03-7396-4E92-8BE6-9DB4B6DD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40596-9F07-4124-B944-8FB5E6B007E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313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3CDC97C-1405-315D-312E-8F1BA6CB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4A165-E49A-4C5F-A703-6817A9E46D3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F0EE43A-08E3-1872-6522-05FC6373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54237CA-C56F-4DFB-050E-CA2628FC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E270E-D7A6-462A-9163-147CA6952B6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274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1C1988-689C-4D72-56D4-EFA483E1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50285-6047-4933-BD0C-700FEC9C542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83C09-B187-3ABF-C296-82F75BD9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2CDE0-F5A2-4A54-2C1C-E2639865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36A5D-62B8-4CDC-98AA-6161AE8D83F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26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9285DB-ED43-03E9-3772-DE601E14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208546-CE4F-4CDB-B00F-4E4A237ED24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552166-902B-4FDD-B9DB-C56A0AF8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66A56-3991-4B33-DBF4-966116D5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D1218-7AEF-4A7C-B844-40895D2CE05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89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D03ED6B4-1B3A-B247-AE49-CF4ECDB618B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3991687-42E0-2DB4-D708-4909A7B443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080CDE-F8FA-BBF3-81EE-8612885C1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BB61781-E45E-4BC6-A3B2-13E218AC1C1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4B4A4C-9358-9E08-EDB8-F2B2AEE96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15CC07-8983-8044-3723-E57F05247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15751AA-4E68-40BA-B285-FA6A2EAE977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EDF97B4-7077-C69C-4D9F-1354F6E5C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206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AC2E6DBC-A3A9-27FD-1562-F4FCC418B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5A1B90B-3633-7105-62D6-798030900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792FEB3-E0FF-BAB1-E00A-AF98AE32F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206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698C4F71-E964-7233-3C42-B6501692B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BEE35D40-8097-8357-20DF-DDD50A5AE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888EE7FE-8104-65A8-1B48-CF0ED4E35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206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BEC37BB5-3060-CE30-1BF4-6BF3B91C9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-7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뒤베란다 창고옆 누수점검 및 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앞베란다 창고 단열재 시공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앞베란다창고문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DA4069A8-0044-4517-BD32-8AAC16ED6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2116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3B1534CB-366C-99AB-F3CE-BA2DE6969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A04889C8-A3E3-8BF1-BC3A-4923148BB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93B93C-45F8-0ACC-372E-3254FDD36442}"/>
              </a:ext>
            </a:extLst>
          </p:cNvPr>
          <p:cNvSpPr/>
          <p:nvPr/>
        </p:nvSpPr>
        <p:spPr bwMode="auto">
          <a:xfrm>
            <a:off x="3425825" y="4791075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E04687C5-70C1-0C52-B384-2C67FE1BD310}"/>
              </a:ext>
            </a:extLst>
          </p:cNvPr>
          <p:cNvSpPr/>
          <p:nvPr/>
        </p:nvSpPr>
        <p:spPr>
          <a:xfrm>
            <a:off x="4284663" y="56610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5082E-D6E4-4285-BFF3-491B6DD6918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/>
              <a:t>주방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2B50AC-A15E-99FD-3FB1-72D7E7592B6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8">
            <a:extLst>
              <a:ext uri="{FF2B5EF4-FFF2-40B4-BE49-F238E27FC236}">
                <a16:creationId xmlns:a16="http://schemas.microsoft.com/office/drawing/2014/main" id="{E599AF81-2189-40FB-065A-EC616C2135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B885156-342F-213C-A256-26CEF5697D48}"/>
              </a:ext>
            </a:extLst>
          </p:cNvPr>
          <p:cNvSpPr/>
          <p:nvPr/>
        </p:nvSpPr>
        <p:spPr>
          <a:xfrm>
            <a:off x="3059113" y="2565400"/>
            <a:ext cx="3025775" cy="935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21EDA21-993A-A504-B1F8-661E7D8C87B3}"/>
              </a:ext>
            </a:extLst>
          </p:cNvPr>
          <p:cNvSpPr/>
          <p:nvPr/>
        </p:nvSpPr>
        <p:spPr>
          <a:xfrm>
            <a:off x="3276600" y="4508500"/>
            <a:ext cx="2735263" cy="792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화면 슬라이드 쇼(4:3)</PresentationFormat>
  <Paragraphs>21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주방씽크대(상부장,하부장) 문짝(서럽장, 몰딩포함) 전체교체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2026-01-31T06:48:35Z</dcterms:created>
  <dcterms:modified xsi:type="dcterms:W3CDTF">2026-01-31T06:48:35Z</dcterms:modified>
</cp:coreProperties>
</file>