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1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14C9468-AC8E-1F2C-1432-21CC69A7F6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54F027-3179-B2F9-C9EB-5040A26136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A3BFDAF-2EA0-4374-A0F1-CA8BD191139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7FFFD9E-9C1D-31C0-7D92-E282D25AA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0E93760-4087-62EA-E000-88A0F8511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BE4477-3E99-9075-2276-FEEFF48C59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3B60B0-A174-0A2D-79CC-82E823672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A17804BA-A7F5-4804-B31F-2418C9F3EFB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5BFB3AC3-A128-4A12-A4E3-E3338D60AA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42CAB75-F22A-8090-87F6-122F4F99E5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1C82790-8997-E1BE-5A6B-0602C3EB3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8E7FAC6-738C-4551-96B2-FE0B468AE396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E3DDC9-2D28-8B0A-58C6-B6BB24D9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F89AE-6F7B-4268-8AB3-73F1ED2EAEF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DFD5CC-7DBD-E821-17D5-D856EBB5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DF7E2E-92FB-DB95-CBDE-40278C59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81638-EA69-4691-A915-8AA734CB83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4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0E5FE-5AFB-6697-8788-BCC7B7E6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CFAC8-6E15-4F66-8464-C149EDED9CD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DED66-B56A-B267-EB3A-6B17390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AFF257-64C2-C321-BD08-8F76A7D3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C06AA-9055-4E64-BA80-D53F06E6034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1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DA8B65-EAF1-4141-2BE9-531F54EE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982B7A-FDCE-4D52-B735-3F44A98636D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CDC41-6BA2-8D43-9AAA-74EB9A7C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3BAC0-021F-23EA-E0C2-2DDFDF79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4A360-12CF-4838-AB36-735141EE09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25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F0A4B63-EB92-DB09-799A-558FDE1E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2BE40-8A67-4841-8688-E9F942425A6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B9C1F03-4135-7E4B-5C91-5AF426B5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3C7816D-57CF-3C37-8E10-1F1D92DF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96C1F-F5F2-41BF-A500-C8F59E0AEF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2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533814C-06AB-3B42-271F-F08BF776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3DA5A-BA0B-488B-9198-F4EF1C6FE83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8380F1D-83D4-555E-38E2-AB1C4C6E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473FF07-503D-C0AA-4A7E-E306D478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31B9F-BA5F-4E28-B2B5-0DE896E83B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9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D0B7184-E591-C5D6-9744-6A1950EB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D9946-FF2B-4047-82D7-C0F84952F85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2CF4714-9A9F-E119-C703-887DE500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1E027F58-EAC4-314B-BCBB-B64CE1E9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AD207-158A-484A-A28C-D550A20F82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1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5429243-0D79-336A-3D93-C735E3DC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2478C-9C55-4B46-862D-0D212CDD15B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DD855A5-7E44-379E-33BA-955058D0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9DE1B7A-2C43-AF5D-A334-31B8ED53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B68C-CB59-4853-9D40-588E41321E5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1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7762A3A-EF62-4E15-596E-1F6F7B42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2C5EF-A39E-4E26-8794-871DB91FC4F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6EB03BB-EF05-4885-4ABE-0415AB9B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2512956-6E54-9BCF-4AAA-F63644B1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D2A52-2820-4E6C-B8C5-28C90B7540C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74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FB8EF00-396A-9501-9358-5F504FB2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9ABF7-CB58-46B4-8878-255A4D5BA37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0BDCA95-4423-7592-C641-517124C3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014D1ED-6046-36F5-61F8-BFA66805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B611E-7CFF-4284-A085-C04E35643FE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4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3EC838-CF0A-8156-CC87-75AEA2BA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B1DB7-33A5-48AC-A0C9-232F584CFCD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3F574-13C0-DEB8-7B71-620C92B4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A2584-0077-47D0-2DA9-9A9F0B07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391F3-01A6-466F-A069-D85A5AD1D2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3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F7A2FD-2220-0E6D-D1C2-8540F3E7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A0392-3EFE-4434-95EB-263AAF17541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95FE9-6D0E-69CE-4342-47F5E52B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48811E-575D-CFFB-A0A7-20075F49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34F5A-50CF-4B4F-AD3E-61191441C57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70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E91FDA9-046A-E859-43BF-17E06EF2314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AF2ABA5E-FE38-E8F9-0F2A-446441C0B4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2FC12-5F71-D7C2-A979-BB33D5BC6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E606CAE-AB60-49FB-9A8D-B626BC05AC3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EEEFB-35B1-02FE-8556-B87272490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A15875-8EBD-6E5D-0E7A-AECCA0CDF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245C36C-6101-4351-9542-8C5B1B66C9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97CDAA0-B3F3-39A2-4D77-042AFF4A3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65288"/>
            <a:ext cx="5903913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74AE8FC-CED2-1116-D4AB-B6D90B381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B080EA9-5C64-14AA-F8A7-EFF75BFA8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D61A0AF-292A-1479-8319-EDA81B634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D2E31226-F9BC-C90F-023C-49D27C0E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D6B6D2B-9751-C490-BF1E-3FA695377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340A91CC-CF9B-1995-0C11-2C526B7B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401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56D1A12-4093-4934-FD7A-1EE733AC9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8300"/>
            <a:ext cx="80565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-5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난방 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벽면 크랙 전체보수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빨래 건조대 설치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D8776C06-288F-CEFE-1CB7-9C02D2274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830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756362-65EC-D618-BA11-45E0F58D7055}"/>
              </a:ext>
            </a:extLst>
          </p:cNvPr>
          <p:cNvSpPr/>
          <p:nvPr/>
        </p:nvSpPr>
        <p:spPr bwMode="auto">
          <a:xfrm>
            <a:off x="3316288" y="48688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2" name="아래쪽 화살표 51">
            <a:extLst>
              <a:ext uri="{FF2B5EF4-FFF2-40B4-BE49-F238E27FC236}">
                <a16:creationId xmlns:a16="http://schemas.microsoft.com/office/drawing/2014/main" id="{4468697B-6F20-6AF6-44AE-5882F869FF6F}"/>
              </a:ext>
            </a:extLst>
          </p:cNvPr>
          <p:cNvSpPr/>
          <p:nvPr/>
        </p:nvSpPr>
        <p:spPr>
          <a:xfrm>
            <a:off x="4176713" y="5732463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0" name="TextBox 4">
            <a:extLst>
              <a:ext uri="{FF2B5EF4-FFF2-40B4-BE49-F238E27FC236}">
                <a16:creationId xmlns:a16="http://schemas.microsoft.com/office/drawing/2014/main" id="{6849337B-439B-225E-A36D-D2B143B45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3167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ADB5C290-48AF-D733-3852-40C80AA91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376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DF0D8016-3402-8B4D-1825-E2740014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2000" b="1" dirty="0"/>
              <a:t>주방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전체 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F9909A-A541-C1A9-757C-695E6DD418D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401ABA36-9202-7809-C8D2-EF38A67228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78D05A0-077A-CE97-5051-5139B1C0EFA6}"/>
              </a:ext>
            </a:extLst>
          </p:cNvPr>
          <p:cNvSpPr/>
          <p:nvPr/>
        </p:nvSpPr>
        <p:spPr>
          <a:xfrm>
            <a:off x="1692275" y="2060575"/>
            <a:ext cx="6048375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F2A43E2-108E-99FC-CC1D-D2F54C128774}"/>
              </a:ext>
            </a:extLst>
          </p:cNvPr>
          <p:cNvSpPr/>
          <p:nvPr/>
        </p:nvSpPr>
        <p:spPr>
          <a:xfrm>
            <a:off x="3635375" y="4365625"/>
            <a:ext cx="2808288" cy="11509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화면 슬라이드 쇼(4:3)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주방씽크대(상부장, 하부장) 문짝(서럽장, 몰딩포함) 전체 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2026-01-31T06:48:18Z</dcterms:created>
  <dcterms:modified xsi:type="dcterms:W3CDTF">2026-01-31T06:48:18Z</dcterms:modified>
</cp:coreProperties>
</file>