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1"/>
  </p:sldMasterIdLst>
  <p:notesMasterIdLst>
    <p:notesMasterId r:id="rId13"/>
  </p:notesMasterIdLst>
  <p:sldIdLst>
    <p:sldId id="256" r:id="rId2"/>
    <p:sldId id="295" r:id="rId3"/>
    <p:sldId id="259" r:id="rId4"/>
    <p:sldId id="260" r:id="rId5"/>
    <p:sldId id="261" r:id="rId6"/>
    <p:sldId id="263" r:id="rId7"/>
    <p:sldId id="264" r:id="rId8"/>
    <p:sldId id="281" r:id="rId9"/>
    <p:sldId id="282" r:id="rId10"/>
    <p:sldId id="285" r:id="rId11"/>
    <p:sldId id="284" r:id="rId12"/>
  </p:sldIdLst>
  <p:sldSz cx="9144000" cy="6858000" type="screen4x3"/>
  <p:notesSz cx="6807200" cy="9939338"/>
  <p:defaultTextStyle>
    <a:defPPr>
      <a:defRPr lang="ko-KR"/>
    </a:defPPr>
    <a:lvl1pPr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651" autoAdjust="0"/>
    <p:restoredTop sz="94560" autoAdjust="0"/>
  </p:normalViewPr>
  <p:slideViewPr>
    <p:cSldViewPr>
      <p:cViewPr varScale="1">
        <p:scale>
          <a:sx n="109" d="100"/>
          <a:sy n="109" d="100"/>
        </p:scale>
        <p:origin x="1902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6887C1D9-C68E-8757-A502-93C7A203FEF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575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latinLnBrk="1" hangingPunct="1">
              <a:defRPr sz="1200"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900D591-D894-F44E-6095-7381A22E88AB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56038" y="0"/>
            <a:ext cx="2949575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latinLnBrk="1" hangingPunct="1">
              <a:defRPr sz="1200"/>
            </a:lvl1pPr>
          </a:lstStyle>
          <a:p>
            <a:pPr>
              <a:defRPr/>
            </a:pPr>
            <a:fld id="{0AA499B8-FB73-4EF3-B94D-124D0017E327}" type="datetimeFigureOut">
              <a:rPr lang="ko-KR" altLang="en-US"/>
              <a:pPr>
                <a:defRPr/>
              </a:pPr>
              <a:t>2026-01-31</a:t>
            </a:fld>
            <a:endParaRPr lang="ko-KR" altLang="en-US"/>
          </a:p>
        </p:txBody>
      </p:sp>
      <p:sp>
        <p:nvSpPr>
          <p:cNvPr id="4" name="슬라이드 이미지 개체 틀 3">
            <a:extLst>
              <a:ext uri="{FF2B5EF4-FFF2-40B4-BE49-F238E27FC236}">
                <a16:creationId xmlns:a16="http://schemas.microsoft.com/office/drawing/2014/main" id="{5E39BB0A-5CE3-3251-B6F2-C9857A927FE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20750" y="746125"/>
            <a:ext cx="4965700" cy="3725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ko-KR" altLang="en-US" noProof="0"/>
          </a:p>
        </p:txBody>
      </p:sp>
      <p:sp>
        <p:nvSpPr>
          <p:cNvPr id="5" name="슬라이드 노트 개체 틀 4">
            <a:extLst>
              <a:ext uri="{FF2B5EF4-FFF2-40B4-BE49-F238E27FC236}">
                <a16:creationId xmlns:a16="http://schemas.microsoft.com/office/drawing/2014/main" id="{62919344-E393-25D2-750A-E0E2003B4D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1038" y="4721225"/>
            <a:ext cx="5445125" cy="447198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8D11C20-750C-E888-9061-99423429D6B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9440863"/>
            <a:ext cx="2949575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latinLnBrk="1" hangingPunct="1">
              <a:defRPr sz="1200"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9E1E322-521D-0549-394C-8538F23AA3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56038" y="9440863"/>
            <a:ext cx="2949575" cy="4968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/>
            </a:lvl1pPr>
          </a:lstStyle>
          <a:p>
            <a:fld id="{3570E5B9-514B-4D24-A870-C0C680F51A70}" type="slidenum">
              <a:rPr lang="ko-KR" altLang="en-US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슬라이드 이미지 개체 틀 1">
            <a:extLst>
              <a:ext uri="{FF2B5EF4-FFF2-40B4-BE49-F238E27FC236}">
                <a16:creationId xmlns:a16="http://schemas.microsoft.com/office/drawing/2014/main" id="{803899FB-22ED-FD7B-8F20-B6AC838192C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슬라이드 노트 개체 틀 2">
            <a:extLst>
              <a:ext uri="{FF2B5EF4-FFF2-40B4-BE49-F238E27FC236}">
                <a16:creationId xmlns:a16="http://schemas.microsoft.com/office/drawing/2014/main" id="{D512C23A-83CF-AE20-2DFD-D8471CCAD4F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/>
          </a:p>
        </p:txBody>
      </p:sp>
      <p:sp>
        <p:nvSpPr>
          <p:cNvPr id="4100" name="슬라이드 번호 개체 틀 3">
            <a:extLst>
              <a:ext uri="{FF2B5EF4-FFF2-40B4-BE49-F238E27FC236}">
                <a16:creationId xmlns:a16="http://schemas.microsoft.com/office/drawing/2014/main" id="{EABEF21D-51CE-F8B0-2982-1B194BA963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4DBDF5F1-C4BC-4DCB-8C64-D346FFFAD079}" type="slidenum"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pPr>
                <a:spcBef>
                  <a:spcPct val="0"/>
                </a:spcBef>
              </a:pPr>
              <a:t>1</a:t>
            </a:fld>
            <a:endParaRPr lang="ko-KR" altLang="en-US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F5A5150-9C05-03FD-444F-44BEB1BA53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B63A428-0285-4772-9CB5-541BEAE2D8A9}" type="datetimeFigureOut">
              <a:rPr lang="ko-KR" altLang="en-US"/>
              <a:pPr>
                <a:defRPr/>
              </a:pPr>
              <a:t>2026-01-31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B4576D6-2612-3528-F1BB-1322F97F51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93A0132-1C9A-A74B-C5EE-7E38798F91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2DC81C1-D3C2-4D77-9873-1B8F4AFEC59B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958756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3156752-7677-AB6E-D484-AAA8CFCC9C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44856FB-0B4C-401B-9DA8-B5628C09EF37}" type="datetimeFigureOut">
              <a:rPr lang="ko-KR" altLang="en-US"/>
              <a:pPr>
                <a:defRPr/>
              </a:pPr>
              <a:t>2026-01-31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D933376-A623-5592-0E20-CB2C4F1F43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47E9910-027E-96F7-824C-3C8D26B37F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47BA298-4510-4DD0-B9CE-D601530CBEFA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162055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3210E67-D34C-E8AF-C31B-CC15D3B955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A7FF03-4BA6-476F-A3FF-D9FF7AEB41A4}" type="datetimeFigureOut">
              <a:rPr lang="ko-KR" altLang="en-US"/>
              <a:pPr>
                <a:defRPr/>
              </a:pPr>
              <a:t>2026-01-31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A871A8C-CC88-F3FD-14F6-C8D8C35DE4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5718287-32ED-C93A-D1E3-A869FE27A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E9C1647-192B-4FC3-9708-BBF2EE4B7970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546064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3">
            <a:extLst>
              <a:ext uri="{FF2B5EF4-FFF2-40B4-BE49-F238E27FC236}">
                <a16:creationId xmlns:a16="http://schemas.microsoft.com/office/drawing/2014/main" id="{318F34C9-D37B-304E-0D62-72934D7C20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4C8A8D0-9AC1-4141-9766-3AAB59BA32C7}" type="datetimeFigureOut">
              <a:rPr lang="ko-KR" altLang="en-US"/>
              <a:pPr>
                <a:defRPr/>
              </a:pPr>
              <a:t>2026-01-31</a:t>
            </a:fld>
            <a:endParaRPr lang="ko-KR" altLang="en-US"/>
          </a:p>
        </p:txBody>
      </p:sp>
      <p:sp>
        <p:nvSpPr>
          <p:cNvPr id="6" name="바닥글 개체 틀 4">
            <a:extLst>
              <a:ext uri="{FF2B5EF4-FFF2-40B4-BE49-F238E27FC236}">
                <a16:creationId xmlns:a16="http://schemas.microsoft.com/office/drawing/2014/main" id="{884F1B00-D0D8-440E-1DBB-9EE14979B9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92E39E5E-ADB5-07B3-2D11-D13D7F5608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FF54FE4-AD51-4D19-B8CE-C8C7A7BA6E72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22443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1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1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3">
            <a:extLst>
              <a:ext uri="{FF2B5EF4-FFF2-40B4-BE49-F238E27FC236}">
                <a16:creationId xmlns:a16="http://schemas.microsoft.com/office/drawing/2014/main" id="{39F91377-81AA-B6DA-C4FD-2475EF1959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A61E5E-36A7-41A7-9094-E19B1A4829BB}" type="datetimeFigureOut">
              <a:rPr lang="ko-KR" altLang="en-US"/>
              <a:pPr>
                <a:defRPr/>
              </a:pPr>
              <a:t>2026-01-31</a:t>
            </a:fld>
            <a:endParaRPr lang="ko-KR" altLang="en-US"/>
          </a:p>
        </p:txBody>
      </p:sp>
      <p:sp>
        <p:nvSpPr>
          <p:cNvPr id="8" name="바닥글 개체 틀 4">
            <a:extLst>
              <a:ext uri="{FF2B5EF4-FFF2-40B4-BE49-F238E27FC236}">
                <a16:creationId xmlns:a16="http://schemas.microsoft.com/office/drawing/2014/main" id="{AB8D795C-9998-62F3-2050-1C31B391C2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9" name="슬라이드 번호 개체 틀 5">
            <a:extLst>
              <a:ext uri="{FF2B5EF4-FFF2-40B4-BE49-F238E27FC236}">
                <a16:creationId xmlns:a16="http://schemas.microsoft.com/office/drawing/2014/main" id="{0EF546A1-63C6-F464-F6F4-79F877D158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504300E-431D-4A28-87FE-7D116EABADCA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808248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3">
            <a:extLst>
              <a:ext uri="{FF2B5EF4-FFF2-40B4-BE49-F238E27FC236}">
                <a16:creationId xmlns:a16="http://schemas.microsoft.com/office/drawing/2014/main" id="{FCF46141-1991-082B-2D69-05CE7DA0D6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28055D-449A-499F-9FD8-1370C2FF8419}" type="datetimeFigureOut">
              <a:rPr lang="ko-KR" altLang="en-US"/>
              <a:pPr>
                <a:defRPr/>
              </a:pPr>
              <a:t>2026-01-31</a:t>
            </a:fld>
            <a:endParaRPr lang="ko-KR" altLang="en-US"/>
          </a:p>
        </p:txBody>
      </p:sp>
      <p:sp>
        <p:nvSpPr>
          <p:cNvPr id="4" name="바닥글 개체 틀 4">
            <a:extLst>
              <a:ext uri="{FF2B5EF4-FFF2-40B4-BE49-F238E27FC236}">
                <a16:creationId xmlns:a16="http://schemas.microsoft.com/office/drawing/2014/main" id="{B431FB32-F28B-FB58-2290-BF64C5A6BC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5">
            <a:extLst>
              <a:ext uri="{FF2B5EF4-FFF2-40B4-BE49-F238E27FC236}">
                <a16:creationId xmlns:a16="http://schemas.microsoft.com/office/drawing/2014/main" id="{6CCFB12B-A4A4-B23A-9F01-409B3D0E87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A9D41CC-42D8-45D2-954A-8BE458A90F6B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681974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3">
            <a:extLst>
              <a:ext uri="{FF2B5EF4-FFF2-40B4-BE49-F238E27FC236}">
                <a16:creationId xmlns:a16="http://schemas.microsoft.com/office/drawing/2014/main" id="{E747EF72-5C08-D608-9F11-4EE0B0D5F9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A5D3879-A992-4026-9A62-19FE6792246A}" type="datetimeFigureOut">
              <a:rPr lang="ko-KR" altLang="en-US"/>
              <a:pPr>
                <a:defRPr/>
              </a:pPr>
              <a:t>2026-01-31</a:t>
            </a:fld>
            <a:endParaRPr lang="ko-KR" altLang="en-US"/>
          </a:p>
        </p:txBody>
      </p:sp>
      <p:sp>
        <p:nvSpPr>
          <p:cNvPr id="3" name="바닥글 개체 틀 4">
            <a:extLst>
              <a:ext uri="{FF2B5EF4-FFF2-40B4-BE49-F238E27FC236}">
                <a16:creationId xmlns:a16="http://schemas.microsoft.com/office/drawing/2014/main" id="{CFA81CDC-2E29-7D7D-BE90-0FCE74319F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5">
            <a:extLst>
              <a:ext uri="{FF2B5EF4-FFF2-40B4-BE49-F238E27FC236}">
                <a16:creationId xmlns:a16="http://schemas.microsoft.com/office/drawing/2014/main" id="{664EF795-C613-29FD-3E14-923D09EC6D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601C116-6ADB-4EC4-96D2-FA5E097F2CE3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77663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1"/>
            <a:ext cx="511175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1" y="1435101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3">
            <a:extLst>
              <a:ext uri="{FF2B5EF4-FFF2-40B4-BE49-F238E27FC236}">
                <a16:creationId xmlns:a16="http://schemas.microsoft.com/office/drawing/2014/main" id="{19FDCF6E-0DA5-C12F-4A29-DE812CB3E1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A4E3139-B93E-472A-8398-59940D963BCA}" type="datetimeFigureOut">
              <a:rPr lang="ko-KR" altLang="en-US"/>
              <a:pPr>
                <a:defRPr/>
              </a:pPr>
              <a:t>2026-01-31</a:t>
            </a:fld>
            <a:endParaRPr lang="ko-KR" altLang="en-US"/>
          </a:p>
        </p:txBody>
      </p:sp>
      <p:sp>
        <p:nvSpPr>
          <p:cNvPr id="6" name="바닥글 개체 틀 4">
            <a:extLst>
              <a:ext uri="{FF2B5EF4-FFF2-40B4-BE49-F238E27FC236}">
                <a16:creationId xmlns:a16="http://schemas.microsoft.com/office/drawing/2014/main" id="{1C37A41D-C128-A934-9C3D-9621BAA8FB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C480FE02-570D-F2D6-1959-38545D537B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D0933E9-146A-460F-8DB9-22F4AA2C4DE0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37269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9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3">
            <a:extLst>
              <a:ext uri="{FF2B5EF4-FFF2-40B4-BE49-F238E27FC236}">
                <a16:creationId xmlns:a16="http://schemas.microsoft.com/office/drawing/2014/main" id="{1F3977F5-6104-CF0B-E5E2-F6B427EB2C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C6E2BCD-B26A-47D2-A310-B4694F70584F}" type="datetimeFigureOut">
              <a:rPr lang="ko-KR" altLang="en-US"/>
              <a:pPr>
                <a:defRPr/>
              </a:pPr>
              <a:t>2026-01-31</a:t>
            </a:fld>
            <a:endParaRPr lang="ko-KR" altLang="en-US"/>
          </a:p>
        </p:txBody>
      </p:sp>
      <p:sp>
        <p:nvSpPr>
          <p:cNvPr id="6" name="바닥글 개체 틀 4">
            <a:extLst>
              <a:ext uri="{FF2B5EF4-FFF2-40B4-BE49-F238E27FC236}">
                <a16:creationId xmlns:a16="http://schemas.microsoft.com/office/drawing/2014/main" id="{43C0FD61-9B3B-4B5F-EE30-859EF06169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A9A03522-8AAC-26DC-D7B0-DF1D5EFDD0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C20B18-F7C9-4763-9EA5-830F52FEF78E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31142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C6C49D4-BCEA-936A-9444-61AA0C5F83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2A202BA-5CE8-49D3-980C-C84376488684}" type="datetimeFigureOut">
              <a:rPr lang="ko-KR" altLang="en-US"/>
              <a:pPr>
                <a:defRPr/>
              </a:pPr>
              <a:t>2026-01-31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4A5EF5C-1E80-2655-AF15-CF8987AF23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E1692C7-1ABF-2ED3-C852-0AE527BEF8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CFECFB8-7398-4E5A-B57F-A0F0CFA9E348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06351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311E62A-2BE5-2E16-45F5-6D5FCA9F10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8ECAAF-CA0F-4D93-A39B-4AEFBBB1DBD4}" type="datetimeFigureOut">
              <a:rPr lang="ko-KR" altLang="en-US"/>
              <a:pPr>
                <a:defRPr/>
              </a:pPr>
              <a:t>2026-01-31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209093E-1C18-2A70-82C4-469AFFF029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287C9D6-D968-FAF2-6DA0-9139BFBBC1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81F750-755C-4DC6-A171-CDF897C02078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995381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제목 개체 틀 1">
            <a:extLst>
              <a:ext uri="{FF2B5EF4-FFF2-40B4-BE49-F238E27FC236}">
                <a16:creationId xmlns:a16="http://schemas.microsoft.com/office/drawing/2014/main" id="{18DD5621-B2AC-2487-519A-B1200B7FDF23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7" name="텍스트 개체 틀 2">
            <a:extLst>
              <a:ext uri="{FF2B5EF4-FFF2-40B4-BE49-F238E27FC236}">
                <a16:creationId xmlns:a16="http://schemas.microsoft.com/office/drawing/2014/main" id="{99C83F0A-9CB5-72A2-A76E-73C1580E1E4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D395E5D-5019-80C4-B747-B515754A910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B1C6BBB1-2085-45BD-AA9F-21FD64F74AB0}" type="datetimeFigureOut">
              <a:rPr lang="ko-KR" altLang="en-US"/>
              <a:pPr>
                <a:defRPr/>
              </a:pPr>
              <a:t>2026-01-31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B61088D-DE03-364D-B856-A8E726F6D07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E593BB8-2D85-2C0E-719B-960FA3D35B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latinLnBrk="1" hangingPunct="1">
              <a:defRPr kumimoji="0" sz="1200">
                <a:solidFill>
                  <a:srgbClr val="898989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5360D46A-1354-40B0-937D-E78CF3777002}" type="slidenum">
              <a:rPr lang="ko-KR" altLang="en-US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74">
            <a:extLst>
              <a:ext uri="{FF2B5EF4-FFF2-40B4-BE49-F238E27FC236}">
                <a16:creationId xmlns:a16="http://schemas.microsoft.com/office/drawing/2014/main" id="{24032A4D-0103-1CB1-0492-BE84529C41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2275" y="1866900"/>
            <a:ext cx="5976938" cy="554038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000" rIns="90000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3000" b="1"/>
              <a:t>5</a:t>
            </a:r>
            <a:r>
              <a:rPr kumimoji="0" lang="ko-KR" altLang="en-US" sz="3000" b="1"/>
              <a:t>동 </a:t>
            </a:r>
            <a:r>
              <a:rPr kumimoji="0" lang="en-US" altLang="ko-KR" sz="3000" b="1"/>
              <a:t>505</a:t>
            </a:r>
            <a:r>
              <a:rPr kumimoji="0" lang="ko-KR" altLang="en-US" sz="3000" b="1"/>
              <a:t>호 수장공사 작업의뢰서</a:t>
            </a:r>
            <a:endParaRPr kumimoji="0" lang="ko-KR" altLang="en-US" sz="3000" b="1">
              <a:solidFill>
                <a:srgbClr val="FF0000"/>
              </a:solidFill>
            </a:endParaRPr>
          </a:p>
        </p:txBody>
      </p:sp>
      <p:sp>
        <p:nvSpPr>
          <p:cNvPr id="3075" name="Text Box 73">
            <a:extLst>
              <a:ext uri="{FF2B5EF4-FFF2-40B4-BE49-F238E27FC236}">
                <a16:creationId xmlns:a16="http://schemas.microsoft.com/office/drawing/2014/main" id="{1B8E4356-5F37-DBFE-B324-6C922E9963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57625" y="5899150"/>
            <a:ext cx="141605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07" tIns="45704" rIns="91407" bIns="45704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ko-KR" altLang="en-US" sz="1600" b="1"/>
              <a:t>유앤미시스템</a:t>
            </a:r>
            <a:endParaRPr kumimoji="0" lang="en-US" altLang="ko-KR" sz="1600" b="1"/>
          </a:p>
        </p:txBody>
      </p:sp>
      <p:sp>
        <p:nvSpPr>
          <p:cNvPr id="3076" name="Text Box 73">
            <a:extLst>
              <a:ext uri="{FF2B5EF4-FFF2-40B4-BE49-F238E27FC236}">
                <a16:creationId xmlns:a16="http://schemas.microsoft.com/office/drawing/2014/main" id="{847FA09C-14DA-252A-5CEB-68585B094F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78263" y="4214813"/>
            <a:ext cx="13874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07" tIns="45704" rIns="91407" bIns="45704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1600" b="1"/>
              <a:t>2026. 01. 22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extBox 3">
            <a:extLst>
              <a:ext uri="{FF2B5EF4-FFF2-40B4-BE49-F238E27FC236}">
                <a16:creationId xmlns:a16="http://schemas.microsoft.com/office/drawing/2014/main" id="{CE1B364C-2921-DD4F-E5C9-8D29192DC3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7450" y="319088"/>
            <a:ext cx="640873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2400" b="1" u="sng"/>
              <a:t>5</a:t>
            </a:r>
            <a:r>
              <a:rPr kumimoji="0" lang="ko-KR" altLang="en-US" sz="2400" b="1" u="sng"/>
              <a:t>동 </a:t>
            </a:r>
            <a:r>
              <a:rPr kumimoji="0" lang="en-US" altLang="ko-KR" sz="2400" b="1" u="sng"/>
              <a:t>505</a:t>
            </a:r>
            <a:r>
              <a:rPr kumimoji="0" lang="ko-KR" altLang="en-US" sz="2400" b="1" u="sng"/>
              <a:t>호 수장공사 작업의뢰서</a:t>
            </a:r>
          </a:p>
        </p:txBody>
      </p:sp>
      <p:sp>
        <p:nvSpPr>
          <p:cNvPr id="5123" name="TextBox 5">
            <a:extLst>
              <a:ext uri="{FF2B5EF4-FFF2-40B4-BE49-F238E27FC236}">
                <a16:creationId xmlns:a16="http://schemas.microsoft.com/office/drawing/2014/main" id="{87B644C7-BC51-120D-8999-782E576E36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1258888"/>
            <a:ext cx="268605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2.</a:t>
            </a:r>
            <a:r>
              <a:rPr kumimoji="0" lang="ko-KR" altLang="en-US" sz="1200" b="1"/>
              <a:t> 공사요청일 </a:t>
            </a:r>
            <a:r>
              <a:rPr kumimoji="0" lang="en-US" altLang="ko-KR" sz="1200" b="1"/>
              <a:t>: 2026</a:t>
            </a:r>
            <a:r>
              <a:rPr kumimoji="0" lang="ko-KR" altLang="en-US" sz="1200" b="1"/>
              <a:t>년  </a:t>
            </a:r>
            <a:r>
              <a:rPr kumimoji="0" lang="en-US" altLang="ko-KR" sz="1200" b="1"/>
              <a:t>01</a:t>
            </a:r>
            <a:r>
              <a:rPr kumimoji="0" lang="ko-KR" altLang="en-US" sz="1200" b="1"/>
              <a:t>월  </a:t>
            </a:r>
            <a:r>
              <a:rPr kumimoji="0" lang="en-US" altLang="ko-KR" sz="1200" b="1"/>
              <a:t>22</a:t>
            </a:r>
            <a:r>
              <a:rPr kumimoji="0" lang="ko-KR" altLang="en-US" sz="1200" b="1"/>
              <a:t>일</a:t>
            </a:r>
          </a:p>
        </p:txBody>
      </p:sp>
      <p:sp>
        <p:nvSpPr>
          <p:cNvPr id="3077" name="TextBox 6">
            <a:extLst>
              <a:ext uri="{FF2B5EF4-FFF2-40B4-BE49-F238E27FC236}">
                <a16:creationId xmlns:a16="http://schemas.microsoft.com/office/drawing/2014/main" id="{5965EDCB-B312-18EA-CEFC-01E5DBEF4E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1611313"/>
            <a:ext cx="3089275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latinLnBrk="1" hangingPunct="1">
              <a:defRPr/>
            </a:pPr>
            <a:r>
              <a:rPr kumimoji="0" lang="en-US" altLang="ko-KR" sz="1200" b="1" dirty="0">
                <a:latin typeface="+mn-lt"/>
                <a:ea typeface="맑은 고딕" pitchFamily="50" charset="-127"/>
              </a:rPr>
              <a:t>3. </a:t>
            </a:r>
            <a:r>
              <a:rPr kumimoji="0" lang="ko-KR" altLang="en-US" sz="1200" b="1" dirty="0">
                <a:latin typeface="+mn-lt"/>
                <a:ea typeface="맑은 고딕" pitchFamily="50" charset="-127"/>
              </a:rPr>
              <a:t>공사의뢰자 </a:t>
            </a:r>
            <a:r>
              <a:rPr kumimoji="0" lang="en-US" altLang="ko-KR" sz="1200" b="1" dirty="0">
                <a:latin typeface="+mn-lt"/>
                <a:ea typeface="맑은 고딕" pitchFamily="50" charset="-127"/>
              </a:rPr>
              <a:t>: </a:t>
            </a:r>
            <a:r>
              <a:rPr kumimoji="0" lang="ko-KR" altLang="en-US" sz="1200" b="1" dirty="0" err="1">
                <a:latin typeface="+mn-lt"/>
                <a:ea typeface="맑은 고딕" pitchFamily="50" charset="-127"/>
              </a:rPr>
              <a:t>유앤미시스템</a:t>
            </a:r>
            <a:r>
              <a:rPr kumimoji="0" lang="ko-KR" altLang="en-US" sz="1200" b="1" dirty="0">
                <a:latin typeface="+mn-lt"/>
                <a:ea typeface="맑은 고딕" pitchFamily="50" charset="-127"/>
              </a:rPr>
              <a:t> 남해원 소장</a:t>
            </a:r>
          </a:p>
        </p:txBody>
      </p:sp>
      <p:sp>
        <p:nvSpPr>
          <p:cNvPr id="5125" name="TextBox 20">
            <a:extLst>
              <a:ext uri="{FF2B5EF4-FFF2-40B4-BE49-F238E27FC236}">
                <a16:creationId xmlns:a16="http://schemas.microsoft.com/office/drawing/2014/main" id="{86A01ACE-9484-2E37-42D7-79D16C73A1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923925"/>
            <a:ext cx="336867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1.</a:t>
            </a:r>
            <a:r>
              <a:rPr kumimoji="0" lang="ko-KR" altLang="en-US" sz="1200" b="1"/>
              <a:t> 공   사   명 </a:t>
            </a:r>
            <a:r>
              <a:rPr kumimoji="0" lang="en-US" altLang="ko-KR" sz="1200" b="1"/>
              <a:t>: 5</a:t>
            </a:r>
            <a:r>
              <a:rPr kumimoji="0" lang="ko-KR" altLang="en-US" sz="1200" b="1"/>
              <a:t>동</a:t>
            </a:r>
            <a:r>
              <a:rPr kumimoji="0" lang="en-US" altLang="ko-KR" sz="1200" b="1"/>
              <a:t> 505</a:t>
            </a:r>
            <a:r>
              <a:rPr kumimoji="0" lang="ko-KR" altLang="en-US" sz="1200" b="1"/>
              <a:t>호 수장공사 작업의뢰</a:t>
            </a:r>
          </a:p>
        </p:txBody>
      </p:sp>
      <p:sp>
        <p:nvSpPr>
          <p:cNvPr id="5126" name="TextBox 23">
            <a:extLst>
              <a:ext uri="{FF2B5EF4-FFF2-40B4-BE49-F238E27FC236}">
                <a16:creationId xmlns:a16="http://schemas.microsoft.com/office/drawing/2014/main" id="{ADC314C8-1AE2-E903-0E29-208A7663DB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5300" y="2593975"/>
            <a:ext cx="8442325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6. </a:t>
            </a:r>
            <a:r>
              <a:rPr kumimoji="0" lang="ko-KR" altLang="en-US" sz="1200" b="1"/>
              <a:t>공 사 내 용 </a:t>
            </a:r>
            <a:r>
              <a:rPr kumimoji="0" lang="en-US" altLang="ko-KR" sz="1200" b="1"/>
              <a:t>: </a:t>
            </a:r>
            <a:r>
              <a:rPr kumimoji="0" lang="ko-KR" altLang="en-US" sz="1200" b="1"/>
              <a:t>도배</a:t>
            </a:r>
            <a:r>
              <a:rPr kumimoji="0" lang="en-US" altLang="ko-KR" sz="1200" b="1"/>
              <a:t>(</a:t>
            </a:r>
            <a:r>
              <a:rPr kumimoji="0" lang="ko-KR" altLang="en-US" sz="1200" b="1"/>
              <a:t>벽</a:t>
            </a:r>
            <a:r>
              <a:rPr kumimoji="0" lang="en-US" altLang="ko-KR" sz="1200" b="1"/>
              <a:t>-</a:t>
            </a:r>
            <a:r>
              <a:rPr kumimoji="0" lang="ko-KR" altLang="en-US" sz="1200" b="1"/>
              <a:t>거실</a:t>
            </a:r>
            <a:r>
              <a:rPr kumimoji="0" lang="en-US" altLang="ko-KR" sz="1200" b="1"/>
              <a:t>, </a:t>
            </a:r>
            <a:r>
              <a:rPr kumimoji="0" lang="ko-KR" altLang="en-US" sz="1200" b="1"/>
              <a:t>방</a:t>
            </a:r>
            <a:r>
              <a:rPr kumimoji="0" lang="en-US" altLang="ko-KR" sz="1200" b="1"/>
              <a:t>3</a:t>
            </a:r>
            <a:r>
              <a:rPr kumimoji="0" lang="ko-KR" altLang="en-US" sz="1200" b="1"/>
              <a:t>곳</a:t>
            </a:r>
            <a:r>
              <a:rPr kumimoji="0" lang="en-US" altLang="ko-KR" sz="1200" b="1"/>
              <a:t>), </a:t>
            </a:r>
            <a:r>
              <a:rPr kumimoji="0" lang="ko-KR" altLang="en-US" sz="1200" b="1"/>
              <a:t>도배</a:t>
            </a:r>
            <a:r>
              <a:rPr kumimoji="0" lang="en-US" altLang="ko-KR" sz="1200" b="1"/>
              <a:t>(</a:t>
            </a:r>
            <a:r>
              <a:rPr kumimoji="0" lang="ko-KR" altLang="en-US" sz="1200" b="1"/>
              <a:t>천정</a:t>
            </a:r>
            <a:r>
              <a:rPr kumimoji="0" lang="en-US" altLang="ko-KR" sz="1200" b="1"/>
              <a:t>-</a:t>
            </a:r>
            <a:r>
              <a:rPr kumimoji="0" lang="ko-KR" altLang="en-US" sz="1200" b="1"/>
              <a:t>거실</a:t>
            </a:r>
            <a:r>
              <a:rPr kumimoji="0" lang="en-US" altLang="ko-KR" sz="1200" b="1"/>
              <a:t>), </a:t>
            </a:r>
            <a:r>
              <a:rPr kumimoji="0" lang="ko-KR" altLang="en-US" sz="1200" b="1"/>
              <a:t>장판</a:t>
            </a:r>
            <a:r>
              <a:rPr kumimoji="0" lang="en-US" altLang="ko-KR" sz="1200" b="1"/>
              <a:t>(</a:t>
            </a:r>
            <a:r>
              <a:rPr kumimoji="0" lang="ko-KR" altLang="en-US" sz="1200" b="1"/>
              <a:t>거실</a:t>
            </a:r>
            <a:r>
              <a:rPr kumimoji="0" lang="en-US" altLang="ko-KR" sz="1200" b="1"/>
              <a:t>, </a:t>
            </a:r>
            <a:r>
              <a:rPr kumimoji="0" lang="ko-KR" altLang="en-US" sz="1200" b="1"/>
              <a:t>방</a:t>
            </a:r>
            <a:r>
              <a:rPr kumimoji="0" lang="en-US" altLang="ko-KR" sz="1200" b="1"/>
              <a:t>3</a:t>
            </a:r>
            <a:r>
              <a:rPr kumimoji="0" lang="ko-KR" altLang="en-US" sz="1200" b="1"/>
              <a:t>곳</a:t>
            </a:r>
            <a:r>
              <a:rPr kumimoji="0" lang="en-US" altLang="ko-KR" sz="1200" b="1"/>
              <a:t>),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ko-KR" altLang="en-US" sz="1200" b="1"/>
              <a:t>도색</a:t>
            </a:r>
            <a:r>
              <a:rPr kumimoji="0" lang="en-US" altLang="ko-KR" sz="1200" b="1"/>
              <a:t>(</a:t>
            </a:r>
            <a:r>
              <a:rPr kumimoji="0" lang="ko-KR" altLang="en-US" sz="1200" b="1"/>
              <a:t>문</a:t>
            </a:r>
            <a:r>
              <a:rPr kumimoji="0" lang="en-US" altLang="ko-KR" sz="1200" b="1"/>
              <a:t>,</a:t>
            </a:r>
            <a:r>
              <a:rPr kumimoji="0" lang="ko-KR" altLang="en-US" sz="1200" b="1"/>
              <a:t>문틀</a:t>
            </a:r>
            <a:r>
              <a:rPr kumimoji="0" lang="en-US" altLang="ko-KR" sz="1200" b="1"/>
              <a:t>-</a:t>
            </a:r>
            <a:r>
              <a:rPr kumimoji="0" lang="ko-KR" altLang="en-US" sz="1200" b="1"/>
              <a:t>방</a:t>
            </a:r>
            <a:r>
              <a:rPr kumimoji="0" lang="en-US" altLang="ko-KR" sz="1200" b="1"/>
              <a:t>3</a:t>
            </a:r>
            <a:r>
              <a:rPr kumimoji="0" lang="ko-KR" altLang="en-US" sz="1200" b="1"/>
              <a:t>곳</a:t>
            </a:r>
            <a:r>
              <a:rPr kumimoji="0" lang="en-US" altLang="ko-KR" sz="1200" b="1"/>
              <a:t>, </a:t>
            </a:r>
            <a:r>
              <a:rPr kumimoji="0" lang="ko-KR" altLang="en-US" sz="1200" b="1"/>
              <a:t>방화문내부</a:t>
            </a:r>
            <a:r>
              <a:rPr kumimoji="0" lang="en-US" altLang="ko-KR" sz="1200" b="1"/>
              <a:t>, </a:t>
            </a:r>
            <a:r>
              <a:rPr kumimoji="0" lang="ko-KR" altLang="en-US" sz="1200" b="1"/>
              <a:t>앞</a:t>
            </a:r>
            <a:r>
              <a:rPr kumimoji="0" lang="en-US" altLang="ko-KR" sz="1200" b="1"/>
              <a:t>,</a:t>
            </a:r>
            <a:r>
              <a:rPr kumimoji="0" lang="ko-KR" altLang="en-US" sz="1200" b="1"/>
              <a:t>뒤베란다전체</a:t>
            </a:r>
            <a:r>
              <a:rPr kumimoji="0" lang="en-US" altLang="ko-KR" sz="1200" b="1"/>
              <a:t>, </a:t>
            </a:r>
            <a:r>
              <a:rPr kumimoji="0" lang="ko-KR" altLang="en-US" sz="1200" b="1"/>
              <a:t>거실 걸레받이</a:t>
            </a:r>
            <a:r>
              <a:rPr kumimoji="0" lang="en-US" altLang="ko-KR" sz="1200" b="1"/>
              <a:t>) </a:t>
            </a:r>
            <a:r>
              <a:rPr kumimoji="0" lang="ko-KR" altLang="en-US" sz="1200" b="1"/>
              <a:t>보수 공사 요함</a:t>
            </a:r>
            <a:endParaRPr kumimoji="0" lang="en-US" altLang="ko-KR" sz="1200" b="1"/>
          </a:p>
          <a:p>
            <a:pPr eaLnBrk="1" hangingPunct="1">
              <a:spcBef>
                <a:spcPct val="0"/>
              </a:spcBef>
              <a:buFontTx/>
              <a:buNone/>
            </a:pPr>
            <a:endParaRPr kumimoji="0" lang="en-US" altLang="ko-KR" sz="1200" b="1"/>
          </a:p>
        </p:txBody>
      </p:sp>
      <p:sp>
        <p:nvSpPr>
          <p:cNvPr id="5127" name="TextBox 45">
            <a:extLst>
              <a:ext uri="{FF2B5EF4-FFF2-40B4-BE49-F238E27FC236}">
                <a16:creationId xmlns:a16="http://schemas.microsoft.com/office/drawing/2014/main" id="{AF5953D7-7535-2706-FCE6-3DB9E06FBD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075" y="3362325"/>
            <a:ext cx="845661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kumimoji="0" lang="ko-KR" altLang="en-US" sz="1200" b="1"/>
              <a:t>상기 공사에 대한 공사요청을 에스앤아이 코퍼레이션에게 요청 드리오니 수장공사를 완료해 주실 것을요청 드립니다</a:t>
            </a:r>
            <a:r>
              <a:rPr kumimoji="0" lang="en-US" altLang="ko-KR" sz="1200" b="1"/>
              <a:t>.</a:t>
            </a:r>
          </a:p>
        </p:txBody>
      </p:sp>
      <p:sp>
        <p:nvSpPr>
          <p:cNvPr id="5128" name="TextBox 4">
            <a:extLst>
              <a:ext uri="{FF2B5EF4-FFF2-40B4-BE49-F238E27FC236}">
                <a16:creationId xmlns:a16="http://schemas.microsoft.com/office/drawing/2014/main" id="{68E865A5-C216-7F40-5775-F0FCC67F15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1925638"/>
            <a:ext cx="267652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4. </a:t>
            </a:r>
            <a:r>
              <a:rPr kumimoji="0" lang="ko-KR" altLang="en-US" sz="1200" b="1"/>
              <a:t>완료요청일 </a:t>
            </a:r>
            <a:r>
              <a:rPr kumimoji="0" lang="en-US" altLang="ko-KR" sz="1200" b="1"/>
              <a:t>:        </a:t>
            </a:r>
            <a:r>
              <a:rPr kumimoji="0" lang="ko-KR" altLang="en-US" sz="1200" b="1"/>
              <a:t>년    월     일</a:t>
            </a:r>
          </a:p>
        </p:txBody>
      </p:sp>
      <p:sp>
        <p:nvSpPr>
          <p:cNvPr id="5129" name="TextBox 21">
            <a:extLst>
              <a:ext uri="{FF2B5EF4-FFF2-40B4-BE49-F238E27FC236}">
                <a16:creationId xmlns:a16="http://schemas.microsoft.com/office/drawing/2014/main" id="{4FF511DB-0B75-ADE3-9328-91B54DF46D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5775" y="2263775"/>
            <a:ext cx="2620963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5. </a:t>
            </a:r>
            <a:r>
              <a:rPr kumimoji="0" lang="ko-KR" altLang="en-US" sz="1200" b="1"/>
              <a:t>입주예정일 </a:t>
            </a:r>
            <a:r>
              <a:rPr kumimoji="0" lang="en-US" altLang="ko-KR" sz="1200" b="1"/>
              <a:t>:        </a:t>
            </a:r>
            <a:r>
              <a:rPr kumimoji="0" lang="ko-KR" altLang="en-US" sz="1200" b="1"/>
              <a:t>년    월     일</a:t>
            </a: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B9964F3F-7023-CDBC-8CEA-FCA1CC6ABBFE}"/>
              </a:ext>
            </a:extLst>
          </p:cNvPr>
          <p:cNvSpPr/>
          <p:nvPr/>
        </p:nvSpPr>
        <p:spPr bwMode="auto">
          <a:xfrm>
            <a:off x="3425825" y="4275138"/>
            <a:ext cx="2509838" cy="654050"/>
          </a:xfrm>
          <a:prstGeom prst="rect">
            <a:avLst/>
          </a:prstGeom>
          <a:solidFill>
            <a:schemeClr val="bg1">
              <a:lumMod val="75000"/>
            </a:schemeClr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600" b="1" dirty="0">
                <a:solidFill>
                  <a:schemeClr val="tx1"/>
                </a:solidFill>
              </a:rPr>
              <a:t>의   </a:t>
            </a:r>
            <a:r>
              <a:rPr kumimoji="0" lang="ko-KR" altLang="en-US" sz="1600" b="1" dirty="0" err="1">
                <a:solidFill>
                  <a:schemeClr val="tx1"/>
                </a:solidFill>
              </a:rPr>
              <a:t>뢰</a:t>
            </a:r>
            <a:r>
              <a:rPr kumimoji="0" lang="ko-KR" altLang="en-US" sz="1600" b="1" dirty="0">
                <a:solidFill>
                  <a:schemeClr val="tx1"/>
                </a:solidFill>
              </a:rPr>
              <a:t>   사   진</a:t>
            </a:r>
          </a:p>
        </p:txBody>
      </p:sp>
      <p:sp>
        <p:nvSpPr>
          <p:cNvPr id="47" name="아래쪽 화살표 46">
            <a:extLst>
              <a:ext uri="{FF2B5EF4-FFF2-40B4-BE49-F238E27FC236}">
                <a16:creationId xmlns:a16="http://schemas.microsoft.com/office/drawing/2014/main" id="{C52BEDC9-6354-517B-4922-8D494B775492}"/>
              </a:ext>
            </a:extLst>
          </p:cNvPr>
          <p:cNvSpPr/>
          <p:nvPr/>
        </p:nvSpPr>
        <p:spPr>
          <a:xfrm>
            <a:off x="4284663" y="5229225"/>
            <a:ext cx="792162" cy="8636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0C41B48-336B-30B4-24BE-F6D18D4D421B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9000"/>
              </a:schemeClr>
            </a:solidFill>
          </a:ln>
        </p:spPr>
        <p:txBody>
          <a:bodyPr/>
          <a:lstStyle/>
          <a:p>
            <a:pPr eaLnBrk="1" hangingPunct="1">
              <a:defRPr/>
            </a:pPr>
            <a:r>
              <a:rPr lang="ko-KR" altLang="en-US" b="1"/>
              <a:t>도배</a:t>
            </a:r>
            <a:r>
              <a:rPr lang="en-US" altLang="ko-KR" b="1"/>
              <a:t>(</a:t>
            </a:r>
            <a:r>
              <a:rPr lang="ko-KR" altLang="en-US" b="1"/>
              <a:t>벽</a:t>
            </a:r>
            <a:r>
              <a:rPr lang="en-US" altLang="ko-KR" b="1"/>
              <a:t>-</a:t>
            </a:r>
            <a:r>
              <a:rPr lang="ko-KR" altLang="en-US" b="1"/>
              <a:t>거실</a:t>
            </a:r>
            <a:r>
              <a:rPr lang="en-US" altLang="ko-KR" b="1"/>
              <a:t>)</a:t>
            </a:r>
            <a:endParaRPr lang="ko-KR" altLang="en-US" b="1" dirty="0">
              <a:latin typeface="+mj-ea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22A57A1-AB53-CFF1-35CA-570970B3B47A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>
                <a:alpha val="9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6148" name="Picture 27">
            <a:extLst>
              <a:ext uri="{FF2B5EF4-FFF2-40B4-BE49-F238E27FC236}">
                <a16:creationId xmlns:a16="http://schemas.microsoft.com/office/drawing/2014/main" id="{62405F10-C129-92D7-490A-C056CFE51C7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8313" y="1628775"/>
            <a:ext cx="8207375" cy="4464050"/>
          </a:xfrm>
          <a:noFill/>
        </p:spPr>
      </p:pic>
      <p:sp>
        <p:nvSpPr>
          <p:cNvPr id="6" name="타원 5">
            <a:extLst>
              <a:ext uri="{FF2B5EF4-FFF2-40B4-BE49-F238E27FC236}">
                <a16:creationId xmlns:a16="http://schemas.microsoft.com/office/drawing/2014/main" id="{4D33AA7A-256D-DBEE-61B1-EB6FCCE9AC24}"/>
              </a:ext>
            </a:extLst>
          </p:cNvPr>
          <p:cNvSpPr/>
          <p:nvPr/>
        </p:nvSpPr>
        <p:spPr>
          <a:xfrm>
            <a:off x="2700338" y="2492375"/>
            <a:ext cx="3959225" cy="259238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0BE9F65-07B4-1431-7198-37C307767AE0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9000"/>
              </a:schemeClr>
            </a:solidFill>
          </a:ln>
        </p:spPr>
        <p:txBody>
          <a:bodyPr/>
          <a:lstStyle/>
          <a:p>
            <a:pPr eaLnBrk="1" hangingPunct="1">
              <a:defRPr/>
            </a:pPr>
            <a:r>
              <a:rPr lang="ko-KR" altLang="en-US" b="1"/>
              <a:t>도배</a:t>
            </a:r>
            <a:r>
              <a:rPr lang="en-US" altLang="ko-KR" b="1"/>
              <a:t>(</a:t>
            </a:r>
            <a:r>
              <a:rPr lang="ko-KR" altLang="en-US" b="1"/>
              <a:t>벽</a:t>
            </a:r>
            <a:r>
              <a:rPr lang="en-US" altLang="ko-KR" b="1"/>
              <a:t>-</a:t>
            </a:r>
            <a:r>
              <a:rPr lang="ko-KR" altLang="en-US" b="1"/>
              <a:t>방</a:t>
            </a:r>
            <a:r>
              <a:rPr lang="en-US" altLang="ko-KR" b="1"/>
              <a:t>3</a:t>
            </a:r>
            <a:r>
              <a:rPr lang="ko-KR" altLang="en-US" b="1"/>
              <a:t>곳</a:t>
            </a:r>
            <a:r>
              <a:rPr lang="en-US" altLang="ko-KR" b="1"/>
              <a:t>)</a:t>
            </a:r>
            <a:endParaRPr lang="ko-KR" altLang="en-US" b="1" dirty="0">
              <a:latin typeface="+mj-ea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78628490-6618-7B57-D226-DC2EF9D205AA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>
                <a:alpha val="9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7172" name="Picture 28">
            <a:extLst>
              <a:ext uri="{FF2B5EF4-FFF2-40B4-BE49-F238E27FC236}">
                <a16:creationId xmlns:a16="http://schemas.microsoft.com/office/drawing/2014/main" id="{802E8FCB-618E-FAAC-BAC3-ACB70AD8D57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6725" y="1628775"/>
            <a:ext cx="8208963" cy="4468813"/>
          </a:xfrm>
          <a:noFill/>
        </p:spPr>
      </p:pic>
      <p:sp>
        <p:nvSpPr>
          <p:cNvPr id="6" name="타원 5">
            <a:extLst>
              <a:ext uri="{FF2B5EF4-FFF2-40B4-BE49-F238E27FC236}">
                <a16:creationId xmlns:a16="http://schemas.microsoft.com/office/drawing/2014/main" id="{7F017857-C3E9-DA4B-ADAF-888DBDD75098}"/>
              </a:ext>
            </a:extLst>
          </p:cNvPr>
          <p:cNvSpPr/>
          <p:nvPr/>
        </p:nvSpPr>
        <p:spPr>
          <a:xfrm>
            <a:off x="2124075" y="2636838"/>
            <a:ext cx="4968875" cy="266382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8B77FB-342F-D012-EEEF-58B54A614CD1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9000"/>
              </a:schemeClr>
            </a:solidFill>
          </a:ln>
        </p:spPr>
        <p:txBody>
          <a:bodyPr/>
          <a:lstStyle/>
          <a:p>
            <a:pPr eaLnBrk="1" hangingPunct="1">
              <a:defRPr/>
            </a:pPr>
            <a:r>
              <a:rPr lang="ko-KR" altLang="en-US" b="1">
                <a:latin typeface="+mj-ea"/>
              </a:rPr>
              <a:t>도배</a:t>
            </a:r>
            <a:r>
              <a:rPr lang="en-US" altLang="ko-KR" b="1">
                <a:latin typeface="+mj-ea"/>
              </a:rPr>
              <a:t>(</a:t>
            </a:r>
            <a:r>
              <a:rPr lang="ko-KR" altLang="en-US" b="1">
                <a:latin typeface="+mj-ea"/>
              </a:rPr>
              <a:t>천정</a:t>
            </a:r>
            <a:r>
              <a:rPr lang="en-US" altLang="ko-KR" b="1">
                <a:latin typeface="+mj-ea"/>
              </a:rPr>
              <a:t>-</a:t>
            </a:r>
            <a:r>
              <a:rPr lang="ko-KR" altLang="en-US" b="1">
                <a:latin typeface="+mj-ea"/>
              </a:rPr>
              <a:t>거실</a:t>
            </a:r>
            <a:r>
              <a:rPr lang="en-US" altLang="ko-KR" b="1">
                <a:latin typeface="+mj-ea"/>
              </a:rPr>
              <a:t>)</a:t>
            </a:r>
            <a:endParaRPr lang="ko-KR" altLang="en-US" b="1" dirty="0">
              <a:latin typeface="+mj-ea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792266F6-3C01-45F9-4723-0E2765C4573D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>
                <a:alpha val="9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8196" name="Picture 29">
            <a:extLst>
              <a:ext uri="{FF2B5EF4-FFF2-40B4-BE49-F238E27FC236}">
                <a16:creationId xmlns:a16="http://schemas.microsoft.com/office/drawing/2014/main" id="{F6594FA6-8703-C834-174A-EA6B2B0B622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57200" y="1628775"/>
            <a:ext cx="8229600" cy="4459288"/>
          </a:xfrm>
          <a:noFill/>
        </p:spPr>
      </p:pic>
      <p:sp>
        <p:nvSpPr>
          <p:cNvPr id="8" name="타원 7">
            <a:extLst>
              <a:ext uri="{FF2B5EF4-FFF2-40B4-BE49-F238E27FC236}">
                <a16:creationId xmlns:a16="http://schemas.microsoft.com/office/drawing/2014/main" id="{874412DC-8360-87BF-AF1B-0192EA33275A}"/>
              </a:ext>
            </a:extLst>
          </p:cNvPr>
          <p:cNvSpPr/>
          <p:nvPr/>
        </p:nvSpPr>
        <p:spPr>
          <a:xfrm>
            <a:off x="3668713" y="2781300"/>
            <a:ext cx="1766887" cy="234632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F551D5-278D-60CD-EF72-8773204178DD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9000"/>
              </a:schemeClr>
            </a:solidFill>
          </a:ln>
        </p:spPr>
        <p:txBody>
          <a:bodyPr/>
          <a:lstStyle/>
          <a:p>
            <a:pPr eaLnBrk="1" hangingPunct="1">
              <a:defRPr/>
            </a:pPr>
            <a:r>
              <a:rPr lang="ko-KR" altLang="en-US" b="1">
                <a:latin typeface="+mj-ea"/>
              </a:rPr>
              <a:t>장판</a:t>
            </a:r>
            <a:r>
              <a:rPr lang="en-US" altLang="ko-KR" b="1">
                <a:latin typeface="+mj-ea"/>
              </a:rPr>
              <a:t>(</a:t>
            </a:r>
            <a:r>
              <a:rPr lang="ko-KR" altLang="en-US" b="1">
                <a:latin typeface="+mj-ea"/>
              </a:rPr>
              <a:t>거실</a:t>
            </a:r>
            <a:r>
              <a:rPr lang="en-US" altLang="ko-KR" b="1">
                <a:latin typeface="+mj-ea"/>
              </a:rPr>
              <a:t>)</a:t>
            </a:r>
            <a:endParaRPr lang="ko-KR" altLang="en-US" b="1" dirty="0">
              <a:latin typeface="+mj-ea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B3C9B5A-6A7F-A21A-4346-E3A495960B56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>
                <a:alpha val="9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9220" name="Picture 32">
            <a:extLst>
              <a:ext uri="{FF2B5EF4-FFF2-40B4-BE49-F238E27FC236}">
                <a16:creationId xmlns:a16="http://schemas.microsoft.com/office/drawing/2014/main" id="{F5317437-FDC5-C3CD-DBC4-4BE48BFCB18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8313" y="1628775"/>
            <a:ext cx="8207375" cy="4464050"/>
          </a:xfrm>
          <a:noFill/>
        </p:spPr>
      </p:pic>
      <p:sp>
        <p:nvSpPr>
          <p:cNvPr id="8" name="타원 7">
            <a:extLst>
              <a:ext uri="{FF2B5EF4-FFF2-40B4-BE49-F238E27FC236}">
                <a16:creationId xmlns:a16="http://schemas.microsoft.com/office/drawing/2014/main" id="{84CA21DB-76B5-4076-FE9A-747FB4DFEA9D}"/>
              </a:ext>
            </a:extLst>
          </p:cNvPr>
          <p:cNvSpPr/>
          <p:nvPr/>
        </p:nvSpPr>
        <p:spPr>
          <a:xfrm>
            <a:off x="3276600" y="3141663"/>
            <a:ext cx="2519363" cy="115093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51C2FA0-9BF9-CB93-3C23-84342A541C2D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9000"/>
              </a:schemeClr>
            </a:solidFill>
          </a:ln>
        </p:spPr>
        <p:txBody>
          <a:bodyPr/>
          <a:lstStyle/>
          <a:p>
            <a:pPr>
              <a:defRPr/>
            </a:pPr>
            <a:br>
              <a:rPr lang="en-US" altLang="ko-KR" b="1" dirty="0">
                <a:latin typeface="+mj-ea"/>
              </a:rPr>
            </a:br>
            <a:r>
              <a:rPr lang="ko-KR" altLang="en-US" b="1" dirty="0">
                <a:latin typeface="+mj-ea"/>
              </a:rPr>
              <a:t>장판</a:t>
            </a:r>
            <a:r>
              <a:rPr lang="en-US" altLang="ko-KR" b="1" dirty="0">
                <a:latin typeface="+mj-ea"/>
              </a:rPr>
              <a:t>(</a:t>
            </a:r>
            <a:r>
              <a:rPr lang="ko-KR" altLang="en-US" b="1" dirty="0">
                <a:latin typeface="+mj-ea"/>
              </a:rPr>
              <a:t>방</a:t>
            </a:r>
            <a:r>
              <a:rPr lang="en-US" altLang="ko-KR" b="1" dirty="0">
                <a:latin typeface="+mj-ea"/>
              </a:rPr>
              <a:t>3</a:t>
            </a:r>
            <a:r>
              <a:rPr lang="ko-KR" altLang="en-US" b="1" dirty="0">
                <a:latin typeface="+mj-ea"/>
              </a:rPr>
              <a:t>곳</a:t>
            </a:r>
            <a:r>
              <a:rPr lang="en-US" altLang="ko-KR" b="1" dirty="0">
                <a:latin typeface="+mj-ea"/>
              </a:rPr>
              <a:t>)</a:t>
            </a:r>
            <a:br>
              <a:rPr lang="ko-KR" altLang="en-US" b="1" dirty="0">
                <a:latin typeface="+mj-ea"/>
              </a:rPr>
            </a:br>
            <a:endParaRPr lang="ko-KR" altLang="en-US" b="1" dirty="0">
              <a:latin typeface="+mj-ea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9253E63-603D-C5FB-467D-F50E23397832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>
                <a:alpha val="9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10244" name="Picture 31">
            <a:extLst>
              <a:ext uri="{FF2B5EF4-FFF2-40B4-BE49-F238E27FC236}">
                <a16:creationId xmlns:a16="http://schemas.microsoft.com/office/drawing/2014/main" id="{2ACAF3C7-63DA-1ADB-FAF2-5F7AE966DC0E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8313" y="1628775"/>
            <a:ext cx="8207375" cy="4464050"/>
          </a:xfrm>
          <a:noFill/>
        </p:spPr>
      </p:pic>
      <p:sp>
        <p:nvSpPr>
          <p:cNvPr id="8" name="타원 7">
            <a:extLst>
              <a:ext uri="{FF2B5EF4-FFF2-40B4-BE49-F238E27FC236}">
                <a16:creationId xmlns:a16="http://schemas.microsoft.com/office/drawing/2014/main" id="{13F0708C-5A68-40C6-6241-C9D0231D5AD6}"/>
              </a:ext>
            </a:extLst>
          </p:cNvPr>
          <p:cNvSpPr/>
          <p:nvPr/>
        </p:nvSpPr>
        <p:spPr>
          <a:xfrm>
            <a:off x="3708400" y="3357563"/>
            <a:ext cx="1871663" cy="100806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4C6C635-23EF-1BD8-D4A7-50DA6D7826FB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9000"/>
              </a:schemeClr>
            </a:solidFill>
          </a:ln>
        </p:spPr>
        <p:txBody>
          <a:bodyPr/>
          <a:lstStyle/>
          <a:p>
            <a:pPr>
              <a:defRPr/>
            </a:pPr>
            <a:br>
              <a:rPr lang="en-US" altLang="ko-KR" b="1" dirty="0">
                <a:latin typeface="+mj-ea"/>
              </a:rPr>
            </a:br>
            <a:r>
              <a:rPr lang="ko-KR" altLang="en-US" b="1" dirty="0">
                <a:latin typeface="+mj-ea"/>
              </a:rPr>
              <a:t>도색</a:t>
            </a:r>
            <a:r>
              <a:rPr lang="en-US" altLang="ko-KR" b="1" dirty="0">
                <a:latin typeface="+mj-ea"/>
              </a:rPr>
              <a:t>(</a:t>
            </a:r>
            <a:r>
              <a:rPr lang="ko-KR" altLang="en-US" b="1" dirty="0">
                <a:latin typeface="+mj-ea"/>
              </a:rPr>
              <a:t>문</a:t>
            </a:r>
            <a:r>
              <a:rPr lang="en-US" altLang="ko-KR" b="1" dirty="0">
                <a:latin typeface="+mj-ea"/>
              </a:rPr>
              <a:t>,</a:t>
            </a:r>
            <a:r>
              <a:rPr lang="ko-KR" altLang="en-US" b="1" dirty="0">
                <a:latin typeface="+mj-ea"/>
              </a:rPr>
              <a:t>문틀</a:t>
            </a:r>
            <a:r>
              <a:rPr lang="en-US" altLang="ko-KR" b="1" dirty="0">
                <a:latin typeface="+mj-ea"/>
              </a:rPr>
              <a:t>-</a:t>
            </a:r>
            <a:r>
              <a:rPr lang="ko-KR" altLang="en-US" b="1" dirty="0">
                <a:latin typeface="+mj-ea"/>
              </a:rPr>
              <a:t>방</a:t>
            </a:r>
            <a:r>
              <a:rPr lang="en-US" altLang="ko-KR" b="1" dirty="0">
                <a:latin typeface="+mj-ea"/>
              </a:rPr>
              <a:t>3</a:t>
            </a:r>
            <a:r>
              <a:rPr lang="ko-KR" altLang="en-US" b="1" dirty="0">
                <a:latin typeface="+mj-ea"/>
              </a:rPr>
              <a:t>곳</a:t>
            </a:r>
            <a:r>
              <a:rPr lang="en-US" altLang="ko-KR" b="1" dirty="0">
                <a:latin typeface="+mj-ea"/>
              </a:rPr>
              <a:t>)</a:t>
            </a:r>
            <a:br>
              <a:rPr lang="ko-KR" altLang="en-US" b="1" dirty="0">
                <a:latin typeface="+mj-ea"/>
              </a:rPr>
            </a:br>
            <a:endParaRPr lang="ko-KR" altLang="en-US" b="1" dirty="0">
              <a:latin typeface="+mj-ea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7CDD81F-F269-420A-9D8C-1DF7F1864322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>
                <a:alpha val="9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11268" name="Picture 33">
            <a:extLst>
              <a:ext uri="{FF2B5EF4-FFF2-40B4-BE49-F238E27FC236}">
                <a16:creationId xmlns:a16="http://schemas.microsoft.com/office/drawing/2014/main" id="{188D91D9-75BA-A91E-E5E3-B4C23DD4600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8313" y="1628775"/>
            <a:ext cx="8207375" cy="4464050"/>
          </a:xfrm>
          <a:noFill/>
        </p:spPr>
      </p:pic>
      <p:sp>
        <p:nvSpPr>
          <p:cNvPr id="6" name="타원 5">
            <a:extLst>
              <a:ext uri="{FF2B5EF4-FFF2-40B4-BE49-F238E27FC236}">
                <a16:creationId xmlns:a16="http://schemas.microsoft.com/office/drawing/2014/main" id="{6EF5CC7B-23C8-588D-F497-16BAD4B944C3}"/>
              </a:ext>
            </a:extLst>
          </p:cNvPr>
          <p:cNvSpPr/>
          <p:nvPr/>
        </p:nvSpPr>
        <p:spPr>
          <a:xfrm rot="272512">
            <a:off x="2982913" y="3440113"/>
            <a:ext cx="3895725" cy="100806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38004BB-4EAB-AD88-6CF0-E2B807E7455F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9000"/>
              </a:schemeClr>
            </a:solidFill>
          </a:ln>
        </p:spPr>
        <p:txBody>
          <a:bodyPr/>
          <a:lstStyle/>
          <a:p>
            <a:pPr>
              <a:defRPr/>
            </a:pPr>
            <a:br>
              <a:rPr lang="en-US" altLang="ko-KR" b="1" dirty="0">
                <a:latin typeface="+mj-ea"/>
              </a:rPr>
            </a:br>
            <a:r>
              <a:rPr lang="ko-KR" altLang="en-US" b="1" dirty="0">
                <a:latin typeface="+mj-ea"/>
              </a:rPr>
              <a:t>도색</a:t>
            </a:r>
            <a:r>
              <a:rPr lang="en-US" altLang="ko-KR" b="1" dirty="0">
                <a:latin typeface="+mj-ea"/>
              </a:rPr>
              <a:t>(</a:t>
            </a:r>
            <a:r>
              <a:rPr lang="ko-KR" altLang="en-US" b="1" dirty="0" err="1">
                <a:latin typeface="+mj-ea"/>
              </a:rPr>
              <a:t>방화문내부</a:t>
            </a:r>
            <a:r>
              <a:rPr lang="en-US" altLang="ko-KR" b="1" dirty="0">
                <a:latin typeface="+mj-ea"/>
              </a:rPr>
              <a:t>)</a:t>
            </a:r>
            <a:br>
              <a:rPr lang="ko-KR" altLang="en-US" b="1" dirty="0">
                <a:latin typeface="+mj-ea"/>
              </a:rPr>
            </a:br>
            <a:endParaRPr lang="ko-KR" altLang="en-US" b="1" dirty="0">
              <a:latin typeface="+mj-ea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606AD6C-EF89-D4F0-378C-09EDAB0ECF37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>
                <a:alpha val="9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12292" name="Picture 33">
            <a:extLst>
              <a:ext uri="{FF2B5EF4-FFF2-40B4-BE49-F238E27FC236}">
                <a16:creationId xmlns:a16="http://schemas.microsoft.com/office/drawing/2014/main" id="{EF700128-46D9-2314-4C8D-4AF1BFB4D02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8313" y="1628775"/>
            <a:ext cx="8207375" cy="4464050"/>
          </a:xfrm>
          <a:noFill/>
        </p:spPr>
      </p:pic>
      <p:sp>
        <p:nvSpPr>
          <p:cNvPr id="6" name="타원 5">
            <a:extLst>
              <a:ext uri="{FF2B5EF4-FFF2-40B4-BE49-F238E27FC236}">
                <a16:creationId xmlns:a16="http://schemas.microsoft.com/office/drawing/2014/main" id="{462C3746-4FF3-EB84-481C-73A812546E52}"/>
              </a:ext>
            </a:extLst>
          </p:cNvPr>
          <p:cNvSpPr/>
          <p:nvPr/>
        </p:nvSpPr>
        <p:spPr>
          <a:xfrm>
            <a:off x="4284663" y="3357563"/>
            <a:ext cx="1008062" cy="180022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EFE30EE-3EBE-299E-5CE1-35284793B1FB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9000"/>
              </a:schemeClr>
            </a:solidFill>
          </a:ln>
        </p:spPr>
        <p:txBody>
          <a:bodyPr/>
          <a:lstStyle/>
          <a:p>
            <a:pPr>
              <a:defRPr/>
            </a:pPr>
            <a:br>
              <a:rPr lang="en-US" altLang="ko-KR" b="1" dirty="0">
                <a:latin typeface="+mj-ea"/>
              </a:rPr>
            </a:br>
            <a:r>
              <a:rPr lang="ko-KR" altLang="en-US" b="1" dirty="0">
                <a:latin typeface="+mj-ea"/>
              </a:rPr>
              <a:t>도색</a:t>
            </a:r>
            <a:r>
              <a:rPr lang="en-US" altLang="ko-KR" b="1" dirty="0">
                <a:latin typeface="+mj-ea"/>
              </a:rPr>
              <a:t>(</a:t>
            </a:r>
            <a:r>
              <a:rPr lang="ko-KR" altLang="en-US" b="1" dirty="0"/>
              <a:t>앞</a:t>
            </a:r>
            <a:r>
              <a:rPr lang="en-US" altLang="ko-KR" b="1" dirty="0"/>
              <a:t>,</a:t>
            </a:r>
            <a:r>
              <a:rPr lang="ko-KR" altLang="en-US" b="1" dirty="0"/>
              <a:t>뒤베란다전체</a:t>
            </a:r>
            <a:r>
              <a:rPr lang="en-US" altLang="ko-KR" b="1" dirty="0">
                <a:latin typeface="+mj-ea"/>
              </a:rPr>
              <a:t>)</a:t>
            </a:r>
            <a:br>
              <a:rPr lang="ko-KR" altLang="en-US" b="1" dirty="0">
                <a:latin typeface="+mj-ea"/>
              </a:rPr>
            </a:br>
            <a:endParaRPr lang="ko-KR" altLang="en-US" b="1" dirty="0">
              <a:latin typeface="+mj-ea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D14F34F-D09C-49C7-5C47-536C6C154A25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>
                <a:alpha val="9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13316" name="Picture 28">
            <a:extLst>
              <a:ext uri="{FF2B5EF4-FFF2-40B4-BE49-F238E27FC236}">
                <a16:creationId xmlns:a16="http://schemas.microsoft.com/office/drawing/2014/main" id="{4EDCFFD1-7665-B004-9A1A-EDD008729D6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8313" y="1628775"/>
            <a:ext cx="8207375" cy="4464050"/>
          </a:xfrm>
          <a:noFill/>
        </p:spPr>
      </p:pic>
      <p:sp>
        <p:nvSpPr>
          <p:cNvPr id="8" name="타원 7">
            <a:extLst>
              <a:ext uri="{FF2B5EF4-FFF2-40B4-BE49-F238E27FC236}">
                <a16:creationId xmlns:a16="http://schemas.microsoft.com/office/drawing/2014/main" id="{A1CBF3CD-B317-58D0-D914-4D2CFAC8C88A}"/>
              </a:ext>
            </a:extLst>
          </p:cNvPr>
          <p:cNvSpPr/>
          <p:nvPr/>
        </p:nvSpPr>
        <p:spPr>
          <a:xfrm rot="167686">
            <a:off x="2963863" y="2708275"/>
            <a:ext cx="3167062" cy="201612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C9F2D50-7EC6-5C5F-6C37-83D0F8DF1193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9000"/>
              </a:schemeClr>
            </a:solidFill>
          </a:ln>
        </p:spPr>
        <p:txBody>
          <a:bodyPr/>
          <a:lstStyle/>
          <a:p>
            <a:pPr>
              <a:defRPr/>
            </a:pPr>
            <a:br>
              <a:rPr lang="en-US" altLang="ko-KR" b="1" dirty="0">
                <a:latin typeface="+mj-ea"/>
              </a:rPr>
            </a:br>
            <a:r>
              <a:rPr lang="ko-KR" altLang="en-US" b="1" dirty="0">
                <a:latin typeface="+mj-ea"/>
              </a:rPr>
              <a:t>도색</a:t>
            </a:r>
            <a:r>
              <a:rPr lang="en-US" altLang="ko-KR" b="1" dirty="0">
                <a:latin typeface="+mj-ea"/>
              </a:rPr>
              <a:t>(</a:t>
            </a:r>
            <a:r>
              <a:rPr lang="ko-KR" altLang="en-US" b="1" dirty="0">
                <a:latin typeface="+mj-ea"/>
              </a:rPr>
              <a:t>거실 걸레받이</a:t>
            </a:r>
            <a:r>
              <a:rPr lang="en-US" altLang="ko-KR" b="1" dirty="0">
                <a:latin typeface="+mj-ea"/>
              </a:rPr>
              <a:t>)</a:t>
            </a:r>
            <a:br>
              <a:rPr lang="ko-KR" altLang="en-US" b="1" dirty="0">
                <a:latin typeface="+mj-ea"/>
              </a:rPr>
            </a:br>
            <a:endParaRPr lang="ko-KR" altLang="en-US" b="1" dirty="0">
              <a:latin typeface="+mj-ea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E2E108E-F82A-1C30-A5D6-300796F41761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>
                <a:alpha val="9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14340" name="Picture 27">
            <a:extLst>
              <a:ext uri="{FF2B5EF4-FFF2-40B4-BE49-F238E27FC236}">
                <a16:creationId xmlns:a16="http://schemas.microsoft.com/office/drawing/2014/main" id="{408E7AB5-90F8-8830-0BE0-9CDE15BF9BD2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79425" y="1628775"/>
            <a:ext cx="8207375" cy="4464050"/>
          </a:xfrm>
          <a:noFill/>
        </p:spPr>
      </p:pic>
      <p:sp>
        <p:nvSpPr>
          <p:cNvPr id="7" name="타원 6">
            <a:extLst>
              <a:ext uri="{FF2B5EF4-FFF2-40B4-BE49-F238E27FC236}">
                <a16:creationId xmlns:a16="http://schemas.microsoft.com/office/drawing/2014/main" id="{36D85EAE-A766-69AE-B4D2-EFAB4DAF8F1B}"/>
              </a:ext>
            </a:extLst>
          </p:cNvPr>
          <p:cNvSpPr/>
          <p:nvPr/>
        </p:nvSpPr>
        <p:spPr>
          <a:xfrm rot="21095654">
            <a:off x="2962275" y="3643313"/>
            <a:ext cx="3278188" cy="57943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198</Words>
  <Application>Microsoft Office PowerPoint</Application>
  <PresentationFormat>화면 슬라이드 쇼(4:3)</PresentationFormat>
  <Paragraphs>23</Paragraphs>
  <Slides>11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5" baseType="lpstr">
      <vt:lpstr>굴림</vt:lpstr>
      <vt:lpstr>맑은 고딕</vt:lpstr>
      <vt:lpstr>Arial</vt:lpstr>
      <vt:lpstr>Office 테마</vt:lpstr>
      <vt:lpstr>PowerPoint 프레젠테이션</vt:lpstr>
      <vt:lpstr>PowerPoint 프레젠테이션</vt:lpstr>
      <vt:lpstr>도배(벽-거실)</vt:lpstr>
      <vt:lpstr>도배(벽-방3곳)</vt:lpstr>
      <vt:lpstr>도배(천정-거실)</vt:lpstr>
      <vt:lpstr>장판(거실)</vt:lpstr>
      <vt:lpstr> 장판(방3곳) </vt:lpstr>
      <vt:lpstr> 도색(문,문틀-방3곳) </vt:lpstr>
      <vt:lpstr> 도색(방화문내부) </vt:lpstr>
      <vt:lpstr> 도색(앞,뒤베란다전체) </vt:lpstr>
      <vt:lpstr> 도색(거실 걸레받이)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2026-01-31T06:48:46Z</dcterms:created>
  <dcterms:modified xsi:type="dcterms:W3CDTF">2026-01-31T06:48:46Z</dcterms:modified>
</cp:coreProperties>
</file>