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350" r:id="rId2"/>
    <p:sldId id="256" r:id="rId3"/>
    <p:sldId id="257" r:id="rId4"/>
    <p:sldId id="258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1" r:id="rId14"/>
    <p:sldId id="272" r:id="rId15"/>
    <p:sldId id="273" r:id="rId16"/>
    <p:sldId id="275" r:id="rId17"/>
    <p:sldId id="276" r:id="rId18"/>
    <p:sldId id="277" r:id="rId19"/>
    <p:sldId id="280" r:id="rId20"/>
    <p:sldId id="281" r:id="rId21"/>
    <p:sldId id="282" r:id="rId22"/>
    <p:sldId id="284" r:id="rId23"/>
    <p:sldId id="285" r:id="rId24"/>
    <p:sldId id="286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7" r:id="rId42"/>
    <p:sldId id="308" r:id="rId43"/>
    <p:sldId id="309" r:id="rId44"/>
    <p:sldId id="311" r:id="rId45"/>
    <p:sldId id="312" r:id="rId46"/>
    <p:sldId id="313" r:id="rId47"/>
    <p:sldId id="315" r:id="rId48"/>
    <p:sldId id="316" r:id="rId49"/>
    <p:sldId id="317" r:id="rId50"/>
    <p:sldId id="320" r:id="rId51"/>
    <p:sldId id="321" r:id="rId52"/>
    <p:sldId id="322" r:id="rId53"/>
    <p:sldId id="324" r:id="rId54"/>
    <p:sldId id="325" r:id="rId55"/>
    <p:sldId id="326" r:id="rId56"/>
    <p:sldId id="330" r:id="rId57"/>
    <p:sldId id="331" r:id="rId58"/>
    <p:sldId id="332" r:id="rId59"/>
    <p:sldId id="333" r:id="rId60"/>
    <p:sldId id="335" r:id="rId61"/>
    <p:sldId id="336" r:id="rId62"/>
    <p:sldId id="337" r:id="rId63"/>
    <p:sldId id="338" r:id="rId64"/>
    <p:sldId id="339" r:id="rId65"/>
    <p:sldId id="340" r:id="rId66"/>
    <p:sldId id="341" r:id="rId67"/>
    <p:sldId id="342" r:id="rId68"/>
    <p:sldId id="343" r:id="rId69"/>
    <p:sldId id="344" r:id="rId70"/>
    <p:sldId id="346" r:id="rId71"/>
    <p:sldId id="347" r:id="rId72"/>
    <p:sldId id="348" r:id="rId73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84" autoAdjust="0"/>
    <p:restoredTop sz="94560" autoAdjust="0"/>
  </p:normalViewPr>
  <p:slideViewPr>
    <p:cSldViewPr>
      <p:cViewPr varScale="1">
        <p:scale>
          <a:sx n="105" d="100"/>
          <a:sy n="105" d="100"/>
        </p:scale>
        <p:origin x="195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062D526-A750-64E1-6F8E-98B3941600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AE607E-8A7E-DA50-FA2F-FBA963AC29B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A8D36D07-8EF3-4E12-8E68-A3D086617232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A2E4E1BB-5310-CFDF-A4C0-FE769C5889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465A90A-2616-AE3E-BD7C-9850D0DF52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4CBA99-E296-3FA1-87A5-13C0EA72B9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8F83F9C-716A-31D2-5E95-D33A9F739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21C6BE7-6344-4930-9E17-77CD041CE081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1475395-8D84-AD14-1CCE-D205183A4B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81ADBCDE-B0F9-F019-D821-47DF6B09D6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BAA6416-2B8B-B53E-EDC7-DD302EEE5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2827DF13-8668-4ECD-9D80-7783EC05AFC9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2032E24-0D80-8CCF-6E54-47BA1F291A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EFB6F7DD-880C-7192-657D-F26016E69D2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84ECDC0-A1A4-633A-964E-B6C61066C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C453920D-7DA8-467F-8A74-C268981F759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A7B94B4A-6EE9-EEEA-8729-8A849B94BB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86EADC47-FF67-BCE3-D3DB-6781CC87B7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3058B46A-0D43-D569-061F-F79206714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1363" indent="-28416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398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5970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42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9871E82-0226-48FD-8FD2-ABE6D38909A7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E740F68-E94C-F2B7-10F5-7B1329BAAC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9B7884D-A757-0EF6-186F-1C8108A6B1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99FC82CE-9C14-4627-C3D7-530D940FF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F34D570-2590-41BA-80E3-40D67C20BF1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13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38C069C-8566-3666-0E8B-2D668DAE77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DC5E79CE-F6A2-B9BB-B670-FB829D7E0D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CEFC073-AC7D-465E-4D7B-9A51CB00FA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489803B-9AFF-45D9-9DBC-411304606D2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16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76E42F6E-AC29-4DB9-DF71-D6BE801DE78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719C741-207C-576E-7A5E-73A07AFC473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1C34FFF7-0FE0-3BD6-C6E1-F9DA74E6E3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66DAEE9-7A2E-4B90-B5E2-C5B1D82E3FA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19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C4A8F2A-F8EE-7FAB-3B8A-98F0F17616B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4933688-CFD0-5CC9-82B6-55FC6F51740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C60D4D7C-7BD5-6431-3A82-F9EF6BCFE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4035DD2-E6B7-44D1-83D3-E04FB065A8D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16FA8F1-4F0E-D10B-8E60-330FCF13EE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4A3F718-D449-95FF-5983-A33EC444088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6089E09-A6FD-48E9-8271-5BCBF66918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A19A387-78DF-4832-B227-BC19F1593AD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94F0685-66A9-3A35-9264-7A7D86008E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72DD53DE-B743-BD7F-487F-DE3F55DD8D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DD4B63E9-80F7-FB29-A873-C000AC6B3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286540D-280A-402C-933C-C7F36ABFFBB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29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65256215-3701-0B3B-897C-233F27B1A5F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1F4783E-DA55-9325-4736-AADFC438C7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50349024-7590-376A-9929-EB33EC7369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0CEFCAD-705E-453F-B56E-6EF676E8761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32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8269FBE4-FCE1-4B89-938E-0F0912E3EA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BA0D34B-5C7D-3DFC-CD9D-ECC066902B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B6DC5D81-D09B-648C-479E-164986DEC2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F0A950F2-4BC7-4A91-857D-869C7979ECB3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35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B7F8641B-21E5-ACE1-6655-DB8E897E9E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81F295BC-00D2-81DC-356D-E0B1433F657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6713994-C883-E607-416A-FE9FCCD672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233D276-442E-4152-9C3B-3ADC91E394BA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38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9675ADF-60AB-2D12-4A0C-A4645109AC7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5DA96BA3-62FD-80B6-D6EC-84E1F277DC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2FEEB0E-0AA1-957A-307E-A6B2DDFEF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C9E515D-92F6-4668-8D1A-690DADB7537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41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35A352E-DC04-1F4B-27E0-36AEC11AB5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EB16CCD8-2D81-792C-117E-EB5F8FEF9AD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C1E1B8DF-FC22-6D7A-A30F-6F025845ED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123C7F2A-E03F-43E9-9202-AAC3D13F184D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44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35585D03-D2E0-D466-4542-95A0E234E0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BCFDEE66-6A4D-2927-2F4C-6591EE5D0B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0513F7CE-B3EA-2BE5-B7D9-B59BE33C76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06FF0A8-C6F4-4982-8AC1-5276E53EBD6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47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A1BFC4C-C1FB-8E4F-51E7-186930C864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92366872-42EC-D33C-6C35-0EAA620C9F6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C980ED8-1E03-232E-1DF2-57902A0687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98EFB9D-9014-4B60-9194-D27CC5D66DC4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50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4A0C8E7-8225-78D0-E73B-6747ADB894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09909D2-8805-85E3-B7A4-C9C6AA68E8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CD56C59C-543E-916F-456F-3B891E78F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D88F0FA3-F124-4F93-B79B-E1E31F0AB8D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53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EA3CF2E7-510F-1EE5-EBCB-82B4A310319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42A127C-F33C-FEDC-1CF7-FD49326AFE5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ABD18D7C-ED55-21A8-9084-F158FC3FF3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6133EC4F-1845-4A45-BC29-78626F2B9728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56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95E90938-26F1-3E4E-ED9F-2E6B09B3A4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682A8E17-7FDC-6528-B9DE-329C8EE5E4D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2E16FCAF-EF70-D161-E793-544AEBA456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53162A3C-E19E-4227-8D08-56AAD48797C2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60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82809DF-04D6-AFFB-A8CE-3B144551A7F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034AE7F9-28A8-1498-3F55-235F13AAEC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4D340B84-255D-CB26-E59C-01C6AD8C28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B6EB99CA-703B-4287-B834-2FEA6C7D14B5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64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CAE936A-A61C-D1AF-9931-57B54DD087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D7AA0C6-A4DE-A2E6-4E59-A52C8E9712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F16C8ACB-1497-847D-216A-D66AFAF1E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19D941C-29CB-4404-9277-78830D1DD69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67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2CAE936A-A61C-D1AF-9931-57B54DD087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D7AA0C6-A4DE-A2E6-4E59-A52C8E97127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F16C8ACB-1497-847D-216A-D66AFAF1EC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819D941C-29CB-4404-9277-78830D1DD69F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68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F1E8F67A-D5BC-F370-2BC2-D4212FED0E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44A3E8FE-3695-57C3-C9C4-E1F780C61DE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A34520A2-1E25-39A6-499B-4CCB7AA75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4F3F49ED-8A59-4381-8CA9-704242C6DEBA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70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16BA3C-F8D1-8A09-73C0-0222C854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BC738-8164-4D2E-9AF8-6A7E465869CF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C152B6-05D2-9A27-515F-0FDE06C6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6143EF-D239-6CA3-3A23-D65D7FB97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9A2C4E-2B91-45CB-8DA6-67B5C1D3FA49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457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292685-B061-BC08-0646-1ADFB7D4F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CB883-1F93-40DC-A77B-3564043D8200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B4DE8C-49BF-4088-27F3-D1CF77E7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A7BF7E-0CE1-F9F3-E4C6-7EBDF54AE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67EBE9-D99C-459B-9633-8E1FD66EB1A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418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E8641F-3533-3786-8A11-4E5A57D2C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F9DD9B-267E-45AC-B3EB-1F47244ED3D3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76AB0-9CE0-5044-F22F-38C3F58E72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A36EE1-2C91-5239-06BC-68BF5EF09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F83E68-2CB3-4312-A52E-2617EB60BF5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7975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3DADDBCE-5986-4594-98EF-063A4274B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83781-00FB-45C6-945E-A11479089B95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D448BC03-0B0F-1192-5D8A-F0E8C47DB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6B4449F-B24B-EC2D-9B26-67AE2A963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60DF0-C1C3-47D0-B214-E4E5E6E7927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1503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5B2A6281-AC21-F5AA-3609-131F2C2FC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29E460-88BD-4102-80C7-04B8725A012E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0A299A82-251F-F338-02DE-0F9BFE628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F1C237DE-39C7-30E2-0E83-A4347B62A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523258-18B0-4DD3-94AE-C474E7E3A85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7383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ACCD566A-2796-F7F4-213F-5F27BA292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9B014-4DC0-4646-AD14-30F6A857775B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196F2BB5-3C4E-BF5A-5E72-2136F7440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349D5C18-0905-6751-9FB9-E7803C854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B5DCF5-E416-4920-A4DA-1B8880F136A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54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E300C986-1265-9218-7AEE-55FC3E4ED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A3993-84A7-4B03-8BE4-44A163226638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48E5D2F-6FBB-3FE1-7D0E-936DED019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15EAD8E-18D0-8EC7-71BF-099A1DCBF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6D412-377C-4193-946E-E4BC683ABE4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580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EDBD8D69-A24D-1CBE-CF97-C7805AD2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81787-7A73-4F2C-B89A-D9A177BDC501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75ECDD89-A673-11D9-A000-9D02662F8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EE56448-1BCA-1B7D-407F-46612A65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98C21AB-7E4A-46CA-9402-81850E61554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02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B207EF7-5244-2CC3-F98D-76FBBA1C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0F4CF-77D8-4A70-8AC3-6A0161D50998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5A68EC5E-BA13-19D6-C50D-D9A5D39EE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3FF446C-6977-D694-C78E-F5E4E14B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547EBC-5375-4D47-95E0-BC2A1EF71F4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89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6B6A72-4AB2-6A44-DAD1-7A0C75FD8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B61930-D647-44E8-8FA7-5791E0E65AB9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DAAF48-747F-078C-D1EA-B907793F0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58799CF-8891-4993-FB41-7CCD652AE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033DD-E7A0-4158-82D0-FBA2369834D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590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4B5294-DA6B-43AC-16C0-13589B2C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DBCEE-0EFB-46E4-B1A7-CC4BEAF04715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185B25-FA29-22BB-5659-D9DBA0E0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30DADD8-7799-80A9-30A8-FE9B3FF0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AA4E59-3C4E-4412-A1FA-B69E22B219E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975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C57CF1C1-CF63-20E3-6F86-C536866E9D0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39B4D2CE-7BE6-B099-5DFC-B745D9FA1D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D6ABDF-C709-499C-0188-D9625F533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AB856D2E-3DB5-42A8-B99C-D92313100099}" type="datetimeFigureOut">
              <a:rPr lang="ko-KR" altLang="en-US"/>
              <a:pPr>
                <a:defRPr/>
              </a:pPr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A4C27E-02E5-2EE2-B8DC-0BBD863D0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DB6CE6-2007-AD84-CB5B-599816D07C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20D1F08-50DC-40E8-BFB1-D82FC25EFB60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CE8F0-01D0-35CB-82CA-7C0964D73C18}"/>
              </a:ext>
            </a:extLst>
          </p:cNvPr>
          <p:cNvSpPr txBox="1"/>
          <p:nvPr/>
        </p:nvSpPr>
        <p:spPr>
          <a:xfrm>
            <a:off x="0" y="-310485"/>
            <a:ext cx="9144000" cy="747897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000" b="1"/>
              <a:t>병합된 파일 목록</a:t>
            </a:r>
            <a:r>
              <a:rPr lang="en-US" altLang="ko-KR" sz="2000" b="1"/>
              <a:t>:</a:t>
            </a:r>
          </a:p>
          <a:p>
            <a:r>
              <a:rPr lang="en-US" altLang="ko-KR" sz="2000" b="1"/>
              <a:t>- 01_A</a:t>
            </a:r>
            <a:r>
              <a:rPr lang="ko-KR" altLang="en-US" sz="2000" b="1"/>
              <a:t>동 </a:t>
            </a:r>
            <a:r>
              <a:rPr lang="en-US" altLang="ko-KR" sz="2000" b="1"/>
              <a:t>204-2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- 02_A</a:t>
            </a:r>
            <a:r>
              <a:rPr lang="ko-KR" altLang="en-US" sz="2000" b="1"/>
              <a:t>동 </a:t>
            </a:r>
            <a:r>
              <a:rPr lang="en-US" altLang="ko-KR" sz="2000" b="1"/>
              <a:t>401-1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- 03_A</a:t>
            </a:r>
            <a:r>
              <a:rPr lang="ko-KR" altLang="en-US" sz="2000" b="1"/>
              <a:t>동 </a:t>
            </a:r>
            <a:r>
              <a:rPr lang="en-US" altLang="ko-KR" sz="2000" b="1"/>
              <a:t>403-3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- 04_A</a:t>
            </a:r>
            <a:r>
              <a:rPr lang="ko-KR" altLang="en-US" sz="2000" b="1"/>
              <a:t>동 </a:t>
            </a:r>
            <a:r>
              <a:rPr lang="en-US" altLang="ko-KR" sz="2000" b="1"/>
              <a:t>403-4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- 05_A</a:t>
            </a:r>
            <a:r>
              <a:rPr lang="ko-KR" altLang="en-US" sz="2000" b="1"/>
              <a:t>동 </a:t>
            </a:r>
            <a:r>
              <a:rPr lang="en-US" altLang="ko-KR" sz="2000" b="1"/>
              <a:t>404-6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- 06_A</a:t>
            </a:r>
            <a:r>
              <a:rPr lang="ko-KR" altLang="en-US" sz="2000" b="1"/>
              <a:t>동 </a:t>
            </a:r>
            <a:r>
              <a:rPr lang="en-US" altLang="ko-KR" sz="2000" b="1"/>
              <a:t>601-5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- 07_A</a:t>
            </a:r>
            <a:r>
              <a:rPr lang="ko-KR" altLang="en-US" sz="2000" b="1"/>
              <a:t>동 </a:t>
            </a:r>
            <a:r>
              <a:rPr lang="en-US" altLang="ko-KR" sz="2000" b="1"/>
              <a:t>601-6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- 08_A</a:t>
            </a:r>
            <a:r>
              <a:rPr lang="ko-KR" altLang="en-US" sz="2000" b="1"/>
              <a:t>동 </a:t>
            </a:r>
            <a:r>
              <a:rPr lang="en-US" altLang="ko-KR" sz="2000" b="1"/>
              <a:t>602-2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- 09_A</a:t>
            </a:r>
            <a:r>
              <a:rPr lang="ko-KR" altLang="en-US" sz="2000" b="1"/>
              <a:t>동 </a:t>
            </a:r>
            <a:r>
              <a:rPr lang="en-US" altLang="ko-KR" sz="2000" b="1"/>
              <a:t>604-1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- 10_A</a:t>
            </a:r>
            <a:r>
              <a:rPr lang="ko-KR" altLang="en-US" sz="2000" b="1"/>
              <a:t>동 </a:t>
            </a:r>
            <a:r>
              <a:rPr lang="en-US" altLang="ko-KR" sz="2000" b="1"/>
              <a:t>604-2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- 11_A</a:t>
            </a:r>
            <a:r>
              <a:rPr lang="ko-KR" altLang="en-US" sz="2000" b="1"/>
              <a:t>동 </a:t>
            </a:r>
            <a:r>
              <a:rPr lang="en-US" altLang="ko-KR" sz="2000" b="1"/>
              <a:t>604-4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- 12_A</a:t>
            </a:r>
            <a:r>
              <a:rPr lang="ko-KR" altLang="en-US" sz="2000" b="1"/>
              <a:t>동 </a:t>
            </a:r>
            <a:r>
              <a:rPr lang="en-US" altLang="ko-KR" sz="2000" b="1"/>
              <a:t>702-5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- 13_A</a:t>
            </a:r>
            <a:r>
              <a:rPr lang="ko-KR" altLang="en-US" sz="2000" b="1"/>
              <a:t>동 </a:t>
            </a:r>
            <a:r>
              <a:rPr lang="en-US" altLang="ko-KR" sz="2000" b="1"/>
              <a:t>802-1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- 14_A</a:t>
            </a:r>
            <a:r>
              <a:rPr lang="ko-KR" altLang="en-US" sz="2000" b="1"/>
              <a:t>동 </a:t>
            </a:r>
            <a:r>
              <a:rPr lang="en-US" altLang="ko-KR" sz="2000" b="1"/>
              <a:t>802-3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- 15_A</a:t>
            </a:r>
            <a:r>
              <a:rPr lang="ko-KR" altLang="en-US" sz="2000" b="1"/>
              <a:t>동 </a:t>
            </a:r>
            <a:r>
              <a:rPr lang="en-US" altLang="ko-KR" sz="2000" b="1"/>
              <a:t>803-4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- 16_A</a:t>
            </a:r>
            <a:r>
              <a:rPr lang="ko-KR" altLang="en-US" sz="2000" b="1"/>
              <a:t>동 </a:t>
            </a:r>
            <a:r>
              <a:rPr lang="en-US" altLang="ko-KR" sz="2000" b="1"/>
              <a:t>804-2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- 17_A</a:t>
            </a:r>
            <a:r>
              <a:rPr lang="ko-KR" altLang="en-US" sz="2000" b="1"/>
              <a:t>동 </a:t>
            </a:r>
            <a:r>
              <a:rPr lang="en-US" altLang="ko-KR" sz="2000" b="1"/>
              <a:t>1002-3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- 18_A</a:t>
            </a:r>
            <a:r>
              <a:rPr lang="ko-KR" altLang="en-US" sz="2000" b="1"/>
              <a:t>동 </a:t>
            </a:r>
            <a:r>
              <a:rPr lang="en-US" altLang="ko-KR" sz="2000" b="1"/>
              <a:t>1002-5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- 19_B</a:t>
            </a:r>
            <a:r>
              <a:rPr lang="ko-KR" altLang="en-US" sz="2000" b="1"/>
              <a:t>동 </a:t>
            </a:r>
            <a:r>
              <a:rPr lang="en-US" altLang="ko-KR" sz="2000" b="1"/>
              <a:t>601-5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- 20_B</a:t>
            </a:r>
            <a:r>
              <a:rPr lang="ko-KR" altLang="en-US" sz="2000" b="1"/>
              <a:t>동 </a:t>
            </a:r>
            <a:r>
              <a:rPr lang="en-US" altLang="ko-KR" sz="2000" b="1"/>
              <a:t>603-4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- 21_B</a:t>
            </a:r>
            <a:r>
              <a:rPr lang="ko-KR" altLang="en-US" sz="2000" b="1"/>
              <a:t>동 </a:t>
            </a:r>
            <a:r>
              <a:rPr lang="en-US" altLang="ko-KR" sz="2000" b="1"/>
              <a:t>604-1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r>
              <a:rPr lang="en-US" altLang="ko-KR" sz="2000" b="1"/>
              <a:t>- 22_B</a:t>
            </a:r>
            <a:r>
              <a:rPr lang="ko-KR" altLang="en-US" sz="2000" b="1"/>
              <a:t>동 </a:t>
            </a:r>
            <a:r>
              <a:rPr lang="en-US" altLang="ko-KR" sz="2000" b="1"/>
              <a:t>702-5</a:t>
            </a:r>
            <a:r>
              <a:rPr lang="ko-KR" altLang="en-US" sz="2000" b="1"/>
              <a:t>호 세대내 작업</a:t>
            </a:r>
            <a:r>
              <a:rPr lang="en-US" altLang="ko-KR" sz="2000" b="1"/>
              <a:t>(</a:t>
            </a:r>
            <a:r>
              <a:rPr lang="ko-KR" altLang="en-US" sz="2000" b="1"/>
              <a:t>친환경 도장</a:t>
            </a:r>
            <a:r>
              <a:rPr lang="en-US" altLang="ko-KR" sz="2000" b="1"/>
              <a:t>).ppt</a:t>
            </a:r>
          </a:p>
          <a:p>
            <a:endParaRPr lang="ko-KR" altLang="en-US" sz="2000" b="1"/>
          </a:p>
        </p:txBody>
      </p:sp>
    </p:spTree>
    <p:extLst>
      <p:ext uri="{BB962C8B-B14F-4D97-AF65-F5344CB8AC3E}">
        <p14:creationId xmlns:p14="http://schemas.microsoft.com/office/powerpoint/2010/main" val="1837543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B441197B-F7CA-3370-810E-BF577A170A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204-2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503040A5-BA13-D0FC-5C93-061C53B31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50AC9E5-114E-423C-C445-9CED4D7A46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81CE20E-2EC6-AEB7-96D0-89D6B229F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204-2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47438F94-FE49-9266-F380-388C8DCB68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88E7F68C-F3EE-BCE9-72B5-E18CCC39D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6F5B355-2620-5DD1-6D2A-49DE0068B3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20B52C6E-AB9F-2334-07A3-D11A682DD3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204-2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80132B0F-D996-E0C7-7989-FEEA166EE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72E8922D-BA2E-C5A9-AF57-45A011D7D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F28F6320-A4FF-E015-5FF9-A20131BF73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45B8AF-CFD5-0BB9-6E43-F5F6E76F983B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CB664E5B-4581-8A39-15B9-97017137A2F3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2FA11-142B-3B97-7ADB-392C6C3278E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친환경 </a:t>
            </a:r>
            <a:r>
              <a:rPr lang="ko-KR" altLang="en-US" b="1" dirty="0"/>
              <a:t>도장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B7F337B-13A9-2FB4-B3BD-1FEFDC0B595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A3FD0F1B-3963-945A-5CD0-C066E20C97D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7108CCD9-A705-C7B8-0CF0-FF9FF9D5EC30}"/>
              </a:ext>
            </a:extLst>
          </p:cNvPr>
          <p:cNvSpPr/>
          <p:nvPr/>
        </p:nvSpPr>
        <p:spPr>
          <a:xfrm>
            <a:off x="3419475" y="2924175"/>
            <a:ext cx="2232025" cy="15128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18A4ECC-0DB4-43EF-32CF-E3BE9D1A0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401-1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079B6CD-430B-5DFD-7984-A9C77CAAA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2A83DE7-807C-4407-F98C-113816DCD7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DE74AC49-405F-AF97-5B42-45F932321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401-1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57B972D2-7C93-A2F1-E228-D4878002C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5377FE1E-F73E-E3C8-DED3-F2396CFDD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20735CD-087B-0746-0E7B-ACE495288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96A26688-9EAC-DB50-FBD6-ED50077BB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401-1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0261BCE2-80C9-E85F-0ED1-E444A8B839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8D559FB-5363-8964-B913-A86CD340C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AAC47A7E-B9BB-9838-4E35-15C1FB1C9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CD2390C-4192-E8BD-082F-A785D9CB4D7D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38D06900-745B-8046-E27C-3947FC154F18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BC1E43C2-8B34-395E-1BAE-2E7F6F8EDE0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친환경 도장</a:t>
            </a:r>
            <a:r>
              <a:rPr lang="en-US" altLang="ko-KR" b="1"/>
              <a:t> 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59B08A6-5C92-5677-8B7C-EFA69320925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77140147-642E-25F3-A7F0-786119A1A61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A19D4E14-C271-A23F-02B3-926553C5AF64}"/>
              </a:ext>
            </a:extLst>
          </p:cNvPr>
          <p:cNvSpPr/>
          <p:nvPr/>
        </p:nvSpPr>
        <p:spPr>
          <a:xfrm>
            <a:off x="1979613" y="2997200"/>
            <a:ext cx="4032250" cy="1511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802ECA6-7524-2A41-05E6-73B8150065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403-3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119212B-1AA2-C178-4914-715704DEB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D995E588-1A4B-C0C4-8AC8-04E3DCAE7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0484A68-21FF-EB9F-F18D-CF2D0DF716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403-3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D1C4A862-C9F2-1E42-7BB9-8440C3F815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F32651AC-1C84-EB35-C77E-FC26EF15CF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1042DF0-EC0F-F1E3-2577-800A371C96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92764D15-658B-410E-E4FB-73863DA8BA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403-3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3D68D44B-0913-D106-1EC2-23961F9A2D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E8FE929B-2E59-5F6C-18BC-F4878083AD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808288"/>
            <a:ext cx="86677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(2, 5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벽체 들뜸 보수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발코니 전체 곰팡이제거 및 도색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8D5F0B73-23E1-770E-5979-D952908FCC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A395A05-4425-88DA-A081-8963902C8EA7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F14676D5-E62C-EA4D-54E7-F5B01F228B5D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2B2EB4-D944-F2A1-8988-B9B45CB6F67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친환경 </a:t>
            </a:r>
            <a:r>
              <a:rPr lang="ko-KR" altLang="en-US" b="1" dirty="0"/>
              <a:t>도장</a:t>
            </a:r>
            <a:r>
              <a:rPr lang="en-US" altLang="ko-KR" b="1" dirty="0"/>
              <a:t> 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94BC502-F4CF-026E-D6F3-CF9F3AFEE5D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5A388E48-1565-7564-3A0A-D53EAA5634B8}"/>
              </a:ext>
            </a:extLst>
          </p:cNvPr>
          <p:cNvSpPr/>
          <p:nvPr/>
        </p:nvSpPr>
        <p:spPr>
          <a:xfrm>
            <a:off x="3708400" y="2852738"/>
            <a:ext cx="2303463" cy="19446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6149" name="내용 개체 틀 5">
            <a:extLst>
              <a:ext uri="{FF2B5EF4-FFF2-40B4-BE49-F238E27FC236}">
                <a16:creationId xmlns:a16="http://schemas.microsoft.com/office/drawing/2014/main" id="{4C5265A7-3F7B-E303-D1C1-F37637050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25963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FD22753B-EF5F-01FE-C636-F9758440B5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벽체 들뜸 보수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A5C4540-E35A-4D55-88CC-C9EDC7DBE6A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6E5C6A6E-4951-F9BD-C9D8-1536E084024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5B5FA8C-264E-9F81-8171-8CBD80F3F135}"/>
              </a:ext>
            </a:extLst>
          </p:cNvPr>
          <p:cNvSpPr/>
          <p:nvPr/>
        </p:nvSpPr>
        <p:spPr>
          <a:xfrm>
            <a:off x="3851275" y="2924175"/>
            <a:ext cx="792163" cy="2089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DE2A1D6E-8602-5063-5396-3C8900B0060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sz="3600" b="1"/>
              <a:t>발코니 전체 곰팡이제거 및 도색</a:t>
            </a:r>
            <a:endParaRPr lang="ko-KR" altLang="en-US" sz="36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C819DC2-C254-A755-9706-32130E497EC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29">
            <a:extLst>
              <a:ext uri="{FF2B5EF4-FFF2-40B4-BE49-F238E27FC236}">
                <a16:creationId xmlns:a16="http://schemas.microsoft.com/office/drawing/2014/main" id="{26AAE688-2975-3608-23DC-99C3E2F877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1C51D4D-D586-77C9-81DF-10D064164067}"/>
              </a:ext>
            </a:extLst>
          </p:cNvPr>
          <p:cNvSpPr/>
          <p:nvPr/>
        </p:nvSpPr>
        <p:spPr>
          <a:xfrm>
            <a:off x="2987675" y="2708275"/>
            <a:ext cx="3744913" cy="2089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1CF7E0D-AFA6-9CEC-E568-A0FAF33BA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403-4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690F547E-D643-91B5-1750-0F47022E1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1FF7EA1-297C-5FD9-F2A4-DD00BECB8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DD004E2C-9CE7-312C-D6D9-F7D309383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403-4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CACAE179-4336-D47A-D295-E4B2D7EB5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D83A4D94-0CDE-06C1-7A62-606B6F558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FDD1B72F-072D-35C7-D01B-76C46D720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54F0B23A-AAD8-A454-C5F2-F739FBF43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403-4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F9C508C0-6A23-7809-83AA-9FA72B2B47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BD365260-578B-0F2C-F6F7-22F0C86B4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1202315-27D7-F59F-4138-DD60008D1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FF0179B-80B4-535F-764E-DE2D2A4A1F8E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4E9671C8-F866-ED74-3309-CBFC08AA4C97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3F13F-A95B-BC4C-BE13-E64E67E343E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친환경 </a:t>
            </a:r>
            <a:r>
              <a:rPr lang="ko-KR" altLang="en-US" b="1" dirty="0"/>
              <a:t>도장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A755D0-B86D-CDF1-7C91-48A1413961F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DBD718AC-52A1-C613-6DBC-E964E761469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98ABE855-9AFB-F19F-9F84-C126FBFBA5AC}"/>
              </a:ext>
            </a:extLst>
          </p:cNvPr>
          <p:cNvSpPr/>
          <p:nvPr/>
        </p:nvSpPr>
        <p:spPr>
          <a:xfrm>
            <a:off x="2843213" y="3068638"/>
            <a:ext cx="3960812" cy="23764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E9856D2-A277-A343-E107-7AF7BAC8B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404-6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8B6CD64-14AC-CF03-4651-E2267924B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BF8425F-A086-4309-F8D5-4843239E0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250F2BF2-A045-232A-E3C7-C2457B397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404-6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F6478F26-8237-44B3-CF10-CA3E9374F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4ECD7372-72A6-58D7-E692-CAB0DB457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5955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FEA33B9-32BA-BA93-0FF0-231902034C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E68066F4-BA8A-E138-5378-251AC6D6A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404-6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D4964003-1E4F-5B17-9B62-CB333DDAC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C7CF49B8-D14D-D61E-E758-5DE587EEC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24175"/>
            <a:ext cx="8667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(2, 3, 5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화장실 바닥타일 부분교체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 </a:t>
            </a:r>
            <a:r>
              <a:rPr kumimoji="0" lang="ko-KR" altLang="en-US" sz="1200" b="1"/>
              <a:t>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F37335C-6E9D-A94A-2E9A-D26083F66E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8512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D651074-EADD-64FB-0D77-7D4918BAC13C}"/>
              </a:ext>
            </a:extLst>
          </p:cNvPr>
          <p:cNvSpPr/>
          <p:nvPr/>
        </p:nvSpPr>
        <p:spPr bwMode="auto">
          <a:xfrm>
            <a:off x="3316288" y="4575175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6DB4ECAA-B30E-E49B-7FAE-37C83CEB6117}"/>
              </a:ext>
            </a:extLst>
          </p:cNvPr>
          <p:cNvSpPr/>
          <p:nvPr/>
        </p:nvSpPr>
        <p:spPr>
          <a:xfrm>
            <a:off x="4176713" y="55895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007B47-AB13-1264-59CF-0776D93BDEA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얼룩짐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945D520-F043-54C6-18FF-4D5B0B5661C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8057191B-65CC-CB30-3A60-254A51FC44B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6A714E9-CE1E-7CF6-D037-513D6662C7F7}"/>
              </a:ext>
            </a:extLst>
          </p:cNvPr>
          <p:cNvSpPr/>
          <p:nvPr/>
        </p:nvSpPr>
        <p:spPr>
          <a:xfrm>
            <a:off x="3348038" y="2708275"/>
            <a:ext cx="2663825" cy="20161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63F0ED8-AF4A-3F51-78DF-315907EBB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601-5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B271B37-694F-A454-5022-48B6D4022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30238CD-CB29-1CA5-6F5D-05309691B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6DB0264-6AA6-34CE-0E1F-243384A85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601-5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6AE262F6-01AF-DB0A-4F52-566536D57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1261D75B-873F-B9C1-53F0-EB001E61CB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76418A7-D059-562E-D30B-490B84AB4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6EAB51D2-3D14-B771-33DD-863385CD1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601-5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BFDE4555-82F8-CE22-3B24-3432F04824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2C5EBB4C-C7E7-0EE0-17F1-8FD6658336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8CF0A377-CA41-D4C4-A7B8-43EF9518B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65CBEE6-B0CE-5E41-ACE7-06F184DB6ECF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4D9EA948-19AD-E90F-25B1-4E03FF994393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6E21-3C4F-6D14-7285-5576E7E87F3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2ADC75A-A443-1A62-E42F-58257BBD2BD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73D96758-2704-F74E-70E4-7A952E2B14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07375" cy="4452938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02A9C82-F895-641F-74EE-442FCF804957}"/>
              </a:ext>
            </a:extLst>
          </p:cNvPr>
          <p:cNvSpPr/>
          <p:nvPr/>
        </p:nvSpPr>
        <p:spPr>
          <a:xfrm>
            <a:off x="3348038" y="2997200"/>
            <a:ext cx="2376487" cy="17272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5F7B2920-93F4-569F-AF02-88DBA422B5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601-6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E665D3E7-E74D-7C33-3CDC-1D77B0F318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D9FBECA-3646-5774-9E65-11245CEE6E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217EB4D-8969-2737-A977-8824B902BB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601-6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4D1DD009-40D2-9743-6875-0D213499D0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40151BF1-DE30-47D6-F0C3-5EF511F06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D985C015-9AA8-EE6F-4208-9C57C0DF4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568C4418-6F38-5658-A122-AE05FA9E69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601-6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804FF051-26B9-82A4-7892-30A5054AD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920DB40B-24C1-2B01-06AA-33A203BD9E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3D5ED868-704E-A390-21F3-629387FE3A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C819755-E32E-ABDD-1FDE-2D20656787FA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5A887413-9AE8-7DE8-705E-1D7EA367E09E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BDA9C0-5990-6D08-5B4A-283A10C4B5E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2E18E46-2D70-1901-CAA6-1BB2F9774CF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F6B32D23-372A-9C70-8FB8-6340DBFCAF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07375" cy="4452938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5C55245-AB23-6F63-C6FC-1437EFE1ACCF}"/>
              </a:ext>
            </a:extLst>
          </p:cNvPr>
          <p:cNvSpPr/>
          <p:nvPr/>
        </p:nvSpPr>
        <p:spPr>
          <a:xfrm>
            <a:off x="2484438" y="3068638"/>
            <a:ext cx="3311525" cy="1655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9138A02-2F1B-CF34-3291-5CD971C4B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602-2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DBFC4A45-5C28-E07B-8C58-9927BAA258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96288E5-75B6-D490-B5C4-8FF40AF45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A7A0E589-D4A9-42A1-42CD-D7CE0CEBA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602-2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5CAFF105-AADC-323F-CB66-57D3ECC24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AA2BBDFC-A1C9-1524-DDCF-70FEE6FD1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9122F50-0E05-133F-454D-36153898E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0588F98D-D0B7-EA0A-7D80-161D10E3E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602-2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A36B80E7-0B92-6CB1-8296-4A6ACF5CD6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F7D991C-9B95-7618-D9ED-77ECA9FEB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발코니 좌측벽면 부분도장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B5741633-52E6-F0C4-BBCA-8364E57AF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5B86B9-F411-2F49-E997-A751022B8151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7D447C13-16B2-D0ED-2487-1D3E800FA553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3772B3CF-C782-20C2-75CF-535EE6DA56D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친환경 도장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3CA3FB-6519-097B-1452-94F0279E083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84B034D8-E0A2-4D0F-2BA4-509FA3CD04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506FA2DC-5023-BEE4-57AB-58AF73EF776B}"/>
              </a:ext>
            </a:extLst>
          </p:cNvPr>
          <p:cNvSpPr/>
          <p:nvPr/>
        </p:nvSpPr>
        <p:spPr>
          <a:xfrm>
            <a:off x="3635375" y="3068638"/>
            <a:ext cx="1441450" cy="1655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5F6DF433-542C-BAC6-A9CF-29ED5F3C81D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발코니 좌측벽면 부분도장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E388AD-DA3A-96A3-09D2-1B38AC9522D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92C2B565-2B8D-AD62-02E0-547F36D2573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95EEC186-C5B0-795D-8229-F73A6FFB49DA}"/>
              </a:ext>
            </a:extLst>
          </p:cNvPr>
          <p:cNvSpPr/>
          <p:nvPr/>
        </p:nvSpPr>
        <p:spPr>
          <a:xfrm rot="21404350">
            <a:off x="3706813" y="2132013"/>
            <a:ext cx="2008187" cy="3781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E883238-E170-1CC5-8610-01D3B3E7E5E9}"/>
              </a:ext>
            </a:extLst>
          </p:cNvPr>
          <p:cNvSpPr/>
          <p:nvPr/>
        </p:nvSpPr>
        <p:spPr>
          <a:xfrm rot="21404350">
            <a:off x="1978025" y="1698625"/>
            <a:ext cx="1362075" cy="43751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2B3C62CE-4AD5-250D-20FC-794034CDC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604-1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1638E73-CFCB-20BD-9A6E-35BCADF07E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CCE716AE-EBEE-1FD5-E6EA-CA8EB3D914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B8191313-CB70-B11D-EED0-8329EAE633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604-1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F31C5328-4E5E-C81C-3E1A-458CE1A20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B0FF0A3B-34E3-B5E8-E75F-8B3063BEC9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2DBEAFB9-A914-0ACD-9508-10E7B14A0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DC3CD7C7-923D-A659-9494-27F4F1840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604-1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89E1F0FB-C9D3-831F-9871-D4B56BD5AB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7091F7E2-3EC8-70B1-D9E1-C8A17162DF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버티컬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DA83E1BE-64EE-73D2-90C3-F9BCED74A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6EBC891-A685-1EBC-2215-9F510CBF31F7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A68D27DE-B934-9CBF-8D3D-C3C8F1432BC6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E4CD5-FB3E-516F-92F2-D5E2421AC16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E21262-6640-8C4D-A410-8F49DDC7F83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EDBACF24-DB79-FDFA-8798-938E555D07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1536C7D-7FC3-6BF4-B22A-B816074AD501}"/>
              </a:ext>
            </a:extLst>
          </p:cNvPr>
          <p:cNvSpPr/>
          <p:nvPr/>
        </p:nvSpPr>
        <p:spPr>
          <a:xfrm>
            <a:off x="4427538" y="3068638"/>
            <a:ext cx="1368425" cy="16557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DA4B727-C495-DEF7-42BC-25255C5C2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604-2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BC28CF52-EE4C-2A40-670B-25EE2EC15D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E87DF8B-9830-295D-4465-73A70D649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548D8455-1929-76E4-D7D4-27EE884A8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604-2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D474A26A-8B3B-92A4-7A92-5D3883C8B1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08690C7F-6399-C4F6-3B01-FD7FFA8DE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B43D58A-7B7D-5A1D-2691-86D99003D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297D815F-58A2-D07B-4176-299EC74D4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604-2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B21E1C54-7B3F-48BB-71DE-FE75F39DD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4216B33E-4472-A2C5-86B1-8A981F3E9A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(2, 6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FF3DF4BE-8CCA-B8A3-7827-6C9D84A72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2835752-567C-1340-95D8-CB3690B745E8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D2133820-413B-6E2B-662A-CC5632FD76AE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7CE58D38-4073-7195-1E6B-A846945790E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친환경 도장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4812D60-9B2F-36A7-D53A-B8CB5FA11B7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85E0E17F-0974-BB87-64E0-21581EAA4F1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25C946A2-B388-0778-C2F2-DF8D99BB6AFD}"/>
              </a:ext>
            </a:extLst>
          </p:cNvPr>
          <p:cNvSpPr/>
          <p:nvPr/>
        </p:nvSpPr>
        <p:spPr>
          <a:xfrm>
            <a:off x="3492500" y="3141663"/>
            <a:ext cx="1655763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02D7838-D6F1-1872-2B32-D8F1736570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604-4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F3355E1-641A-A90E-DB79-89BEC779F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07F8646C-6B6D-9E0B-3AC9-546940066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5FC6BCD-34EA-04CC-E352-2A4B0FEC4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604-4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9627DBF0-76E0-17C1-7534-47CDAB72FB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6639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BC507BA3-A89E-53DE-12A8-2DF9E89AA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0452C91-026F-58A6-4167-A75BC854CC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047D69D9-121D-B948-F6FB-12799CD880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604-4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23DF0574-B47B-BB72-C82A-56C8B1B548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A06B177F-2436-1046-01DF-CF1BEEF4A9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(2, 3, 4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45DFDED-FB98-4984-4AEA-A9C0ECEA56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75108A-DBBE-6F81-86D4-63AD66762C62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FE942CEB-563D-1CB5-1B10-CFE5A05C6B54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9B90A-064D-87A6-008E-83AC683F031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065685-B76B-6060-A56A-71F51B7B83BB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8EDB9123-504F-A1BF-D6C5-57EC979B41E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7200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5E36AF8-370D-A1A3-D5A9-959DDBF67478}"/>
              </a:ext>
            </a:extLst>
          </p:cNvPr>
          <p:cNvSpPr/>
          <p:nvPr/>
        </p:nvSpPr>
        <p:spPr>
          <a:xfrm>
            <a:off x="3636963" y="3068638"/>
            <a:ext cx="2879725" cy="1439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C7E4777B-4C56-C547-9B4B-705DFDEBA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702-5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CE8EC753-EFD3-5D52-0C3A-E547B7CD9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A20CE04-8D81-12E4-4E59-67F4809EC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0B9B2BB9-812A-F751-2EF0-FCDCDF2DA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702-5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A12FE932-703F-79F3-5E87-4651C1E71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2321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C04ABF6C-9AEB-5513-C652-A7578DC4A5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6276CB3C-5016-5BA5-68F8-F591D7C40C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8711DA8A-49C9-C597-2AD0-D23FEE343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702-5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A4CD25D0-1EA8-BB04-EED9-6E47C7380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1DBD865-4E7C-7EFC-9C7D-6DC339DA1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AEBED537-1DAA-D49A-E148-82F6537FC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0E94F70-1529-B7BA-5C53-82EE47C52D3C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69EC7078-7E60-D756-B454-E273DB91D72C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49C72-C855-956C-E553-DE71F84893E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8FF175-A427-9913-232D-B7533C28ED23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4B4466C2-9147-D26F-102E-B63C5445C98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D01BC057-5486-94E7-F5E2-FDD5D32724A6}"/>
              </a:ext>
            </a:extLst>
          </p:cNvPr>
          <p:cNvSpPr/>
          <p:nvPr/>
        </p:nvSpPr>
        <p:spPr>
          <a:xfrm rot="241083">
            <a:off x="2771775" y="3141663"/>
            <a:ext cx="4321175" cy="14398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02837BB-7E59-44FB-C652-C887CE85C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802-1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A597A240-1465-4E8F-A8BD-53C99DAE66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F416364-231D-0291-0E07-8B783A4A7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59BE22E-F3DF-C1D9-6F2B-59EF6282C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802-1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6564F950-800E-6380-23A7-03E061C33F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8F296ABE-DE8C-5C91-6AE6-086013C41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F7E70CE-9699-7259-B80B-9FADC7A8C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84E696F5-7635-E252-B072-FB0580068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802-1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B614AD7C-68C4-951C-7692-009D6B613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A813850-689F-CA3A-AD02-06E2250CF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(6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90C390FC-268D-281B-BEF8-60973B21BB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EFC9CA9-9EA5-DF39-2FD6-8DA07DAA7BA5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B2BE937C-9ACE-317F-3A96-C1F8D8473491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99F7E9-DBA7-8BB5-78A1-0EE76CAC0CA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BA21D1E-F4F7-BA12-14D7-C30BE30F3DE0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8B79FD95-9680-3178-1C7C-CD9508E105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1AD6BD9-8C10-BD77-C959-3F35FCCCF188}"/>
              </a:ext>
            </a:extLst>
          </p:cNvPr>
          <p:cNvSpPr/>
          <p:nvPr/>
        </p:nvSpPr>
        <p:spPr>
          <a:xfrm>
            <a:off x="3995738" y="3284538"/>
            <a:ext cx="1152525" cy="18002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2B5076E1-B676-2EC1-51D3-AEB48A101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802-3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8FFB78FE-E572-3FDC-64CA-F8F5FF30E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E9D7EE39-581A-38C2-F5C6-F27934BEE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1A2A24AB-138F-D315-17C6-A79D7FD1C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802-3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4EB810F3-4617-56B4-7252-204BAE608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7B889FC6-4195-DC63-8DFB-D59386D602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304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589C28D-16D7-95EE-E135-274578A0B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182115A8-9FAF-5D3D-53F4-58BBE17AF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802-3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ABFC24C1-421A-D2D5-245E-C97DB24597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5E98F54F-EF89-55DD-D61F-CB66AAA5B5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3</a:t>
            </a:r>
            <a:r>
              <a:rPr kumimoji="0" lang="ko-KR" altLang="en-US" sz="1200" b="1"/>
              <a:t>번 벽면 단열재 들뜸 재시공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걸레받이 교체포함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F383B9A8-09B9-01E8-FACB-710BCC5980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23C22DE0-7A3E-6E64-979B-CF0764A2C7A8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A3AC9D0F-543E-810D-8FEF-CD93B717694D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890E35-446B-0472-8B1F-A95AB6ED26B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sz="2800" b="1" dirty="0"/>
            </a:br>
            <a:r>
              <a:rPr lang="ko-KR" altLang="en-US" sz="2800" b="1" dirty="0"/>
              <a:t>벽면 단열재 들뜸 재시공</a:t>
            </a:r>
            <a:r>
              <a:rPr lang="en-US" altLang="ko-KR" sz="2800" b="1" dirty="0"/>
              <a:t>(</a:t>
            </a:r>
            <a:r>
              <a:rPr lang="ko-KR" altLang="en-US" sz="2800" b="1" dirty="0"/>
              <a:t>걸레받이 </a:t>
            </a:r>
            <a:r>
              <a:rPr lang="ko-KR" altLang="en-US" sz="2800" b="1" dirty="0" err="1"/>
              <a:t>교체포함</a:t>
            </a:r>
            <a:r>
              <a:rPr lang="en-US" altLang="ko-KR" sz="2800" b="1" dirty="0"/>
              <a:t>)</a:t>
            </a:r>
            <a:br>
              <a:rPr lang="ko-KR" altLang="en-US" sz="2800" b="1" dirty="0">
                <a:latin typeface="+mj-ea"/>
              </a:rPr>
            </a:br>
            <a:endParaRPr lang="ko-KR" altLang="en-US" sz="28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68F39D0-06E7-CD89-9551-625AD760072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A8492821-6DEA-946F-D170-2EDF00EED34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3BAF428-280D-C091-BE67-3D47B6A74F9D}"/>
              </a:ext>
            </a:extLst>
          </p:cNvPr>
          <p:cNvSpPr/>
          <p:nvPr/>
        </p:nvSpPr>
        <p:spPr>
          <a:xfrm rot="5400000">
            <a:off x="3671094" y="3248819"/>
            <a:ext cx="2016125" cy="12239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5F3087BA-3458-2091-841A-88FC64D7D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803-4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92D0226A-21EC-93F1-1109-D62FA60CE7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58F645B4-5AEF-9D8E-2409-8AD69CD7E8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8DFC3600-DE47-FCCD-7F09-AAA866F383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803-4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9AC9F9B3-0C13-550B-596C-F67325D067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3B1AFBC5-03DD-5975-51A5-EBDD063BD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7A41D846-8C60-FAB8-2B3D-C45445674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EF3E20E1-0234-5FF0-7B82-3553979A5D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803-4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47FD47D7-D584-902E-BFB2-C4ECD32DE1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F11127B2-2C41-9BF7-37C9-0526A6A557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D609D67F-B6C0-4638-A496-A96A99F3A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E11D428-17ED-40FB-7197-EC751A9C0A6F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D4FBD23A-857A-B5C2-DF24-905365E5D302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3E2CB4-633B-208A-6537-DCEE50B055B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>
                <a:latin typeface="+mj-ea"/>
              </a:rPr>
              <a:t>친환경 </a:t>
            </a:r>
            <a:r>
              <a:rPr lang="ko-KR" altLang="en-US" b="1" dirty="0"/>
              <a:t>도장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95AD929-63F5-3095-1D86-89D1F99A480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5C32B8A2-B24D-6797-F645-17A6C931E5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B7C75F1F-3FDA-6DF4-5CCB-6B89D765EC76}"/>
              </a:ext>
            </a:extLst>
          </p:cNvPr>
          <p:cNvSpPr/>
          <p:nvPr/>
        </p:nvSpPr>
        <p:spPr>
          <a:xfrm>
            <a:off x="4427538" y="2924175"/>
            <a:ext cx="1081087" cy="13684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747E1523-8F5B-C396-A494-E10C0259E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804-2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AA4113A-B1EF-C555-7602-32177B82A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9E189850-BCC4-DCA4-FF02-A9BC831D7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2CA28D1-E5C1-6309-A571-24715BF76A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804-2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E9748F0E-AB0A-603F-01E0-F19086771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91D84CBC-F39F-4F50-5469-54BE9FA34B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1C3B4690-95F9-4AC7-C672-D6382C1E8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035473DC-DA61-1495-0D66-04091C5D85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17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804-2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F4F4316F-78F0-957C-0DA2-3DA1892470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2A9AD4DF-07EE-5A78-FB44-930E06C05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 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535C4263-6C01-0916-2092-9E0E8A296B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986310A-B260-0218-1E7A-7B064F5997C3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609C8ED5-5A84-E0FD-FD7C-7A3C7CCEE7E2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7CB1B8-F707-0181-53A9-9FACABF30BBF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513132-647D-0FFE-D114-2A8ECD3A18C1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7CBB73D8-4596-06C9-F479-AC066FE24E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FC0201A2-2C30-C073-1718-D2816B691C2C}"/>
              </a:ext>
            </a:extLst>
          </p:cNvPr>
          <p:cNvSpPr/>
          <p:nvPr/>
        </p:nvSpPr>
        <p:spPr>
          <a:xfrm>
            <a:off x="3995738" y="2349500"/>
            <a:ext cx="1152525" cy="23749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B5A68E38-6CA8-602C-AA0E-5A5A8AC08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1002-3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7A90710-0174-A799-6240-592C858403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7BAF7CE-02F1-D85E-6476-1325C0635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E004CACE-4E13-68AA-4BDF-E5FBDACF12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1002-3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130EE284-2565-DEF5-ABF7-7E563F8CB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433B1C23-0275-3F70-24C4-C5FA2492A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F8E1D1BB-76C0-CE16-1CE1-4FBDAD704D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6EE15D48-D34B-F353-41AD-04CE4AB255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6306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1002-3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3BA3F076-9DD2-3DA9-F3C0-3E7B4A83C2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B0606C2E-900B-A047-3C50-EE9394BEA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17825"/>
            <a:ext cx="866775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(2, 3, 4, 5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샤워기앞 바닥타일 부분교체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화장실문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 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7AB4BCC3-ED72-9066-4B32-A5F5C25D48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0306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29C706C-93BD-C941-8B2C-ED6F93B2DC31}"/>
              </a:ext>
            </a:extLst>
          </p:cNvPr>
          <p:cNvSpPr/>
          <p:nvPr/>
        </p:nvSpPr>
        <p:spPr bwMode="auto">
          <a:xfrm>
            <a:off x="3316288" y="46466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EFFB0233-547C-F386-A086-9593AC71916C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69B04463-0005-5258-5CE4-FFB49C903F18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친환경 도장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104F2E1-0CDF-B7C4-D1BB-0D63F3EA6CD4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74C652F4-5D54-4D2E-3B18-A1A13B9254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1E9CD40E-8C3E-38DB-E3B7-6871E9532899}"/>
              </a:ext>
            </a:extLst>
          </p:cNvPr>
          <p:cNvSpPr/>
          <p:nvPr/>
        </p:nvSpPr>
        <p:spPr>
          <a:xfrm>
            <a:off x="3132138" y="2492375"/>
            <a:ext cx="3311525" cy="25923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30669611-84E7-9466-0600-254DF32AF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665288"/>
            <a:ext cx="8135938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A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1002-5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71B84493-ED7F-CB62-0556-E03CB5893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18A37B5-D36B-2FF2-CAAF-A44775BEA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4FC3F4E9-E661-0380-F6E4-296E9E599A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A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1002-5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D7E9BCAF-968C-4AED-379D-543836B23C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3089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5BBF245B-ECE2-D27E-79F6-4EEFD61C42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83D1260E-C389-49B6-158E-FE6D34D0A6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1BEA106A-D62D-EB4D-920C-8B6AA160A6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63061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A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1002-5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6D25CFF7-764C-2B19-1EFC-B2CE8C003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AF8C3ABC-B7B4-390A-14F4-3C9A69A38D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3009900"/>
            <a:ext cx="866775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(2, 3, 4, 5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</a:t>
            </a:r>
            <a:r>
              <a:rPr kumimoji="0" lang="ko-KR" altLang="en-US" sz="1200" b="1"/>
              <a:t> 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벽체 들뜸 보수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화장실 바닥타일 부분교체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9896F37A-3690-38A8-A074-73876546F1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0306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63B068A-9E7F-30EA-FA7B-BCC2F7DBC0B9}"/>
              </a:ext>
            </a:extLst>
          </p:cNvPr>
          <p:cNvSpPr/>
          <p:nvPr/>
        </p:nvSpPr>
        <p:spPr bwMode="auto">
          <a:xfrm>
            <a:off x="3316288" y="46466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6" name="아래쪽 화살표 25">
            <a:extLst>
              <a:ext uri="{FF2B5EF4-FFF2-40B4-BE49-F238E27FC236}">
                <a16:creationId xmlns:a16="http://schemas.microsoft.com/office/drawing/2014/main" id="{EA96583B-0247-7AA2-EA38-D5A589EAE971}"/>
              </a:ext>
            </a:extLst>
          </p:cNvPr>
          <p:cNvSpPr/>
          <p:nvPr/>
        </p:nvSpPr>
        <p:spPr>
          <a:xfrm>
            <a:off x="4176713" y="55181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2CEDA6-7A28-9C34-B82B-1D00326D885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친환경 </a:t>
            </a:r>
            <a:r>
              <a:rPr lang="ko-KR" altLang="en-US" b="1" dirty="0"/>
              <a:t>도장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53DF085-EE6B-401A-67C0-2280500B7F77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019C62BF-CE58-2BAA-1C1D-B4D8670218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0DD3DA14-1146-1D56-454D-EB8580786F0C}"/>
              </a:ext>
            </a:extLst>
          </p:cNvPr>
          <p:cNvSpPr/>
          <p:nvPr/>
        </p:nvSpPr>
        <p:spPr>
          <a:xfrm rot="21222346">
            <a:off x="1382713" y="3524250"/>
            <a:ext cx="6583362" cy="10699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B4EB5329-3BD4-F1B3-8FC9-4DDA6DD5FD1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벽체 들뜸 보수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C6E1E56-7457-6E1E-C812-9E8D1953535D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B570C00D-7EDE-3868-41F3-758037E7CC8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B9A98584-B8BF-03F4-BC6D-9763BE768631}"/>
              </a:ext>
            </a:extLst>
          </p:cNvPr>
          <p:cNvSpPr/>
          <p:nvPr/>
        </p:nvSpPr>
        <p:spPr>
          <a:xfrm>
            <a:off x="4067175" y="2276475"/>
            <a:ext cx="1081088" cy="36734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42C1D8FD-2F0B-7FCE-2ABB-6AD50320F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B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601-5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1AF75EE4-C288-4D29-66F2-9E7F2AF4E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A2A92B4B-6106-22D7-1985-B23C0AA7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6E52FA55-7825-73F6-FB00-A756BB858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601-5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21B6329D-63D1-A0A2-E8E1-4786ABE1F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7273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9CA13CE5-4F67-EFFC-8D27-7AFD64A26E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4C3B485-3186-ABF3-8495-775637E55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FA9BB0AD-EC60-8767-AEF4-B13A831A8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601-5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748043CC-4E8B-37D7-E26F-FF451B41FD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7509A7E8-F2A5-6AF5-9162-7850D20633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(1, 2, 3, 4, </a:t>
            </a:r>
            <a:r>
              <a:rPr kumimoji="0" lang="ko-KR" altLang="en-US" sz="1200" b="1"/>
              <a:t>천장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천정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찢어짐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버티칼 교체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2BA5744B-A8D6-9E02-70CE-3609F77CB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0A01CA6-33BD-A5DC-8A03-8F6C296A4273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A514655A-BBB6-601A-2CF0-1BCFAD955FA6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862EEF-F0ED-5602-9A3A-12C10C3A0CE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도장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4318E3D-1F8B-BAA8-DF3C-15356E88A71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EEECC44C-0C3A-9D1A-014F-5092DDCF55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91EAB153-47D1-D236-FEC7-689ED5570DD3}"/>
              </a:ext>
            </a:extLst>
          </p:cNvPr>
          <p:cNvSpPr/>
          <p:nvPr/>
        </p:nvSpPr>
        <p:spPr>
          <a:xfrm>
            <a:off x="2627313" y="3357563"/>
            <a:ext cx="1223962" cy="11509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52A561-3F96-CA1A-DAFD-531E2A1930C9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 err="1"/>
              <a:t>친황경</a:t>
            </a:r>
            <a:r>
              <a:rPr lang="ko-KR" altLang="en-US" b="1" dirty="0"/>
              <a:t> 도장</a:t>
            </a:r>
            <a:r>
              <a:rPr lang="en-US" altLang="ko-KR" b="1" dirty="0"/>
              <a:t>(</a:t>
            </a:r>
            <a:r>
              <a:rPr lang="ko-KR" altLang="en-US" b="1" dirty="0"/>
              <a:t>천장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F44346-2A10-F2CD-D2A2-6865B6240DEA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29">
            <a:extLst>
              <a:ext uri="{FF2B5EF4-FFF2-40B4-BE49-F238E27FC236}">
                <a16:creationId xmlns:a16="http://schemas.microsoft.com/office/drawing/2014/main" id="{D60AE2CD-AB69-5E56-D2D8-EC0DEB47EA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AEDC3779-1585-DEB6-328B-4B92190B5B1C}"/>
              </a:ext>
            </a:extLst>
          </p:cNvPr>
          <p:cNvSpPr/>
          <p:nvPr/>
        </p:nvSpPr>
        <p:spPr>
          <a:xfrm>
            <a:off x="3635375" y="2792413"/>
            <a:ext cx="2305050" cy="1860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1C32B81F-6E45-0C83-83DA-49DBD90CF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665288"/>
            <a:ext cx="6840537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B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603-4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7DEEC19-0743-913A-9879-40CAC6956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BBD8D048-F2FE-43F2-C8CA-00694A6560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FB000713-8108-FEA9-B434-8B4D197E6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603-4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35B10AD4-30E4-595A-CFA0-7645D7F959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7273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F92CEDEC-6963-F7F4-09AB-DB4707CEF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6FDED474-6568-7AFE-2DF8-FFFD24694B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7075AA38-82CD-8177-69CD-FC68CA39E7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 </a:t>
            </a:r>
            <a:r>
              <a:rPr kumimoji="0" lang="en-US" altLang="ko-KR" sz="1200" b="1"/>
              <a:t>603-4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43AACB9D-90D5-C548-78B1-D61E95F535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7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EE779498-8936-EC1D-1465-2F6F8C8EE6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(2, 3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D96BE7A7-49EB-AF60-0B27-FC8B2CD975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4956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7BC7460-FC30-15C6-7B9D-5725496FCADD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25" name="아래쪽 화살표 24">
            <a:extLst>
              <a:ext uri="{FF2B5EF4-FFF2-40B4-BE49-F238E27FC236}">
                <a16:creationId xmlns:a16="http://schemas.microsoft.com/office/drawing/2014/main" id="{57129EC1-2B12-A5B3-68BC-7B3B34992B74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621634-BE49-F269-E5FB-3426E4DE50E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친환경 도배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CC0305F-1228-9439-8544-CF7C8486097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9">
            <a:extLst>
              <a:ext uri="{FF2B5EF4-FFF2-40B4-BE49-F238E27FC236}">
                <a16:creationId xmlns:a16="http://schemas.microsoft.com/office/drawing/2014/main" id="{800FF2A7-F925-2D63-BB6E-93D9B8C378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6AB9F509-56D3-1382-005C-3B72F7E2EE46}"/>
              </a:ext>
            </a:extLst>
          </p:cNvPr>
          <p:cNvSpPr/>
          <p:nvPr/>
        </p:nvSpPr>
        <p:spPr>
          <a:xfrm>
            <a:off x="3348038" y="2492375"/>
            <a:ext cx="3311525" cy="17287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5D38AE4-CF41-494C-E97A-8BD33AC0D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9575"/>
            <a:ext cx="8280400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B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604-1</a:t>
            </a:r>
            <a:r>
              <a:rPr kumimoji="0" lang="ko-KR" altLang="en-US" sz="2800" b="1"/>
              <a:t>호 수장공사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509E82A-E0CE-B27F-45F6-807C2D496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A854880-FB97-39A2-8021-9B20AA5C0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5D38AE4-CF41-494C-E97A-8BD33AC0D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9575"/>
            <a:ext cx="8280400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B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604-1</a:t>
            </a:r>
            <a:r>
              <a:rPr kumimoji="0" lang="ko-KR" altLang="en-US" sz="2800" b="1"/>
              <a:t>호 수장공사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4509E82A-E0CE-B27F-45F6-807C2D496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4A854880-FB97-39A2-8021-9B20AA5C0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08F0DF-4AFC-9BE2-9F70-EE1A25FBED2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친환경 도장</a:t>
            </a:r>
            <a:br>
              <a:rPr lang="ko-KR" altLang="en-US" b="1" dirty="0">
                <a:latin typeface="+mj-ea"/>
              </a:rPr>
            </a:b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B9C5F1-9FC7-7E99-019D-7515BD8779AA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3">
            <a:extLst>
              <a:ext uri="{FF2B5EF4-FFF2-40B4-BE49-F238E27FC236}">
                <a16:creationId xmlns:a16="http://schemas.microsoft.com/office/drawing/2014/main" id="{52C3BBC5-DCF7-AB80-151B-4A11A3DB71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37075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EADC19BF-9A78-01FA-6FE9-3790AAE3CCD6}"/>
              </a:ext>
            </a:extLst>
          </p:cNvPr>
          <p:cNvSpPr/>
          <p:nvPr/>
        </p:nvSpPr>
        <p:spPr>
          <a:xfrm>
            <a:off x="3851275" y="2205038"/>
            <a:ext cx="1657350" cy="31686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FA003DC8-B2EE-A83D-FFC2-0DF9140D1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679575"/>
            <a:ext cx="8280400" cy="523875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800" b="1"/>
              <a:t>B</a:t>
            </a:r>
            <a:r>
              <a:rPr kumimoji="0" lang="ko-KR" altLang="en-US" sz="2800" b="1"/>
              <a:t>동 </a:t>
            </a:r>
            <a:r>
              <a:rPr kumimoji="0" lang="en-US" altLang="ko-KR" sz="2800" b="1"/>
              <a:t>702-5</a:t>
            </a:r>
            <a:r>
              <a:rPr kumimoji="0" lang="ko-KR" altLang="en-US" sz="2800" b="1"/>
              <a:t>호 수장공사</a:t>
            </a:r>
            <a:r>
              <a:rPr kumimoji="0" lang="en-US" altLang="ko-KR" sz="2800" b="1"/>
              <a:t> </a:t>
            </a:r>
            <a:r>
              <a:rPr kumimoji="0" lang="ko-KR" altLang="en-US" sz="2800" b="1"/>
              <a:t>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F8EBDA1F-31F7-C6B5-6491-6FF0BC79D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80DB8475-9F96-510C-740B-11547EAAC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2026. 01. 22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CC8B240C-BFA3-BA4D-2278-1CA18D3D2E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71294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B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702-5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4">
            <a:extLst>
              <a:ext uri="{FF2B5EF4-FFF2-40B4-BE49-F238E27FC236}">
                <a16:creationId xmlns:a16="http://schemas.microsoft.com/office/drawing/2014/main" id="{D5539D60-3FFA-D17E-8B2A-B452DA31D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085975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5A9C1C02-23A4-C25E-1695-7E547B119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01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22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EF4FEE8D-081D-D593-259C-E9F3873857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6" name="TextBox 20">
            <a:extLst>
              <a:ext uri="{FF2B5EF4-FFF2-40B4-BE49-F238E27FC236}">
                <a16:creationId xmlns:a16="http://schemas.microsoft.com/office/drawing/2014/main" id="{7B6B2AA4-5003-57D8-81FD-9CC181AAC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30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B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702-5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7" name="TextBox 21">
            <a:extLst>
              <a:ext uri="{FF2B5EF4-FFF2-40B4-BE49-F238E27FC236}">
                <a16:creationId xmlns:a16="http://schemas.microsoft.com/office/drawing/2014/main" id="{5A288657-A65D-BDCC-6C29-E7CA6ED069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93963"/>
            <a:ext cx="26209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월     일</a:t>
            </a:r>
          </a:p>
        </p:txBody>
      </p:sp>
      <p:sp>
        <p:nvSpPr>
          <p:cNvPr id="5128" name="TextBox 23">
            <a:extLst>
              <a:ext uri="{FF2B5EF4-FFF2-40B4-BE49-F238E27FC236}">
                <a16:creationId xmlns:a16="http://schemas.microsoft.com/office/drawing/2014/main" id="{D283E7EA-5C3D-C7BC-2B4A-05836963CE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900363"/>
            <a:ext cx="86677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친환경 도장</a:t>
            </a:r>
            <a:r>
              <a:rPr kumimoji="0" lang="en-US" altLang="ko-KR" sz="1200" b="1"/>
              <a:t>(1,2, 3</a:t>
            </a:r>
            <a:r>
              <a:rPr kumimoji="0" lang="ko-KR" altLang="en-US" sz="1200" b="1"/>
              <a:t>번 면</a:t>
            </a:r>
            <a:r>
              <a:rPr kumimoji="0" lang="en-US" altLang="ko-KR" sz="1200" b="1"/>
              <a:t>),</a:t>
            </a:r>
            <a:r>
              <a:rPr kumimoji="0" lang="ko-KR" altLang="en-US" sz="1200" b="1"/>
              <a:t> 문끌림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방문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447D2EAD-F6AC-3633-1106-B9FA9F12B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98863"/>
            <a:ext cx="84566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B03C729-2B49-F6D8-7B45-510D96124B0A}"/>
              </a:ext>
            </a:extLst>
          </p:cNvPr>
          <p:cNvSpPr/>
          <p:nvPr/>
        </p:nvSpPr>
        <p:spPr bwMode="auto">
          <a:xfrm>
            <a:off x="3316288" y="4419600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FA3A3783-CE6F-BCE1-3AC5-41DDC80EF102}"/>
              </a:ext>
            </a:extLst>
          </p:cNvPr>
          <p:cNvSpPr/>
          <p:nvPr/>
        </p:nvSpPr>
        <p:spPr>
          <a:xfrm>
            <a:off x="4176713" y="5373688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FD473BB9-C889-0164-1F2E-850925AE572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r>
              <a:rPr lang="ko-KR" altLang="en-US" b="1"/>
              <a:t>친환경 도장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914220A-DE93-8711-D5A2-8269E9A13737}"/>
              </a:ext>
            </a:extLst>
          </p:cNvPr>
          <p:cNvSpPr/>
          <p:nvPr/>
        </p:nvSpPr>
        <p:spPr>
          <a:xfrm>
            <a:off x="468313" y="1628775"/>
            <a:ext cx="8207375" cy="4537075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3">
            <a:extLst>
              <a:ext uri="{FF2B5EF4-FFF2-40B4-BE49-F238E27FC236}">
                <a16:creationId xmlns:a16="http://schemas.microsoft.com/office/drawing/2014/main" id="{236CAEB2-77E8-125E-8E66-63C88003118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537075"/>
          </a:xfrm>
          <a:noFill/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1CBF441C-5FEA-0A36-6C32-C9FE47F30147}"/>
              </a:ext>
            </a:extLst>
          </p:cNvPr>
          <p:cNvSpPr/>
          <p:nvPr/>
        </p:nvSpPr>
        <p:spPr>
          <a:xfrm>
            <a:off x="4140200" y="2636838"/>
            <a:ext cx="1944688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2684</Words>
  <Application>Microsoft Office PowerPoint</Application>
  <PresentationFormat>화면 슬라이드 쇼(4:3)</PresentationFormat>
  <Paragraphs>341</Paragraphs>
  <Slides>72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76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 친환경 도장 </vt:lpstr>
      <vt:lpstr>PowerPoint 프레젠테이션</vt:lpstr>
      <vt:lpstr>PowerPoint 프레젠테이션</vt:lpstr>
      <vt:lpstr>친환경 도장 </vt:lpstr>
      <vt:lpstr>PowerPoint 프레젠테이션</vt:lpstr>
      <vt:lpstr>PowerPoint 프레젠테이션</vt:lpstr>
      <vt:lpstr>친환경 도장 </vt:lpstr>
      <vt:lpstr>벽체 들뜸 보수</vt:lpstr>
      <vt:lpstr>발코니 전체 곰팡이제거 및 도색</vt:lpstr>
      <vt:lpstr>PowerPoint 프레젠테이션</vt:lpstr>
      <vt:lpstr>PowerPoint 프레젠테이션</vt:lpstr>
      <vt:lpstr> 친환경 도장 </vt:lpstr>
      <vt:lpstr>PowerPoint 프레젠테이션</vt:lpstr>
      <vt:lpstr>PowerPoint 프레젠테이션</vt:lpstr>
      <vt:lpstr>친환경 도장(벽-얼룩짐)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발코니 좌측벽면 부분도장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 벽면 단열재 들뜸 재시공(걸레받이 교체포함) 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친환경 도장</vt:lpstr>
      <vt:lpstr>PowerPoint 프레젠테이션</vt:lpstr>
      <vt:lpstr>PowerPoint 프레젠테이션</vt:lpstr>
      <vt:lpstr> 친환경 도장 </vt:lpstr>
      <vt:lpstr>벽체 들뜸 보수</vt:lpstr>
      <vt:lpstr>PowerPoint 프레젠테이션</vt:lpstr>
      <vt:lpstr>PowerPoint 프레젠테이션</vt:lpstr>
      <vt:lpstr>친환경 도장</vt:lpstr>
      <vt:lpstr>친황경 도장(천장)</vt:lpstr>
      <vt:lpstr>PowerPoint 프레젠테이션</vt:lpstr>
      <vt:lpstr>PowerPoint 프레젠테이션</vt:lpstr>
      <vt:lpstr>친환경 도배</vt:lpstr>
      <vt:lpstr>PowerPoint 프레젠테이션</vt:lpstr>
      <vt:lpstr>PowerPoint 프레젠테이션</vt:lpstr>
      <vt:lpstr> 친환경 도장 </vt:lpstr>
      <vt:lpstr>PowerPoint 프레젠테이션</vt:lpstr>
      <vt:lpstr>PowerPoint 프레젠테이션</vt:lpstr>
      <vt:lpstr>친환경 도장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291</cp:revision>
  <dcterms:created xsi:type="dcterms:W3CDTF">2012-05-23T04:33:26Z</dcterms:created>
  <dcterms:modified xsi:type="dcterms:W3CDTF">2026-01-29T07:16:30Z</dcterms:modified>
</cp:coreProperties>
</file>