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401-1</a:t>
            </a:r>
            <a:r>
              <a:rPr lang="ko-KR" altLang="en-US" b="1">
                <a:latin typeface="+mn-ea"/>
              </a:rPr>
              <a:t>호외 </a:t>
            </a:r>
            <a:r>
              <a:rPr lang="en-US" altLang="ko-KR" b="1">
                <a:latin typeface="+mn-ea"/>
              </a:rPr>
              <a:t>21</a:t>
            </a:r>
            <a:r>
              <a:rPr lang="ko-KR" altLang="en-US" b="1">
                <a:latin typeface="+mn-ea"/>
              </a:rPr>
              <a:t>세대 친환경 도장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기숙사 </a:t>
            </a:r>
            <a:r>
              <a:rPr lang="en-US" altLang="ko-KR" sz="1000" b="1">
                <a:latin typeface="+mn-ea"/>
              </a:rPr>
              <a:t>A</a:t>
            </a:r>
            <a:r>
              <a:rPr lang="ko-KR" altLang="en-US" sz="1000" b="1">
                <a:latin typeface="+mn-ea"/>
              </a:rPr>
              <a:t>동 </a:t>
            </a:r>
            <a:r>
              <a:rPr lang="en-US" altLang="ko-KR" sz="1000" b="1">
                <a:latin typeface="+mn-ea"/>
              </a:rPr>
              <a:t>401-1</a:t>
            </a:r>
            <a:r>
              <a:rPr lang="ko-KR" altLang="en-US" sz="1000" b="1">
                <a:latin typeface="+mn-ea"/>
              </a:rPr>
              <a:t>호외 </a:t>
            </a:r>
            <a:r>
              <a:rPr lang="en-US" altLang="ko-KR" sz="1000" b="1">
                <a:latin typeface="+mn-ea"/>
              </a:rPr>
              <a:t>21</a:t>
            </a:r>
            <a:r>
              <a:rPr lang="ko-KR" altLang="en-US" sz="1000" b="1">
                <a:latin typeface="+mn-ea"/>
              </a:rPr>
              <a:t>세대 친환경 도장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16696" y="1342445"/>
            <a:ext cx="6381105" cy="2143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850" dirty="0"/>
              <a:t>A</a:t>
            </a:r>
            <a:r>
              <a:rPr lang="ko-KR" altLang="en-US" sz="850" dirty="0"/>
              <a:t>동 </a:t>
            </a:r>
            <a:r>
              <a:rPr lang="en-US" altLang="ko-KR" sz="850" dirty="0"/>
              <a:t>204-2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(3</a:t>
            </a:r>
            <a:r>
              <a:rPr lang="ko-KR" altLang="en-US" sz="850" dirty="0"/>
              <a:t>번 면</a:t>
            </a:r>
            <a:r>
              <a:rPr lang="en-US" altLang="ko-KR" sz="850" dirty="0"/>
              <a:t>) / A</a:t>
            </a:r>
            <a:r>
              <a:rPr lang="ko-KR" altLang="en-US" sz="850" dirty="0"/>
              <a:t>동 </a:t>
            </a:r>
            <a:r>
              <a:rPr lang="en-US" altLang="ko-KR" sz="850" dirty="0"/>
              <a:t>401-1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(3</a:t>
            </a:r>
            <a:r>
              <a:rPr lang="ko-KR" altLang="en-US" sz="850" dirty="0"/>
              <a:t>번 면</a:t>
            </a:r>
            <a:r>
              <a:rPr lang="en-US" altLang="ko-KR" sz="850" dirty="0"/>
              <a:t>) / A</a:t>
            </a:r>
            <a:r>
              <a:rPr lang="ko-KR" altLang="en-US" sz="850" dirty="0"/>
              <a:t>동 </a:t>
            </a:r>
            <a:r>
              <a:rPr lang="en-US" altLang="ko-KR" sz="850" dirty="0"/>
              <a:t>403-3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(2_5</a:t>
            </a:r>
            <a:r>
              <a:rPr lang="ko-KR" altLang="en-US" sz="850" dirty="0"/>
              <a:t>번 면</a:t>
            </a:r>
            <a:r>
              <a:rPr lang="en-US" altLang="ko-KR" sz="850" dirty="0"/>
              <a:t>)
A</a:t>
            </a:r>
            <a:r>
              <a:rPr lang="ko-KR" altLang="en-US" sz="850" dirty="0"/>
              <a:t>동 </a:t>
            </a:r>
            <a:r>
              <a:rPr lang="en-US" altLang="ko-KR" sz="850" dirty="0"/>
              <a:t>403-4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(2_3</a:t>
            </a:r>
            <a:r>
              <a:rPr lang="ko-KR" altLang="en-US" sz="850" dirty="0"/>
              <a:t>번 면</a:t>
            </a:r>
            <a:r>
              <a:rPr lang="en-US" altLang="ko-KR" sz="850" dirty="0"/>
              <a:t>) / A</a:t>
            </a:r>
            <a:r>
              <a:rPr lang="ko-KR" altLang="en-US" sz="850" dirty="0"/>
              <a:t>동 </a:t>
            </a:r>
            <a:r>
              <a:rPr lang="en-US" altLang="ko-KR" sz="850" dirty="0"/>
              <a:t>404-6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(2_3_5</a:t>
            </a:r>
            <a:r>
              <a:rPr lang="ko-KR" altLang="en-US" sz="850" dirty="0"/>
              <a:t>번 면</a:t>
            </a:r>
            <a:r>
              <a:rPr lang="en-US" altLang="ko-KR" sz="850" dirty="0"/>
              <a:t>) / A</a:t>
            </a:r>
            <a:r>
              <a:rPr lang="ko-KR" altLang="en-US" sz="850" dirty="0"/>
              <a:t>동 </a:t>
            </a:r>
            <a:r>
              <a:rPr lang="en-US" altLang="ko-KR" sz="850" dirty="0"/>
              <a:t>601-5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(2_3</a:t>
            </a:r>
            <a:r>
              <a:rPr lang="ko-KR" altLang="en-US" sz="850" dirty="0"/>
              <a:t>번 면</a:t>
            </a:r>
            <a:r>
              <a:rPr lang="en-US" altLang="ko-KR" sz="850" dirty="0"/>
              <a:t>)
A</a:t>
            </a:r>
            <a:r>
              <a:rPr lang="ko-KR" altLang="en-US" sz="850" dirty="0"/>
              <a:t>동 </a:t>
            </a:r>
            <a:r>
              <a:rPr lang="en-US" altLang="ko-KR" sz="850" dirty="0"/>
              <a:t>601-6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(2_3</a:t>
            </a:r>
            <a:r>
              <a:rPr lang="ko-KR" altLang="en-US" sz="850" dirty="0"/>
              <a:t>번 면</a:t>
            </a:r>
            <a:r>
              <a:rPr lang="en-US" altLang="ko-KR" sz="850" dirty="0"/>
              <a:t>) / A</a:t>
            </a:r>
            <a:r>
              <a:rPr lang="ko-KR" altLang="en-US" sz="850" dirty="0"/>
              <a:t>동 </a:t>
            </a:r>
            <a:r>
              <a:rPr lang="en-US" altLang="ko-KR" sz="850" dirty="0"/>
              <a:t>602-2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(2_3</a:t>
            </a:r>
            <a:r>
              <a:rPr lang="ko-KR" altLang="en-US" sz="850" dirty="0"/>
              <a:t>번 면</a:t>
            </a:r>
            <a:r>
              <a:rPr lang="en-US" altLang="ko-KR" sz="850" dirty="0"/>
              <a:t>) / A</a:t>
            </a:r>
            <a:r>
              <a:rPr lang="ko-KR" altLang="en-US" sz="850" dirty="0"/>
              <a:t>동 </a:t>
            </a:r>
            <a:r>
              <a:rPr lang="en-US" altLang="ko-KR" sz="850" dirty="0"/>
              <a:t>604-1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(3</a:t>
            </a:r>
            <a:r>
              <a:rPr lang="ko-KR" altLang="en-US" sz="850" dirty="0"/>
              <a:t>번 면</a:t>
            </a:r>
            <a:r>
              <a:rPr lang="en-US" altLang="ko-KR" sz="850" dirty="0"/>
              <a:t>)
A</a:t>
            </a:r>
            <a:r>
              <a:rPr lang="ko-KR" altLang="en-US" sz="850" dirty="0"/>
              <a:t>동 </a:t>
            </a:r>
            <a:r>
              <a:rPr lang="en-US" altLang="ko-KR" sz="850" dirty="0"/>
              <a:t>604-2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(2_6</a:t>
            </a:r>
            <a:r>
              <a:rPr lang="ko-KR" altLang="en-US" sz="850" dirty="0"/>
              <a:t>번 면</a:t>
            </a:r>
            <a:r>
              <a:rPr lang="en-US" altLang="ko-KR" sz="850" dirty="0"/>
              <a:t>) / A</a:t>
            </a:r>
            <a:r>
              <a:rPr lang="ko-KR" altLang="en-US" sz="850" dirty="0"/>
              <a:t>동 </a:t>
            </a:r>
            <a:r>
              <a:rPr lang="en-US" altLang="ko-KR" sz="850" dirty="0"/>
              <a:t>604-4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(2_3_4</a:t>
            </a:r>
            <a:r>
              <a:rPr lang="ko-KR" altLang="en-US" sz="850" dirty="0"/>
              <a:t>번 면</a:t>
            </a:r>
            <a:r>
              <a:rPr lang="en-US" altLang="ko-KR" sz="850" dirty="0"/>
              <a:t>) / A</a:t>
            </a:r>
            <a:r>
              <a:rPr lang="ko-KR" altLang="en-US" sz="850" dirty="0"/>
              <a:t>동 </a:t>
            </a:r>
            <a:r>
              <a:rPr lang="en-US" altLang="ko-KR" sz="850" dirty="0"/>
              <a:t>702-5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(2_3</a:t>
            </a:r>
            <a:r>
              <a:rPr lang="ko-KR" altLang="en-US" sz="850" dirty="0"/>
              <a:t>번 면</a:t>
            </a:r>
            <a:r>
              <a:rPr lang="en-US" altLang="ko-KR" sz="850" dirty="0"/>
              <a:t>)
A</a:t>
            </a:r>
            <a:r>
              <a:rPr lang="ko-KR" altLang="en-US" sz="850" dirty="0"/>
              <a:t>동 </a:t>
            </a:r>
            <a:r>
              <a:rPr lang="en-US" altLang="ko-KR" sz="850" dirty="0"/>
              <a:t>802-1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(6</a:t>
            </a:r>
            <a:r>
              <a:rPr lang="ko-KR" altLang="en-US" sz="850" dirty="0"/>
              <a:t>번 면</a:t>
            </a:r>
            <a:r>
              <a:rPr lang="en-US" altLang="ko-KR" sz="850" dirty="0"/>
              <a:t>) / A</a:t>
            </a:r>
            <a:r>
              <a:rPr lang="ko-KR" altLang="en-US" sz="850" dirty="0"/>
              <a:t>동 </a:t>
            </a:r>
            <a:r>
              <a:rPr lang="en-US" altLang="ko-KR" sz="850" dirty="0"/>
              <a:t>802-3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(3</a:t>
            </a:r>
            <a:r>
              <a:rPr lang="ko-KR" altLang="en-US" sz="850" dirty="0"/>
              <a:t>번 단열재 </a:t>
            </a:r>
            <a:r>
              <a:rPr lang="ko-KR" altLang="en-US" sz="850" dirty="0" err="1"/>
              <a:t>보수후</a:t>
            </a:r>
            <a:r>
              <a:rPr lang="en-US" altLang="ko-KR" sz="850" dirty="0"/>
              <a:t>) / A</a:t>
            </a:r>
            <a:r>
              <a:rPr lang="ko-KR" altLang="en-US" sz="850" dirty="0"/>
              <a:t>동 </a:t>
            </a:r>
            <a:r>
              <a:rPr lang="en-US" altLang="ko-KR" sz="850" dirty="0"/>
              <a:t>803-4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(3</a:t>
            </a:r>
            <a:r>
              <a:rPr lang="ko-KR" altLang="en-US" sz="850" dirty="0"/>
              <a:t>번 면</a:t>
            </a:r>
            <a:r>
              <a:rPr lang="en-US" altLang="ko-KR" sz="850" dirty="0"/>
              <a:t>)
A</a:t>
            </a:r>
            <a:r>
              <a:rPr lang="ko-KR" altLang="en-US" sz="850" dirty="0"/>
              <a:t>동 </a:t>
            </a:r>
            <a:r>
              <a:rPr lang="en-US" altLang="ko-KR" sz="850" dirty="0"/>
              <a:t>804-2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(2</a:t>
            </a:r>
            <a:r>
              <a:rPr lang="ko-KR" altLang="en-US" sz="850" dirty="0"/>
              <a:t>번 면</a:t>
            </a:r>
            <a:r>
              <a:rPr lang="en-US" altLang="ko-KR" sz="850" dirty="0"/>
              <a:t>) / A</a:t>
            </a:r>
            <a:r>
              <a:rPr lang="ko-KR" altLang="en-US" sz="850" dirty="0"/>
              <a:t>동 </a:t>
            </a:r>
            <a:r>
              <a:rPr lang="en-US" altLang="ko-KR" sz="850" dirty="0"/>
              <a:t>1002-3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(2_3_4_5</a:t>
            </a:r>
            <a:r>
              <a:rPr lang="ko-KR" altLang="en-US" sz="850" dirty="0"/>
              <a:t>번 면</a:t>
            </a:r>
            <a:r>
              <a:rPr lang="en-US" altLang="ko-KR" sz="850" dirty="0"/>
              <a:t>) / A</a:t>
            </a:r>
            <a:r>
              <a:rPr lang="ko-KR" altLang="en-US" sz="850" dirty="0"/>
              <a:t>동 </a:t>
            </a:r>
            <a:r>
              <a:rPr lang="en-US" altLang="ko-KR" sz="850" dirty="0"/>
              <a:t>1002-5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(2_3_4_5</a:t>
            </a:r>
            <a:r>
              <a:rPr lang="ko-KR" altLang="en-US" sz="850" dirty="0"/>
              <a:t>번 면</a:t>
            </a:r>
            <a:r>
              <a:rPr lang="en-US" altLang="ko-KR" sz="850" dirty="0"/>
              <a:t>)
B</a:t>
            </a:r>
            <a:r>
              <a:rPr lang="ko-KR" altLang="en-US" sz="850" dirty="0"/>
              <a:t>동 </a:t>
            </a:r>
            <a:r>
              <a:rPr lang="en-US" altLang="ko-KR" sz="850" dirty="0"/>
              <a:t>601-5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(1_2_3_4_</a:t>
            </a:r>
            <a:r>
              <a:rPr lang="ko-KR" altLang="en-US" sz="850" dirty="0" err="1"/>
              <a:t>천장면</a:t>
            </a:r>
            <a:r>
              <a:rPr lang="en-US" altLang="ko-KR" sz="850" dirty="0"/>
              <a:t>) / B</a:t>
            </a:r>
            <a:r>
              <a:rPr lang="ko-KR" altLang="en-US" sz="850" dirty="0"/>
              <a:t>동 </a:t>
            </a:r>
            <a:r>
              <a:rPr lang="en-US" altLang="ko-KR" sz="850" dirty="0"/>
              <a:t>603-4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(2_3</a:t>
            </a:r>
            <a:r>
              <a:rPr lang="ko-KR" altLang="en-US" sz="850" dirty="0"/>
              <a:t>번 면</a:t>
            </a:r>
            <a:r>
              <a:rPr lang="en-US" altLang="ko-KR" sz="850" dirty="0"/>
              <a:t>) / B</a:t>
            </a:r>
            <a:r>
              <a:rPr lang="ko-KR" altLang="en-US" sz="850" dirty="0"/>
              <a:t>동 </a:t>
            </a:r>
            <a:r>
              <a:rPr lang="en-US" altLang="ko-KR" sz="850" dirty="0"/>
              <a:t>604-1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(1_2_6</a:t>
            </a:r>
            <a:r>
              <a:rPr lang="ko-KR" altLang="en-US" sz="850" dirty="0"/>
              <a:t>번 면</a:t>
            </a:r>
            <a:r>
              <a:rPr lang="en-US" altLang="ko-KR" sz="850" dirty="0"/>
              <a:t>)
B</a:t>
            </a:r>
            <a:r>
              <a:rPr lang="ko-KR" altLang="en-US" sz="850" dirty="0"/>
              <a:t>동 </a:t>
            </a:r>
            <a:r>
              <a:rPr lang="en-US" altLang="ko-KR" sz="850" dirty="0"/>
              <a:t>702-5</a:t>
            </a:r>
            <a:r>
              <a:rPr lang="ko-KR" altLang="en-US" sz="850" dirty="0"/>
              <a:t>호</a:t>
            </a:r>
            <a:r>
              <a:rPr lang="en-US" altLang="ko-KR" sz="850" dirty="0"/>
              <a:t>:</a:t>
            </a:r>
            <a:r>
              <a:rPr lang="ko-KR" altLang="en-US" sz="850" dirty="0"/>
              <a:t>친환경 도장</a:t>
            </a:r>
            <a:r>
              <a:rPr lang="en-US" altLang="ko-KR" sz="850" dirty="0"/>
              <a:t>(1_2_3</a:t>
            </a:r>
            <a:r>
              <a:rPr lang="ko-KR" altLang="en-US" sz="850" dirty="0"/>
              <a:t>번 면</a:t>
            </a:r>
            <a:r>
              <a:rPr lang="en-US" altLang="ko-KR" sz="850" dirty="0"/>
              <a:t>)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1078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2026-01-29T06:52:50Z</dcterms:modified>
</cp:coreProperties>
</file>