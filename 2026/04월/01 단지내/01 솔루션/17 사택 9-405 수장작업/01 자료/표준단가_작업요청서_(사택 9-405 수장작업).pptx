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1" r:id="rId13"/>
    <p:sldId id="272" r:id="rId1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69" d="100"/>
          <a:sy n="69" d="100"/>
        </p:scale>
        <p:origin x="172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9D4142B-3DC9-4BD7-A35D-617D325789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632FA4-345D-4F1C-B4A8-99984AAD20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47D6DFF4-FD3F-443F-AD48-916038EB5F2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927BACAE-6225-475B-8DE6-3314A82CF6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E82EC6F-EE62-44C7-89AF-46A74160A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4A53D8-BE88-4406-B596-D85B3E134D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4AF064-3F9A-426B-854F-EE2E7C104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FD3136FF-AF03-42CA-9418-9EF17933136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C4D0097-7E99-5CF3-CFAE-F33687767F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CEA6E12E-BC35-CFB6-C061-B84B02BF7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0B5A0C0-8A2A-B6AB-E6B0-5E1BC1281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B544C69-E866-48D7-A14B-42323456DFF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8D5C0E-8BE6-0F81-F130-C4F73F02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401A7-DE5B-4553-B448-E8985FC7EED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3BE5FA-537A-13ED-45FC-119CEF65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EE6252-C1CE-0C64-A7C1-E0CA1686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EE99E-12B6-47A3-8AC1-C6B43CC7E8D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71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6DA953-EF4B-F272-CC46-18B7A4BE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9A2BF-BB15-41CA-8B8B-9C2178459AD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ED3441-D4CC-ECE2-1B37-B1E2D8D5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4CA0E2-9312-2526-97B8-1B19EF9D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8D639E-A506-4E67-B3A8-DFFBC8186FD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46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37F002-0A20-1666-3622-53D0F38D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F4689-5280-44C3-A958-5D9C52DA29D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60C6E-47CE-73C1-CACD-F84F3BEE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AB265-1154-F1A7-6EA7-2D9847903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20F920-662C-446B-B005-8AF40867BD7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31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E26F6EB-CA83-244A-8F9E-A1106CEBA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0D900-EAA0-4E14-BD6D-5CF11305C80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0032971-3538-85A0-CBE3-63314A6B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5A20E06-CED1-109A-D25D-FFEA392B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4DFAA8-7374-4506-8E2C-C4D03FBAF09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5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98DDBA9-C454-966B-36F1-2EA00A91A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3327D-5E4D-480F-9D17-5B6FDB9E170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76C64A1B-83F5-3F22-9015-3CF58374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801CCB6-7021-D320-177E-22E36D90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744E8D-D1CB-4734-AF9A-1070712389F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6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53ABD5BB-B56F-E35C-1162-B18AC5FD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2A226-980B-405D-A78F-E922F397EC1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679E3363-8A37-489E-3976-E1DABE31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B285B1C-8E75-F2D1-9E2A-51A6A560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A69C9C-838F-4C83-8C30-9D8FC19825E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39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607A427-5C1E-F2DA-C75C-3311FAC5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AC84D-7869-429B-B63D-EBCA99B18A3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1D1FE1BB-94EF-171B-2132-FFBE057F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BDDA37FD-2139-5F27-41FD-66FCBB19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FBB52E-00C7-4BD5-B085-BCFFD038C54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06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29FA423-F94C-4C74-1044-10C87BF2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9F32E-F4CB-4F70-9B13-01C04C75F31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66B84E8-F116-72E7-81F8-27C838F0B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EF21ABB-8907-BAE7-0891-6956B98A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4D137-E81A-48C3-B498-C80F475228C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71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2708598-D9F2-C29C-41A6-7587AB44B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9AA44-B3D4-4D0D-BCFA-6F54148EE8E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F36B1BA-6AD9-6861-2D50-DC5464A46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F4B3095-77B8-99D4-EAB4-2AF7BEE0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6C4DAA-16F2-491C-B6D9-94B80AA7CF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913269-1065-B982-E884-D13D8BF2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40F29-716E-49BD-8D77-F1E8313F65A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017C47-58E4-BA0C-EF87-7C17CCF1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B93A1-BEE1-5908-01F5-F0F960D6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C57EC9-7B13-4BDF-BCF7-9C2DCF66251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59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563AA-CE15-504D-BF1A-FFF7251D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76D44-07C7-4276-AA1C-E2E1C7E6662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03DD1D-0B52-CD2B-0650-F6E78EC4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B29CE-D6CD-50FE-83FA-EA06B7DE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B05A2-AF9F-4AC8-8621-72183594E37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668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32761EA-D561-E548-2373-B19AE41014C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DE475191-FC88-0292-BC8D-4D80C1C8D0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35D804-5449-4E66-96C4-6143E0C6E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0AF2BB5-40E6-45FB-8FE8-FEF664A11AF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F60660-CB23-4B8D-9745-9BA0052B8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B52F5-925D-4B80-805B-A13F05F5B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3EAA90B-6E09-48CF-BA4B-28D8F1157BC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B6942EAF-AB28-80EF-005F-DFA17CCD2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405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AFDF30B-88AB-361B-F762-0DC861609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7B052B3D-6327-1C75-EAF6-F6A701202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37EE278E-1A2D-A2C9-8951-9213D9315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5D400601-D4E6-6925-5B36-E469C4F07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B9543EC5-26D5-432F-A14E-962C96703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39995952-3D81-9670-0821-B2F733945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CAA4C177-BFC1-D5F0-1B56-5332E4992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689225"/>
            <a:ext cx="9772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화장실우측방</a:t>
            </a:r>
            <a:r>
              <a:rPr kumimoji="0" lang="en-US" altLang="ko-KR" sz="1200" b="1"/>
              <a:t>-</a:t>
            </a:r>
            <a:r>
              <a:rPr kumimoji="0" lang="ko-KR" altLang="en-US" sz="1200" b="1">
                <a:solidFill>
                  <a:srgbClr val="FF0000"/>
                </a:solidFill>
              </a:rPr>
              <a:t>안방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수도계량기함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벽면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천정 곰팡이제거 포함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거실걸레받이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AE6E050C-128F-3740-F9DB-9FEBF8B8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51403093-EB5B-CFBE-0345-654B11486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19A4E7A4-4B6F-D82B-0199-7A05FF5B8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9482212-5041-4D9B-A852-9DCFD6522E4C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CC92E019-921F-4730-95FE-729F18892301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CA4E6-D502-4777-84A4-AEFFD29E87D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1A570B-B80C-4C86-88AD-B5895D97463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CF4AE90E-2403-36DE-7DF6-81C2378B0A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7876038-B23C-4173-A246-E70C06711421}"/>
              </a:ext>
            </a:extLst>
          </p:cNvPr>
          <p:cNvSpPr/>
          <p:nvPr/>
        </p:nvSpPr>
        <p:spPr>
          <a:xfrm>
            <a:off x="2268538" y="2492375"/>
            <a:ext cx="5327650" cy="3024188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3D776-0ACC-451C-A572-90E6136B90A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C0B47A-E1CF-428C-9DD6-8C573B20D46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F5A0EC5E-0659-0E87-522D-B51A48B958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BA3D022-DB3D-4EEB-8708-8F47856F343F}"/>
              </a:ext>
            </a:extLst>
          </p:cNvPr>
          <p:cNvSpPr/>
          <p:nvPr/>
        </p:nvSpPr>
        <p:spPr>
          <a:xfrm>
            <a:off x="2843213" y="2708275"/>
            <a:ext cx="3816350" cy="2449513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4F18E-2CC7-47B2-9428-16131880CA8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743BA0-0EBB-4B12-822E-48C99928B2A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6D8D9EF4-B614-21CE-DD18-645EBB91FB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36BAD855-C5CA-420D-A778-7D69D4D5243A}"/>
              </a:ext>
            </a:extLst>
          </p:cNvPr>
          <p:cNvSpPr/>
          <p:nvPr/>
        </p:nvSpPr>
        <p:spPr>
          <a:xfrm>
            <a:off x="2484438" y="3500438"/>
            <a:ext cx="1655762" cy="11525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1B9B377-B804-4BC2-897D-5E7E5C1E4025}"/>
              </a:ext>
            </a:extLst>
          </p:cNvPr>
          <p:cNvSpPr/>
          <p:nvPr/>
        </p:nvSpPr>
        <p:spPr>
          <a:xfrm>
            <a:off x="5651500" y="3573463"/>
            <a:ext cx="1657350" cy="115093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AB8C0-0568-49AA-B830-4AFBF12BA51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4000" b="1" dirty="0"/>
            </a:br>
            <a:r>
              <a:rPr lang="ko-KR" altLang="en-US" sz="4000" b="1" dirty="0"/>
              <a:t>도배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천정</a:t>
            </a:r>
            <a:r>
              <a:rPr lang="en-US" altLang="ko-KR" sz="4000" b="1" dirty="0"/>
              <a:t>-</a:t>
            </a:r>
            <a:r>
              <a:rPr lang="ko-KR" altLang="en-US" sz="4000" b="1" dirty="0"/>
              <a:t>방</a:t>
            </a:r>
            <a:r>
              <a:rPr lang="en-US" altLang="ko-KR" sz="4000" b="1" dirty="0"/>
              <a:t>1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화장실우측방</a:t>
            </a:r>
            <a:r>
              <a:rPr lang="en-US" altLang="ko-KR" sz="4000" b="1" dirty="0"/>
              <a:t>))</a:t>
            </a:r>
            <a:br>
              <a:rPr lang="ko-KR" altLang="en-US" sz="4000" b="1" dirty="0">
                <a:latin typeface="+mj-ea"/>
              </a:rPr>
            </a:b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B67162-B86E-4F23-92E8-9A42208FC91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D4BDB9CF-0E48-8411-5C0E-432910582B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5C9C8990-1423-43D5-B2E0-4BB52A8E031D}"/>
              </a:ext>
            </a:extLst>
          </p:cNvPr>
          <p:cNvSpPr/>
          <p:nvPr/>
        </p:nvSpPr>
        <p:spPr>
          <a:xfrm>
            <a:off x="1763713" y="2276475"/>
            <a:ext cx="6696075" cy="3313113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36CC4-CCBC-427C-9C93-D88E5DD6632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4818F7-4EDE-476F-8BF0-9337597E8EF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4406B035-468B-F3AB-D141-EEF19EA48B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5DDA787-D48B-4459-B7D5-AEC7CB20C42C}"/>
              </a:ext>
            </a:extLst>
          </p:cNvPr>
          <p:cNvSpPr/>
          <p:nvPr/>
        </p:nvSpPr>
        <p:spPr>
          <a:xfrm>
            <a:off x="4211638" y="2276475"/>
            <a:ext cx="1296987" cy="11525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1943C-6F27-457F-AC84-66CFE56AA64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C3BBC8-5578-4CEE-B775-FB30EBC409F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2">
            <a:extLst>
              <a:ext uri="{FF2B5EF4-FFF2-40B4-BE49-F238E27FC236}">
                <a16:creationId xmlns:a16="http://schemas.microsoft.com/office/drawing/2014/main" id="{816C3C70-2307-EC5F-4E42-95A822A83B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083E5819-9A1B-4404-A000-D95D31D8F6DE}"/>
              </a:ext>
            </a:extLst>
          </p:cNvPr>
          <p:cNvSpPr/>
          <p:nvPr/>
        </p:nvSpPr>
        <p:spPr>
          <a:xfrm>
            <a:off x="3995738" y="3141663"/>
            <a:ext cx="1512887" cy="1223962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7E63B-8D32-4D6C-B0E4-0C48BDE0131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3600" b="1" dirty="0"/>
              <a:t>도색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문</a:t>
            </a:r>
            <a:r>
              <a:rPr lang="en-US" altLang="ko-KR" sz="3600" b="1" dirty="0"/>
              <a:t>,</a:t>
            </a:r>
            <a:r>
              <a:rPr lang="ko-KR" altLang="en-US" sz="3600" b="1" dirty="0"/>
              <a:t>문틀</a:t>
            </a:r>
            <a:r>
              <a:rPr lang="en-US" altLang="ko-KR" sz="3600" b="1" dirty="0"/>
              <a:t>-</a:t>
            </a:r>
            <a:r>
              <a:rPr lang="ko-KR" altLang="en-US" sz="3600" b="1" dirty="0"/>
              <a:t>방</a:t>
            </a:r>
            <a:r>
              <a:rPr lang="en-US" altLang="ko-KR" sz="3600" b="1" dirty="0"/>
              <a:t>3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4264A6-107D-4CE6-AD2F-EF7EB6E5589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C8E4C389-6FC6-4855-D716-79ECC457A7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4013"/>
            <a:ext cx="8207375" cy="4468812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9479619-DC46-467F-BCB7-6BDB606288CD}"/>
              </a:ext>
            </a:extLst>
          </p:cNvPr>
          <p:cNvSpPr/>
          <p:nvPr/>
        </p:nvSpPr>
        <p:spPr>
          <a:xfrm>
            <a:off x="2914650" y="3429000"/>
            <a:ext cx="3529013" cy="13684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E0E39-D1EF-4EC5-8527-F5FF1B78DEC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en-US" altLang="ko-KR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9BF1CA-78E0-405A-8A9B-6CF3ED94418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33">
            <a:extLst>
              <a:ext uri="{FF2B5EF4-FFF2-40B4-BE49-F238E27FC236}">
                <a16:creationId xmlns:a16="http://schemas.microsoft.com/office/drawing/2014/main" id="{BBDF3BE0-96CF-C23C-A282-4786114BA2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C6F16B6-1241-4B92-9944-7EA0A9B17D1A}"/>
              </a:ext>
            </a:extLst>
          </p:cNvPr>
          <p:cNvSpPr/>
          <p:nvPr/>
        </p:nvSpPr>
        <p:spPr>
          <a:xfrm>
            <a:off x="4284663" y="3357563"/>
            <a:ext cx="649287" cy="1439862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08DC3-BD9D-41FF-8A48-D80A23E4ED1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수도계량기함</a:t>
            </a:r>
            <a:r>
              <a:rPr lang="en-US" altLang="ko-KR" b="1" dirty="0"/>
              <a:t>(1</a:t>
            </a:r>
            <a:r>
              <a:rPr lang="ko-KR" altLang="en-US" b="1" dirty="0"/>
              <a:t>개소</a:t>
            </a:r>
            <a:r>
              <a:rPr lang="en-US" altLang="ko-KR" b="1" dirty="0"/>
              <a:t>)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03C2B1-F644-4029-AF0F-F7A12D590E8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7">
            <a:extLst>
              <a:ext uri="{FF2B5EF4-FFF2-40B4-BE49-F238E27FC236}">
                <a16:creationId xmlns:a16="http://schemas.microsoft.com/office/drawing/2014/main" id="{79A97F5E-8026-3758-5775-DC7074B21F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E25F7D9-3B4C-49F4-80C0-4E859F10B027}"/>
              </a:ext>
            </a:extLst>
          </p:cNvPr>
          <p:cNvSpPr/>
          <p:nvPr/>
        </p:nvSpPr>
        <p:spPr>
          <a:xfrm rot="234175">
            <a:off x="4783138" y="2911475"/>
            <a:ext cx="792162" cy="1525588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52BC84B2-55F2-44D4-9DDE-C8D807CBA15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latin typeface="+mj-ea"/>
              </a:rPr>
              <a:t>도색</a:t>
            </a:r>
            <a:r>
              <a:rPr lang="en-US" altLang="ko-KR" sz="2000" b="1" dirty="0">
                <a:latin typeface="+mj-ea"/>
              </a:rPr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뒤베란다전체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뒤베란다</a:t>
            </a:r>
            <a:r>
              <a:rPr lang="ko-KR" altLang="en-US" sz="2000" b="1" dirty="0"/>
              <a:t> 벽면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천정 </a:t>
            </a:r>
            <a:r>
              <a:rPr lang="ko-KR" altLang="en-US" sz="2000" b="1" dirty="0" err="1"/>
              <a:t>곰팡이제거</a:t>
            </a:r>
            <a:r>
              <a:rPr lang="ko-KR" altLang="en-US" sz="2000" b="1" dirty="0"/>
              <a:t> 포함</a:t>
            </a:r>
            <a:r>
              <a:rPr lang="en-US" altLang="ko-KR" sz="2000" b="1" dirty="0"/>
              <a:t>)</a:t>
            </a:r>
            <a:r>
              <a:rPr lang="en-US" altLang="ko-KR" sz="2000" b="1" dirty="0">
                <a:latin typeface="+mj-ea"/>
              </a:rPr>
              <a:t>)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847CD3-26A4-43F7-992A-74780B91B75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Picture 27">
            <a:extLst>
              <a:ext uri="{FF2B5EF4-FFF2-40B4-BE49-F238E27FC236}">
                <a16:creationId xmlns:a16="http://schemas.microsoft.com/office/drawing/2014/main" id="{CE267F43-8A78-12F4-67BB-E107127085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D555D2DE-C6BA-4E02-8BAA-8A622E769304}"/>
              </a:ext>
            </a:extLst>
          </p:cNvPr>
          <p:cNvSpPr/>
          <p:nvPr/>
        </p:nvSpPr>
        <p:spPr>
          <a:xfrm>
            <a:off x="3708400" y="1916113"/>
            <a:ext cx="2376488" cy="403383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005ABEF1-807A-4A7C-AFED-13C5E880A5F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800" b="1" dirty="0">
                <a:latin typeface="+mj-ea"/>
              </a:rPr>
              <a:t>도색</a:t>
            </a:r>
            <a:r>
              <a:rPr lang="en-US" altLang="ko-KR" sz="4800" b="1" dirty="0">
                <a:latin typeface="+mj-ea"/>
              </a:rPr>
              <a:t>(</a:t>
            </a:r>
            <a:r>
              <a:rPr lang="ko-KR" altLang="en-US" sz="4800" b="1" dirty="0"/>
              <a:t>거실걸레받이</a:t>
            </a:r>
            <a:r>
              <a:rPr lang="en-US" altLang="ko-KR" sz="4800" b="1" dirty="0">
                <a:latin typeface="+mj-ea"/>
              </a:rPr>
              <a:t>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34FF1A-66A9-4060-877E-85361EE023B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6388" name="Picture 27">
            <a:extLst>
              <a:ext uri="{FF2B5EF4-FFF2-40B4-BE49-F238E27FC236}">
                <a16:creationId xmlns:a16="http://schemas.microsoft.com/office/drawing/2014/main" id="{E8556262-29CD-3E58-2667-2DCF96CB9D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74D0AD29-D2E6-4E77-8B97-C12D8FF13D51}"/>
              </a:ext>
            </a:extLst>
          </p:cNvPr>
          <p:cNvSpPr/>
          <p:nvPr/>
        </p:nvSpPr>
        <p:spPr>
          <a:xfrm rot="801492">
            <a:off x="2803525" y="3479800"/>
            <a:ext cx="3683000" cy="550863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화면 슬라이드 쇼(4:3)</PresentationFormat>
  <Paragraphs>27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 도배(벽-거실) </vt:lpstr>
      <vt:lpstr> 도배(벽-방3곳) </vt:lpstr>
      <vt:lpstr> 도배(천정-거실) </vt:lpstr>
      <vt:lpstr> 도배(천정-방1곳(화장실우측방)) </vt:lpstr>
      <vt:lpstr>장판(거실)</vt:lpstr>
      <vt:lpstr>장판(방3곳)</vt:lpstr>
      <vt:lpstr>도색(문,문틀-방3곳)</vt:lpstr>
      <vt:lpstr> 도색(방화문내부) </vt:lpstr>
      <vt:lpstr> 도색(수도계량기함(1개소)) </vt:lpstr>
      <vt:lpstr>도색(앞, 뒤베란다전체(앞, 뒤베란다 벽면, 천정 곰팡이제거 포함))</vt:lpstr>
      <vt:lpstr>도색(거실걸레받이)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2026-01-31T06:49:07Z</dcterms:created>
  <dcterms:modified xsi:type="dcterms:W3CDTF">2026-01-31T06:49:07Z</dcterms:modified>
</cp:coreProperties>
</file>