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61" r:id="rId5"/>
    <p:sldId id="264" r:id="rId6"/>
    <p:sldId id="266" r:id="rId7"/>
    <p:sldId id="267" r:id="rId8"/>
    <p:sldId id="268" r:id="rId9"/>
    <p:sldId id="269" r:id="rId10"/>
    <p:sldId id="272" r:id="rId11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9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BE86830-8AC0-69C4-8C43-D56DA4FB5B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FBBDE7-BF24-CE44-9CDC-A9696BB94F5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5DD4AD2F-2294-47BD-AA25-6E9EB4CAF80E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6FDEF630-46DE-5BE9-D629-96AF13FDAD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CAD2C624-7C96-2CD4-574C-BDC3C87A23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686097-D942-9D89-19BB-BA9664442F9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E669E6-F1E1-5526-BB00-AE09925A38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6C8460EF-1DFB-422F-B251-9ACFBCC0114D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B586165C-9AFF-0D8F-8199-D5ABF1331A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857AF659-2412-6F16-2705-6ED173F309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1E8F9A11-61EC-7CF6-DFE8-F0A612C15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5DA05F0-F903-4B10-BD55-3712873C33CD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836305-25C1-508F-7C95-85164834E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CFA1F-FC0D-4C79-954F-45FED7ECED47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B4374E-FAFB-DE29-E4C7-7D53088D6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37CC8B-EF2D-8F0D-312B-D8DE0637E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1F8C6C-94AD-4F23-B02F-E6FAC2CF2DE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357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4B5B55-8245-B90D-E7C3-C34A300DF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F5FCD-0F58-4835-9A13-C2FEF06952C1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158CA3-FCD5-83A6-5D90-66BD6EF43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9BA0DA-07CC-9CB2-2685-FDDD984A3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489FC-47AD-4D5B-AC29-C7FE51D848A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611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985FC1-AB88-B720-61FC-EF1783388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0A0749-7A4D-40A9-BDBB-7E5CE742C654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ACA73B-6ECD-14F3-C73E-60EFB1FA2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DE3F21-D9DE-DB7C-96F6-E5CF43210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1CA7BD-6DE3-40F6-865C-74A14259317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893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BE953A3-8644-8E6D-7C1F-D446D20F7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925486-4FC9-4BDD-9E09-AAB573283E14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B8267FB9-4B07-0DEB-EEAE-5430C54A8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3B10D8F-3D9B-C86A-8FD7-4D321EEF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A0CE48-D795-4FC9-8332-005EC8DCEF1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404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4E667639-ED29-EC7E-5B1D-6B26A385F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9159F-4028-4C91-98FF-E107CCDD85F6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B588DD06-1617-4BE6-AB5E-AE7C64A48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6DD0E503-8432-BF87-31F0-89EBBF54D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85A465-C20C-418F-BC40-9697573A5BD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425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3DD8024D-C8AD-B9DD-6D18-5EE62E4A4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C0312-4947-4DC6-9738-2808ED4CDBBB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6BF10DA1-6535-967B-34AB-822AF0B75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2C409A4E-A9D8-FB1F-BD33-B757E8CB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095152-DF93-4F8E-AE55-14E9382723B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676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A3343439-A02C-5CFE-8E4B-F766C0795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964033-0038-412C-847C-D524331D76BB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031FC0B5-0A6E-DD06-F863-1BEC6AABB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4EBCBAB7-52C5-5541-0675-04E03EBA9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ED00AF-C9E6-4B4D-BF6F-390FAEADE02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593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701E6B3-9401-F91C-97F3-FF96A0463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C0019-3CE5-4C4C-BBB9-C46927DB0F56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E059046F-77E5-A714-2243-9E10A3B3F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1E0775E-BC11-9CCB-BFFC-E67186AE4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3F6E4B-5398-4D6C-AC55-0B58B370AFF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51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34792A7-1F74-79D8-30DE-C87ED1FCE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74895-B03B-46E9-8776-9F9BC6027DF3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F20AE6D-38B7-2D0D-076D-C12067D7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2E1822D-DF34-D05B-2B6B-A07A8160F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858448-D1E4-493A-A19A-14DEC11CC95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21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7D9AA7-D2CA-3BFC-3DF7-90086519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545FE-7222-4098-85CE-A21F44BD096E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57ED75-690F-B2D6-4846-8274559B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3E7601-E76A-3074-C5F7-2398CBB4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B2EA41-0646-492E-86BE-22D7A260034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41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D27780-7964-BBA5-89AE-2654AF002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60B335-3DF0-4BA6-99F2-886350AEBF58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6D988D-C068-B904-A7E4-BD2490307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A4C7AB-D9E0-C7E8-12E6-B1A14401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CFBF62-E698-4D5A-AC8C-809AE4167F7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156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D1DBF298-E9B4-472F-41B0-D5335E039D3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33F820DB-F0CC-E58E-DC90-68763CF182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E3C0F8-5C29-478A-AAFD-1BEA0627BF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DC20902-1D9D-44B3-A1AB-AC694840E4D5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758F24-9034-8D02-69F9-E08681E444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BFE7AF-0A18-22FE-1F1C-8DB2E75C4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ED4963C-36C1-49D5-9D49-AB24A73EE37A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EB78A99D-638C-26FF-2469-022C12CB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6048375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9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306</a:t>
            </a:r>
            <a:r>
              <a:rPr kumimoji="0" lang="ko-KR" altLang="en-US" sz="3000" b="1"/>
              <a:t>호 수장공사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9D3B419E-AEB0-1F22-6D97-65FA5A8FE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429F150A-1228-57F6-4BF3-96B6B3D9E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2026. 03. 03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E36130E7-F5AE-0C1A-F4D0-ECDD92D64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9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306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2169DD2D-3989-CCBF-DCEB-91E18B8DF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811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03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03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532CC23B-0E55-B9D3-9C8E-746056DB5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28775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C6CB73AF-2638-10F3-0535-4B59DE439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9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306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80054875-4378-D93E-D565-2585FDC20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2708275"/>
            <a:ext cx="9772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수도계량기함</a:t>
            </a:r>
            <a:r>
              <a:rPr kumimoji="0" lang="en-US" altLang="ko-KR" sz="1200" b="1"/>
              <a:t>(2</a:t>
            </a:r>
            <a:r>
              <a:rPr kumimoji="0" lang="ko-KR" altLang="en-US" sz="1200" b="1"/>
              <a:t>개소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거실걸레받이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C02D024C-C4C9-E374-D05D-3D605DEDD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83013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것을요청 드립니다</a:t>
            </a:r>
            <a:r>
              <a:rPr kumimoji="0" lang="en-US" altLang="ko-KR" sz="1200" b="1"/>
              <a:t>.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25159434-ABF1-F3AE-8FCC-4A2E9DA40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89138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C3BC3E41-943E-CEBC-A77C-B193A1D4A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36061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8C5DFE7-E754-2149-D82F-47C4A38B3119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9" name="아래쪽 화살표 48">
            <a:extLst>
              <a:ext uri="{FF2B5EF4-FFF2-40B4-BE49-F238E27FC236}">
                <a16:creationId xmlns:a16="http://schemas.microsoft.com/office/drawing/2014/main" id="{C46E769F-3601-373D-E121-36259BDF0B0C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AA2F8-665D-63BB-8746-886FDE20C14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1E0B407-4450-3849-BFCB-DA95163C9D3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D68D5E7F-4DF3-3AF9-7026-D0D3B3156E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C0B21ADE-95EC-7D4C-77D2-905644B5A7C9}"/>
              </a:ext>
            </a:extLst>
          </p:cNvPr>
          <p:cNvSpPr/>
          <p:nvPr/>
        </p:nvSpPr>
        <p:spPr>
          <a:xfrm>
            <a:off x="2268538" y="2276475"/>
            <a:ext cx="4535487" cy="3024188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F2670-0680-4F8C-0CD1-0A44B624F69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E60639-F4B0-E429-2030-89C628A7C9D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6424B634-25A9-6462-A847-CB22DBF270C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AC3F2B4C-10BE-E833-D52A-8966EEEC1236}"/>
              </a:ext>
            </a:extLst>
          </p:cNvPr>
          <p:cNvSpPr/>
          <p:nvPr/>
        </p:nvSpPr>
        <p:spPr>
          <a:xfrm>
            <a:off x="2268538" y="2997200"/>
            <a:ext cx="4391025" cy="2232025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5855A-FD38-C1C9-1324-D9944B2CBF8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장판</a:t>
            </a:r>
            <a:r>
              <a:rPr lang="en-US" altLang="ko-KR" b="1"/>
              <a:t>(</a:t>
            </a:r>
            <a:r>
              <a:rPr lang="ko-KR" altLang="en-US" b="1"/>
              <a:t>거실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A845089-AD7E-24F8-047A-EDEA7274133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31">
            <a:extLst>
              <a:ext uri="{FF2B5EF4-FFF2-40B4-BE49-F238E27FC236}">
                <a16:creationId xmlns:a16="http://schemas.microsoft.com/office/drawing/2014/main" id="{8A655431-EDD1-5D7C-A225-D734925AE7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8786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2F460ED6-1BC6-1947-F06F-0CDB3DC214BD}"/>
              </a:ext>
            </a:extLst>
          </p:cNvPr>
          <p:cNvSpPr/>
          <p:nvPr/>
        </p:nvSpPr>
        <p:spPr>
          <a:xfrm>
            <a:off x="4140200" y="3140075"/>
            <a:ext cx="1368425" cy="1368425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DD98FF-F02D-7CCE-2360-5CFD0475418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장판</a:t>
            </a:r>
            <a:r>
              <a:rPr lang="en-US" altLang="ko-KR" b="1"/>
              <a:t>(</a:t>
            </a:r>
            <a:r>
              <a:rPr lang="ko-KR" altLang="en-US" b="1"/>
              <a:t>방</a:t>
            </a:r>
            <a:r>
              <a:rPr lang="en-US" altLang="ko-KR" b="1"/>
              <a:t>3</a:t>
            </a:r>
            <a:r>
              <a:rPr lang="ko-KR" altLang="en-US" b="1"/>
              <a:t>곳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B2377BF-5E8D-B4A6-76A8-1CB1C7C85D9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2">
            <a:extLst>
              <a:ext uri="{FF2B5EF4-FFF2-40B4-BE49-F238E27FC236}">
                <a16:creationId xmlns:a16="http://schemas.microsoft.com/office/drawing/2014/main" id="{4E9A59B4-31F5-AA1C-E2E8-1FD8E6FF550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D2364E2E-2EFD-3FCC-5CBE-8206F7F7D0A5}"/>
              </a:ext>
            </a:extLst>
          </p:cNvPr>
          <p:cNvSpPr/>
          <p:nvPr/>
        </p:nvSpPr>
        <p:spPr>
          <a:xfrm>
            <a:off x="3924300" y="2852738"/>
            <a:ext cx="1223963" cy="1944687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CC17D5-86E1-9A12-5128-D9B5DCC71CE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3600" b="1" dirty="0"/>
              <a:t>도색</a:t>
            </a:r>
            <a:r>
              <a:rPr lang="en-US" altLang="ko-KR" sz="3600" b="1" dirty="0"/>
              <a:t>(</a:t>
            </a:r>
            <a:r>
              <a:rPr lang="ko-KR" altLang="en-US" sz="3600" b="1" dirty="0"/>
              <a:t>문</a:t>
            </a:r>
            <a:r>
              <a:rPr lang="en-US" altLang="ko-KR" sz="3600" b="1" dirty="0"/>
              <a:t>,</a:t>
            </a:r>
            <a:r>
              <a:rPr lang="ko-KR" altLang="en-US" sz="3600" b="1" dirty="0"/>
              <a:t>문틀</a:t>
            </a:r>
            <a:r>
              <a:rPr lang="en-US" altLang="ko-KR" sz="3600" b="1" dirty="0"/>
              <a:t>-</a:t>
            </a:r>
            <a:r>
              <a:rPr lang="ko-KR" altLang="en-US" sz="3600" b="1" dirty="0"/>
              <a:t>방</a:t>
            </a:r>
            <a:r>
              <a:rPr lang="en-US" altLang="ko-KR" sz="3600" b="1" dirty="0"/>
              <a:t>3</a:t>
            </a:r>
            <a:r>
              <a:rPr lang="ko-KR" altLang="en-US" sz="3600" b="1" dirty="0"/>
              <a:t>곳</a:t>
            </a:r>
            <a:r>
              <a:rPr lang="en-US" altLang="ko-KR" sz="3600" b="1" dirty="0"/>
              <a:t>)</a:t>
            </a:r>
            <a:endParaRPr lang="ko-KR" altLang="en-US" sz="36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A78FBE5-016A-8F66-2928-5A6BB36BEF8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3">
            <a:extLst>
              <a:ext uri="{FF2B5EF4-FFF2-40B4-BE49-F238E27FC236}">
                <a16:creationId xmlns:a16="http://schemas.microsoft.com/office/drawing/2014/main" id="{AA805779-A59F-39FE-E8B3-4462C63B849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1E2DFCCB-F238-C8B2-6AB3-219CEA33B85F}"/>
              </a:ext>
            </a:extLst>
          </p:cNvPr>
          <p:cNvSpPr/>
          <p:nvPr/>
        </p:nvSpPr>
        <p:spPr>
          <a:xfrm>
            <a:off x="3132138" y="3429000"/>
            <a:ext cx="3527425" cy="1152525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3102B7-E148-7780-4991-98B146F7E24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 err="1">
                <a:latin typeface="+mj-ea"/>
              </a:rPr>
              <a:t>방화문내부</a:t>
            </a:r>
            <a:r>
              <a:rPr lang="en-US" altLang="ko-KR" b="1" dirty="0">
                <a:latin typeface="+mj-ea"/>
              </a:rPr>
              <a:t>)</a:t>
            </a:r>
            <a:br>
              <a:rPr lang="en-US" altLang="ko-KR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5F1FBB-9CF3-4B1A-1EFE-67659BA0007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3">
            <a:extLst>
              <a:ext uri="{FF2B5EF4-FFF2-40B4-BE49-F238E27FC236}">
                <a16:creationId xmlns:a16="http://schemas.microsoft.com/office/drawing/2014/main" id="{568F7CB9-2A41-62F2-8D3B-EDAD8858F8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CDFABB4D-C1FC-7CCF-671E-321EFBFD2F24}"/>
              </a:ext>
            </a:extLst>
          </p:cNvPr>
          <p:cNvSpPr/>
          <p:nvPr/>
        </p:nvSpPr>
        <p:spPr>
          <a:xfrm>
            <a:off x="4427538" y="3284538"/>
            <a:ext cx="720725" cy="1655762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5BB67B-FB9B-2C03-C072-31DFAD44D4C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/>
              <a:t>수도계량기함</a:t>
            </a:r>
            <a:r>
              <a:rPr lang="en-US" altLang="ko-KR" b="1" dirty="0"/>
              <a:t>(2</a:t>
            </a:r>
            <a:r>
              <a:rPr lang="ko-KR" altLang="en-US" b="1" dirty="0"/>
              <a:t>개소</a:t>
            </a:r>
            <a:r>
              <a:rPr lang="en-US" altLang="ko-KR" b="1" dirty="0"/>
              <a:t>))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AD9000-A0B5-E661-3797-0C11C50C5EF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27">
            <a:extLst>
              <a:ext uri="{FF2B5EF4-FFF2-40B4-BE49-F238E27FC236}">
                <a16:creationId xmlns:a16="http://schemas.microsoft.com/office/drawing/2014/main" id="{A67FD285-D251-9183-AA6A-C17FC71F7D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EA49634F-B2A6-C706-7237-3C8CE73F55EE}"/>
              </a:ext>
            </a:extLst>
          </p:cNvPr>
          <p:cNvSpPr/>
          <p:nvPr/>
        </p:nvSpPr>
        <p:spPr>
          <a:xfrm>
            <a:off x="3492500" y="2852738"/>
            <a:ext cx="647700" cy="1800225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BE029C1-FF4B-8814-7311-B3D72FA796F1}"/>
              </a:ext>
            </a:extLst>
          </p:cNvPr>
          <p:cNvSpPr/>
          <p:nvPr/>
        </p:nvSpPr>
        <p:spPr>
          <a:xfrm>
            <a:off x="4716463" y="3005138"/>
            <a:ext cx="863600" cy="1647825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985A81DC-A244-8EB0-87BE-D63FFB5B52D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4800" b="1" dirty="0">
                <a:latin typeface="+mj-ea"/>
              </a:rPr>
              <a:t>도색</a:t>
            </a:r>
            <a:r>
              <a:rPr lang="en-US" altLang="ko-KR" sz="4800" b="1" dirty="0">
                <a:latin typeface="+mj-ea"/>
              </a:rPr>
              <a:t>(</a:t>
            </a:r>
            <a:r>
              <a:rPr lang="ko-KR" altLang="en-US" sz="4800" b="1" dirty="0"/>
              <a:t>거실걸레받이</a:t>
            </a:r>
            <a:r>
              <a:rPr lang="en-US" altLang="ko-KR" sz="4800" b="1" dirty="0">
                <a:latin typeface="+mj-ea"/>
              </a:rPr>
              <a:t>)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F937807-1AC2-B2D7-6EF6-6D465522D99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Picture 27">
            <a:extLst>
              <a:ext uri="{FF2B5EF4-FFF2-40B4-BE49-F238E27FC236}">
                <a16:creationId xmlns:a16="http://schemas.microsoft.com/office/drawing/2014/main" id="{76194603-A91E-14C4-399F-C9A4478C169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A356DE30-7943-F248-3854-9B84A249D06D}"/>
              </a:ext>
            </a:extLst>
          </p:cNvPr>
          <p:cNvSpPr/>
          <p:nvPr/>
        </p:nvSpPr>
        <p:spPr>
          <a:xfrm>
            <a:off x="2843213" y="3644900"/>
            <a:ext cx="4321175" cy="720725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Office PowerPoint</Application>
  <PresentationFormat>화면 슬라이드 쇼(4:3)</PresentationFormat>
  <Paragraphs>22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 도배(벽-거실) </vt:lpstr>
      <vt:lpstr> 도배(벽-방3곳) </vt:lpstr>
      <vt:lpstr>장판(거실)</vt:lpstr>
      <vt:lpstr>장판(방3곳)</vt:lpstr>
      <vt:lpstr>도색(문,문틀-방3곳)</vt:lpstr>
      <vt:lpstr> 도색(방화문내부) </vt:lpstr>
      <vt:lpstr> 도색(수도계량기함(2개소)) </vt:lpstr>
      <vt:lpstr>도색(거실걸레받이)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2026-03-04T03:06:56Z</dcterms:created>
  <dcterms:modified xsi:type="dcterms:W3CDTF">2026-03-04T03:06:56Z</dcterms:modified>
</cp:coreProperties>
</file>