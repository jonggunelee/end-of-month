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8-301 </a:t>
            </a:r>
            <a:r>
              <a:rPr lang="ko-KR" altLang="en-US" b="1" dirty="0">
                <a:latin typeface="+mn-ea"/>
              </a:rPr>
              <a:t>작은방 단열작업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사택 </a:t>
            </a:r>
            <a:r>
              <a:rPr lang="en-US" altLang="ko-KR" sz="1000" b="1" dirty="0">
                <a:latin typeface="+mn-ea"/>
              </a:rPr>
              <a:t>8-301 </a:t>
            </a:r>
            <a:r>
              <a:rPr lang="ko-KR" altLang="en-US" sz="1000" b="1" dirty="0">
                <a:latin typeface="+mn-ea"/>
              </a:rPr>
              <a:t>작은방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사택 </a:t>
            </a:r>
            <a:r>
              <a:rPr lang="en-US" altLang="ko-KR" sz="1000" dirty="0">
                <a:latin typeface="+mn-ea"/>
              </a:rPr>
              <a:t>8</a:t>
            </a:r>
            <a:r>
              <a:rPr lang="ko-KR" altLang="en-US" sz="1000" dirty="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259632"/>
            <a:ext cx="6000792" cy="2332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기존 단열재 </a:t>
            </a:r>
            <a:r>
              <a:rPr lang="ko-KR" altLang="en-US" sz="1000" dirty="0" err="1"/>
              <a:t>철거후</a:t>
            </a:r>
            <a:r>
              <a:rPr lang="ko-KR" altLang="en-US" sz="1000" dirty="0"/>
              <a:t> 신규 설치 및 걸레받이 탈락보수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천장 </a:t>
            </a:r>
            <a:r>
              <a:rPr lang="ko-KR" altLang="en-US" sz="1000" dirty="0" err="1"/>
              <a:t>몰딩</a:t>
            </a:r>
            <a:r>
              <a:rPr lang="ko-KR" altLang="en-US" sz="1000" dirty="0"/>
              <a:t> 및 바닥 걸레받이 철거 작업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기존 단열재 설치 부분 </a:t>
            </a:r>
            <a:r>
              <a:rPr lang="ko-KR" altLang="en-US" sz="1000" dirty="0" err="1"/>
              <a:t>열반사</a:t>
            </a:r>
            <a:r>
              <a:rPr lang="ko-KR" altLang="en-US" sz="1000" dirty="0"/>
              <a:t> 시트 설치 작업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기존 단열재 </a:t>
            </a:r>
            <a:r>
              <a:rPr lang="ko-KR" altLang="en-US" sz="1000" dirty="0" err="1"/>
              <a:t>철거후</a:t>
            </a:r>
            <a:r>
              <a:rPr lang="ko-KR" altLang="en-US" sz="1000" dirty="0"/>
              <a:t> 신규 설치 작업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천장 </a:t>
            </a:r>
            <a:r>
              <a:rPr lang="ko-KR" altLang="en-US" sz="1000" dirty="0" err="1"/>
              <a:t>몰딩</a:t>
            </a:r>
            <a:r>
              <a:rPr lang="ko-KR" altLang="en-US" sz="1000" dirty="0"/>
              <a:t> 및 바닥 걸레받이 설치 작업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작업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폐기물 처리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690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825</Words>
  <Application>Microsoft Office PowerPoint</Application>
  <PresentationFormat>화면 슬라이드 쇼(4:3)</PresentationFormat>
  <Paragraphs>84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491</cp:revision>
  <dcterms:created xsi:type="dcterms:W3CDTF">2015-01-28T03:52:40Z</dcterms:created>
  <dcterms:modified xsi:type="dcterms:W3CDTF">2026-03-08T21:05:20Z</dcterms:modified>
</cp:coreProperties>
</file>