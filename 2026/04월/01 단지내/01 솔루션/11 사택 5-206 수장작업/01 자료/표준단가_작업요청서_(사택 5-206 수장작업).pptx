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3"/>
  </p:notesMasterIdLst>
  <p:sldIdLst>
    <p:sldId id="256" r:id="rId2"/>
    <p:sldId id="295" r:id="rId3"/>
    <p:sldId id="259" r:id="rId4"/>
    <p:sldId id="260" r:id="rId5"/>
    <p:sldId id="296" r:id="rId6"/>
    <p:sldId id="263" r:id="rId7"/>
    <p:sldId id="264" r:id="rId8"/>
    <p:sldId id="281" r:id="rId9"/>
    <p:sldId id="282" r:id="rId10"/>
    <p:sldId id="285" r:id="rId11"/>
    <p:sldId id="297" r:id="rId12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560" autoAdjust="0"/>
  </p:normalViewPr>
  <p:slideViewPr>
    <p:cSldViewPr>
      <p:cViewPr varScale="1">
        <p:scale>
          <a:sx n="109" d="100"/>
          <a:sy n="109" d="100"/>
        </p:scale>
        <p:origin x="190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FC7E889-CA65-926D-71EB-DF72D083290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C73C401-37DA-40D1-E3E9-2D27CEC57B6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E36E233B-DAFB-4E9F-A6BE-C6A8A5DE5C34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05010548-FC49-C74F-845A-11273C2A25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E3C12895-2FB4-EEEE-C0E7-F33EFE648F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E2A2FF-F055-52E4-CA6C-B63CA3C20B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9DB584-2C3D-F49F-AFA9-3E5088EF60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F50C2777-DC6E-407F-888F-F9DFDF54CC9C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65B017F4-7CE3-050A-7E48-8AC9444B64E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05DEE900-3313-8BAD-CF9E-3A70DF40FD1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CCB4A5D1-041A-27BD-DAEB-459226E04B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58317896-54AC-435A-84CF-F2307BFA5684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EF3B09-269C-2CC7-9873-F14AD2FF8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21970A-7D1B-4BDE-801D-A3D5FFB03775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BFAD6C-66AF-2BAC-66F7-BD9082459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F8B754-5D57-E6EE-1447-D9D4B0B47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A014D1-4711-42B5-8EF9-4387A94D53D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8826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1D1DB1-379F-D5C3-9B79-B55AE5126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999192-10E5-4E76-81C5-0DB6E8414DCD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A33990-CF23-7828-F5F3-1DB37C0A5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1DBDCD-8032-C66E-E6BF-CB932CD8A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A48797-D8FA-4426-9949-307DC50AE2A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102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78CC7B-ED5D-D8DD-AEBA-4B71DC808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854D77-B3DF-4A15-A2FE-EB53D7BCBC7B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124011-66AC-F5FB-8334-B5037CB6D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86D810-A528-4852-39F1-4E82BF7FB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48CDA5-6838-4B14-A172-D84786B8B6F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590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245073D5-5FC9-9D09-35CB-9DF0ECE15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145A19-5BB5-4EFA-9A5B-A430031A41D6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819C3738-17EB-DB0E-A222-770D47449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8071FB4-1171-D206-BF72-D4FEEE735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0E2B93-D507-4A75-8DFC-CD3BF1BAF56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0653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63FB1B1D-4352-EFC8-D4B8-3CCBFFD25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6F3293-98D2-460B-B783-D03AE03317A9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E456D4FC-F00D-0C85-D1E7-BDC139CC9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FA87DEF0-6D57-DA01-A5B3-7B9C8CF94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31BE95-C5AB-4FA6-8523-67BDD3B082A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6133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2592DCAA-BA2B-7B0A-114C-4C51A8965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2D5628-D960-49E0-955B-E7D75913F71E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3EC5F1B8-6F15-15E1-BAE7-ED59C0E64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CC6D06C1-E725-FE13-860F-B7ACFCE70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E9DCA6-0430-4EA6-A5A5-E44DB6466A1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7703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310FD479-3F7E-C3C5-B58C-6450950C0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367DDD-6D0D-4C08-914B-34708BB97139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02533244-445D-CEA6-41D0-C22A353B5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3AFE4EA4-7672-7AD4-9106-65F5388D5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94F1F6-E5A1-4FDC-8C49-D885057334B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8338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9056FB35-B0B1-E52A-8251-CCFE8559D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7F3905-24CE-406D-8B5B-44B4891A4513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19DECB3B-304A-599E-D9E2-BDA25CF1C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30DC3824-0E1D-5D5D-3F1F-C3B067D4A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7FA0DF-5B94-406E-92C5-CCC14CCC80B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6116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048A406D-ADFD-0772-7B81-0622D49A1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9820B-07E7-4ABB-BE01-A2EC53CC1063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66A11816-C3B3-BCD8-6BD9-85F59BACD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70158792-7A4A-327F-866F-C246166EF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766A70-6B4D-4B99-BE44-B6FA5566B34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800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CB1E7A-24CF-F56B-C1F5-D87B0B091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F715F0-3309-4887-AD1E-830E3033A550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4B8562-3A34-595D-536E-C7869B74C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8B6738-EF2C-53B6-02A1-B3053127E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9B5078-D99E-4383-ADEB-62E3B610C15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177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6C1C20-3DD9-95E1-367A-F14963105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588C0E-C815-4036-B96B-2D3681C7062C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19C5BF-2F08-5D82-B823-9601872E6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550F95-8841-6C5B-D7D8-6062E3433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FFA832-5189-4A34-BF13-1AB7A76CA10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9844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963D185D-07D9-20AE-AC1E-B26CEF18B18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E5A1430C-0415-BD23-00FC-A79330E81D2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C43D4-D250-52D8-8BC7-BA206DDB74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34835D4-C29B-4A87-B115-93403BB38A09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E1FF21-CFED-7B15-999F-08FD44CF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61FCFF-7637-015D-452B-A4799DAC1A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E37345B-17FE-4D21-A202-86B0C1D27F28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4C6E662E-63A6-FE33-765F-AAA6E7731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866900"/>
            <a:ext cx="5976938" cy="55403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5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206</a:t>
            </a:r>
            <a:r>
              <a:rPr kumimoji="0" lang="ko-KR" altLang="en-US" sz="3000" b="1"/>
              <a:t>호 수장공사 작업의뢰서</a:t>
            </a:r>
            <a:endParaRPr kumimoji="0" lang="ko-KR" altLang="en-US" sz="3000" b="1">
              <a:solidFill>
                <a:srgbClr val="FF0000"/>
              </a:solidFill>
            </a:endParaRP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E37ACA44-5EAF-6A30-79A9-98DFCE8586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1F80E613-8D0B-7112-27D3-7879AB88B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2026. 01. 22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F33BB306-165E-F25F-0F46-2EAE4D15A6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5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206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8FFDCEAA-DEFD-CECA-7B0F-1CC242832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58888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22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9A2F49C4-F9CF-5FA4-909A-ED83C1C3E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1131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8D3B428B-3CB0-CD51-94EA-6501B992F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5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206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D1FABCD0-1E83-8BE5-81D7-DA1897695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2593975"/>
            <a:ext cx="84423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천정</a:t>
            </a:r>
            <a:r>
              <a:rPr kumimoji="0" lang="en-US" altLang="ko-KR" sz="1200" b="1"/>
              <a:t>-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1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화장실좌측방</a:t>
            </a:r>
            <a:r>
              <a:rPr kumimoji="0" lang="en-US" altLang="ko-KR" sz="1200" b="1"/>
              <a:t>)),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문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문틀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방화문내부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뒤베란다전체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거실 걸레받이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공사 요함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endParaRPr kumimoji="0" lang="en-US" altLang="ko-KR" sz="1200" b="1"/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222F8704-7AF9-4162-5F3C-A6ED556FE2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36232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것을요청 드립니다</a:t>
            </a:r>
            <a:r>
              <a:rPr kumimoji="0" lang="en-US" altLang="ko-KR" sz="1200" b="1"/>
              <a:t>.</a:t>
            </a:r>
          </a:p>
        </p:txBody>
      </p:sp>
      <p:sp>
        <p:nvSpPr>
          <p:cNvPr id="5128" name="TextBox 4">
            <a:extLst>
              <a:ext uri="{FF2B5EF4-FFF2-40B4-BE49-F238E27FC236}">
                <a16:creationId xmlns:a16="http://schemas.microsoft.com/office/drawing/2014/main" id="{C3BAD8CB-2D34-F7A7-8533-026F50E83D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925638"/>
            <a:ext cx="28384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 월      일</a:t>
            </a:r>
          </a:p>
        </p:txBody>
      </p:sp>
      <p:sp>
        <p:nvSpPr>
          <p:cNvPr id="5129" name="TextBox 21">
            <a:extLst>
              <a:ext uri="{FF2B5EF4-FFF2-40B4-BE49-F238E27FC236}">
                <a16:creationId xmlns:a16="http://schemas.microsoft.com/office/drawing/2014/main" id="{7DB2055D-F9D3-8F56-C420-C5C65E19EA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2263775"/>
            <a:ext cx="27844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 월      일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4D4890A-4FF5-A20E-D522-D985730DC53F}"/>
              </a:ext>
            </a:extLst>
          </p:cNvPr>
          <p:cNvSpPr/>
          <p:nvPr/>
        </p:nvSpPr>
        <p:spPr bwMode="auto">
          <a:xfrm>
            <a:off x="3425825" y="4275138"/>
            <a:ext cx="2509838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47" name="아래쪽 화살표 46">
            <a:extLst>
              <a:ext uri="{FF2B5EF4-FFF2-40B4-BE49-F238E27FC236}">
                <a16:creationId xmlns:a16="http://schemas.microsoft.com/office/drawing/2014/main" id="{C6C28624-88EB-2AF6-F340-848F930DD2E4}"/>
              </a:ext>
            </a:extLst>
          </p:cNvPr>
          <p:cNvSpPr/>
          <p:nvPr/>
        </p:nvSpPr>
        <p:spPr>
          <a:xfrm>
            <a:off x="4284663" y="5229225"/>
            <a:ext cx="792162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831284-30CB-EC8A-7036-2BC3C22B620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/>
              <a:t>도배</a:t>
            </a:r>
            <a:r>
              <a:rPr lang="en-US" altLang="ko-KR" b="1"/>
              <a:t>(</a:t>
            </a:r>
            <a:r>
              <a:rPr lang="ko-KR" altLang="en-US" b="1"/>
              <a:t>벽</a:t>
            </a:r>
            <a:r>
              <a:rPr lang="en-US" altLang="ko-KR" b="1"/>
              <a:t>-</a:t>
            </a:r>
            <a:r>
              <a:rPr lang="ko-KR" altLang="en-US" b="1"/>
              <a:t>거실</a:t>
            </a:r>
            <a:r>
              <a:rPr lang="en-US" altLang="ko-KR" b="1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15F3677-693B-A7B3-18BF-D461B18E9690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7">
            <a:extLst>
              <a:ext uri="{FF2B5EF4-FFF2-40B4-BE49-F238E27FC236}">
                <a16:creationId xmlns:a16="http://schemas.microsoft.com/office/drawing/2014/main" id="{00C5CEED-0A61-D4D5-37FC-E3822CEE3D2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EF3F2E3E-C879-5F8F-617E-82A439DA8C31}"/>
              </a:ext>
            </a:extLst>
          </p:cNvPr>
          <p:cNvSpPr/>
          <p:nvPr/>
        </p:nvSpPr>
        <p:spPr>
          <a:xfrm>
            <a:off x="2987675" y="2636838"/>
            <a:ext cx="3529013" cy="23764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CC037A-B195-9033-D440-62765084F3F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방</a:t>
            </a:r>
            <a:r>
              <a:rPr lang="en-US" altLang="ko-KR" b="1" dirty="0"/>
              <a:t>3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2F1D955-8FFC-CED7-3041-6CB0E274DBA3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8">
            <a:extLst>
              <a:ext uri="{FF2B5EF4-FFF2-40B4-BE49-F238E27FC236}">
                <a16:creationId xmlns:a16="http://schemas.microsoft.com/office/drawing/2014/main" id="{EE659225-799C-CAE9-FCB6-5B4A7EC644B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C056017A-10B6-7311-45DE-894EBCBC6724}"/>
              </a:ext>
            </a:extLst>
          </p:cNvPr>
          <p:cNvSpPr/>
          <p:nvPr/>
        </p:nvSpPr>
        <p:spPr>
          <a:xfrm>
            <a:off x="2843213" y="2924175"/>
            <a:ext cx="3600450" cy="18732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C47BD9-C17E-86D5-5CCA-2A5460985A0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sz="4000" b="1" dirty="0">
                <a:latin typeface="+mj-ea"/>
              </a:rPr>
              <a:t>도배</a:t>
            </a:r>
            <a:r>
              <a:rPr lang="en-US" altLang="ko-KR" sz="4000" b="1" dirty="0">
                <a:latin typeface="+mj-ea"/>
              </a:rPr>
              <a:t>(</a:t>
            </a:r>
            <a:r>
              <a:rPr lang="ko-KR" altLang="en-US" sz="4000" b="1" dirty="0">
                <a:latin typeface="+mj-ea"/>
              </a:rPr>
              <a:t>천정</a:t>
            </a:r>
            <a:r>
              <a:rPr lang="en-US" altLang="ko-KR" sz="4000" b="1" dirty="0">
                <a:latin typeface="+mj-ea"/>
              </a:rPr>
              <a:t>-</a:t>
            </a:r>
            <a:r>
              <a:rPr lang="ko-KR" altLang="en-US" sz="4000" b="1" dirty="0"/>
              <a:t> 방</a:t>
            </a:r>
            <a:r>
              <a:rPr lang="en-US" altLang="ko-KR" sz="4000" b="1" dirty="0"/>
              <a:t>1</a:t>
            </a:r>
            <a:r>
              <a:rPr lang="ko-KR" altLang="en-US" sz="4000" b="1" dirty="0"/>
              <a:t>곳</a:t>
            </a:r>
            <a:r>
              <a:rPr lang="en-US" altLang="ko-KR" sz="4000" b="1" dirty="0"/>
              <a:t>(</a:t>
            </a:r>
            <a:r>
              <a:rPr lang="ko-KR" altLang="en-US" sz="4000" b="1" dirty="0"/>
              <a:t>화장실좌측방</a:t>
            </a:r>
            <a:r>
              <a:rPr lang="en-US" altLang="ko-KR" sz="4000" b="1" dirty="0"/>
              <a:t>))</a:t>
            </a:r>
            <a:endParaRPr lang="ko-KR" altLang="en-US" sz="4000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F7B7FD2-6F7A-9B5B-EDD5-808E84760313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Picture 29">
            <a:extLst>
              <a:ext uri="{FF2B5EF4-FFF2-40B4-BE49-F238E27FC236}">
                <a16:creationId xmlns:a16="http://schemas.microsoft.com/office/drawing/2014/main" id="{33FD2A61-1843-1BB1-1AC5-EE77FCC3C62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29600" cy="4468813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BD371029-D57D-2F5F-6FAC-D37CB8304C70}"/>
              </a:ext>
            </a:extLst>
          </p:cNvPr>
          <p:cNvSpPr/>
          <p:nvPr/>
        </p:nvSpPr>
        <p:spPr>
          <a:xfrm>
            <a:off x="1908175" y="3429000"/>
            <a:ext cx="5759450" cy="10795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644BB8-4B46-2B91-4EB1-738E20108F2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>
                <a:latin typeface="+mj-ea"/>
              </a:rPr>
              <a:t>장판</a:t>
            </a:r>
            <a:r>
              <a:rPr lang="en-US" altLang="ko-KR" b="1">
                <a:latin typeface="+mj-ea"/>
              </a:rPr>
              <a:t>(</a:t>
            </a:r>
            <a:r>
              <a:rPr lang="ko-KR" altLang="en-US" b="1">
                <a:latin typeface="+mj-ea"/>
              </a:rPr>
              <a:t>거실</a:t>
            </a:r>
            <a:r>
              <a:rPr lang="en-US" altLang="ko-KR" b="1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F980677-87DA-5DDA-DF31-5F50022915FF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Picture 32">
            <a:extLst>
              <a:ext uri="{FF2B5EF4-FFF2-40B4-BE49-F238E27FC236}">
                <a16:creationId xmlns:a16="http://schemas.microsoft.com/office/drawing/2014/main" id="{8D7A9270-6E1F-147F-4F76-96D0B4AB9C9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EED5896C-55F4-F684-B43A-798740306729}"/>
              </a:ext>
            </a:extLst>
          </p:cNvPr>
          <p:cNvSpPr/>
          <p:nvPr/>
        </p:nvSpPr>
        <p:spPr>
          <a:xfrm>
            <a:off x="4067175" y="3213100"/>
            <a:ext cx="1441450" cy="1511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9F769A-9672-E5BC-609E-D70415FC164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장판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방</a:t>
            </a:r>
            <a:r>
              <a:rPr lang="en-US" altLang="ko-KR" b="1" dirty="0">
                <a:latin typeface="+mj-ea"/>
              </a:rPr>
              <a:t>3</a:t>
            </a:r>
            <a:r>
              <a:rPr lang="ko-KR" altLang="en-US" b="1" dirty="0">
                <a:latin typeface="+mj-ea"/>
              </a:rPr>
              <a:t>곳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1BEB10-417D-F107-E993-DBCDE36E24E8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244" name="Picture 31">
            <a:extLst>
              <a:ext uri="{FF2B5EF4-FFF2-40B4-BE49-F238E27FC236}">
                <a16:creationId xmlns:a16="http://schemas.microsoft.com/office/drawing/2014/main" id="{196DB9DA-1D93-FA47-6C3F-81E6D13FD33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ED1717CB-1984-0AD3-4CA8-3122A5976884}"/>
              </a:ext>
            </a:extLst>
          </p:cNvPr>
          <p:cNvSpPr/>
          <p:nvPr/>
        </p:nvSpPr>
        <p:spPr>
          <a:xfrm>
            <a:off x="4283075" y="3213100"/>
            <a:ext cx="1081088" cy="10810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2B37E0-F57F-A5F0-4F3D-D1D0F4A020FF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문</a:t>
            </a:r>
            <a:r>
              <a:rPr lang="en-US" altLang="ko-KR" b="1" dirty="0">
                <a:latin typeface="+mj-ea"/>
              </a:rPr>
              <a:t>,</a:t>
            </a:r>
            <a:r>
              <a:rPr lang="ko-KR" altLang="en-US" b="1" dirty="0">
                <a:latin typeface="+mj-ea"/>
              </a:rPr>
              <a:t>문틀</a:t>
            </a:r>
            <a:r>
              <a:rPr lang="en-US" altLang="ko-KR" b="1" dirty="0">
                <a:latin typeface="+mj-ea"/>
              </a:rPr>
              <a:t>-</a:t>
            </a:r>
            <a:r>
              <a:rPr lang="ko-KR" altLang="en-US" b="1" dirty="0">
                <a:latin typeface="+mj-ea"/>
              </a:rPr>
              <a:t>방</a:t>
            </a:r>
            <a:r>
              <a:rPr lang="en-US" altLang="ko-KR" b="1" dirty="0">
                <a:latin typeface="+mj-ea"/>
              </a:rPr>
              <a:t>3</a:t>
            </a:r>
            <a:r>
              <a:rPr lang="ko-KR" altLang="en-US" b="1" dirty="0">
                <a:latin typeface="+mj-ea"/>
              </a:rPr>
              <a:t>곳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41FAED6-439F-E1E6-DFF1-B19BB6DD342E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1268" name="Picture 33">
            <a:extLst>
              <a:ext uri="{FF2B5EF4-FFF2-40B4-BE49-F238E27FC236}">
                <a16:creationId xmlns:a16="http://schemas.microsoft.com/office/drawing/2014/main" id="{DA4F2957-4AAE-7B38-F8BA-FF6419C9B1E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C2D79695-664F-8A6E-FC74-C3F53F2C58E3}"/>
              </a:ext>
            </a:extLst>
          </p:cNvPr>
          <p:cNvSpPr/>
          <p:nvPr/>
        </p:nvSpPr>
        <p:spPr>
          <a:xfrm>
            <a:off x="2484438" y="3429000"/>
            <a:ext cx="4248150" cy="13033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CD10D7-DD11-795E-4B9C-CD21B9408D4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 err="1">
                <a:latin typeface="+mj-ea"/>
              </a:rPr>
              <a:t>방화문내부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AA49526-3AAD-2A27-9648-DD3C4BCE10EA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2292" name="Picture 33">
            <a:extLst>
              <a:ext uri="{FF2B5EF4-FFF2-40B4-BE49-F238E27FC236}">
                <a16:creationId xmlns:a16="http://schemas.microsoft.com/office/drawing/2014/main" id="{91806972-013C-632F-51EC-5B85F2534DB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BAD5071E-75C5-CFC6-9F14-375A42022251}"/>
              </a:ext>
            </a:extLst>
          </p:cNvPr>
          <p:cNvSpPr/>
          <p:nvPr/>
        </p:nvSpPr>
        <p:spPr>
          <a:xfrm>
            <a:off x="4211638" y="3068638"/>
            <a:ext cx="792162" cy="19431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8E4F85-1776-D4D9-8214-97176DEC585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/>
              <a:t>앞</a:t>
            </a:r>
            <a:r>
              <a:rPr lang="en-US" altLang="ko-KR" b="1" dirty="0"/>
              <a:t>,</a:t>
            </a:r>
            <a:r>
              <a:rPr lang="ko-KR" altLang="en-US" b="1" dirty="0"/>
              <a:t>뒤베란다전체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55BE1B0-70B7-67E7-A25E-480F89B71589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3316" name="Picture 28">
            <a:extLst>
              <a:ext uri="{FF2B5EF4-FFF2-40B4-BE49-F238E27FC236}">
                <a16:creationId xmlns:a16="http://schemas.microsoft.com/office/drawing/2014/main" id="{C71D274E-0D49-81D8-1AE3-047A64D02E7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5C1C605B-C12B-DA20-EB50-58DA89358DB6}"/>
              </a:ext>
            </a:extLst>
          </p:cNvPr>
          <p:cNvSpPr/>
          <p:nvPr/>
        </p:nvSpPr>
        <p:spPr>
          <a:xfrm>
            <a:off x="2403475" y="2087563"/>
            <a:ext cx="4035425" cy="34575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D7A7AA-D4D3-DFF3-945A-CEC477E4E85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/>
              <a:t>거실 걸레받이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5B3896-3606-43BE-66D0-E890082A3B47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4340" name="Picture 28">
            <a:extLst>
              <a:ext uri="{FF2B5EF4-FFF2-40B4-BE49-F238E27FC236}">
                <a16:creationId xmlns:a16="http://schemas.microsoft.com/office/drawing/2014/main" id="{00CA1FF2-4373-1E4F-288A-174F84D832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67CDBFC6-199B-1C65-0EB9-757FEF4FF91A}"/>
              </a:ext>
            </a:extLst>
          </p:cNvPr>
          <p:cNvSpPr/>
          <p:nvPr/>
        </p:nvSpPr>
        <p:spPr>
          <a:xfrm rot="21206986">
            <a:off x="1954213" y="3392488"/>
            <a:ext cx="4938712" cy="9350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</Words>
  <Application>Microsoft Office PowerPoint</Application>
  <PresentationFormat>화면 슬라이드 쇼(4:3)</PresentationFormat>
  <Paragraphs>23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도배(벽-거실)</vt:lpstr>
      <vt:lpstr>도배(벽-방3곳)</vt:lpstr>
      <vt:lpstr>도배(천정- 방1곳(화장실좌측방))</vt:lpstr>
      <vt:lpstr>장판(거실)</vt:lpstr>
      <vt:lpstr> 장판(방3곳) </vt:lpstr>
      <vt:lpstr> 도색(문,문틀-방3곳) </vt:lpstr>
      <vt:lpstr> 도색(방화문내부) </vt:lpstr>
      <vt:lpstr> 도색(앞,뒤베란다전체) </vt:lpstr>
      <vt:lpstr> 도색(거실 걸레받이)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2026-01-31T06:48:32Z</dcterms:created>
  <dcterms:modified xsi:type="dcterms:W3CDTF">2026-01-31T06:48:32Z</dcterms:modified>
</cp:coreProperties>
</file>