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1158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104-402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104-402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방충망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가운데방</a:t>
            </a:r>
            <a:r>
              <a:rPr lang="en-US" altLang="ko-KR" sz="1000"/>
              <a:t>_</a:t>
            </a:r>
            <a:r>
              <a:rPr lang="ko-KR" altLang="en-US" sz="1000"/>
              <a:t>현관입구방</a:t>
            </a:r>
            <a:r>
              <a:rPr lang="en-US" altLang="ko-KR" sz="1000"/>
              <a:t>)</a:t>
            </a:r>
            <a:r>
              <a:rPr lang="ko-KR" altLang="en-US" sz="1000"/>
              <a:t>교체 작업
걸레받이 교체</a:t>
            </a:r>
            <a:r>
              <a:rPr lang="en-US" altLang="ko-KR" sz="1000"/>
              <a:t>-3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가운데방</a:t>
            </a:r>
            <a:r>
              <a:rPr lang="en-US" altLang="ko-KR" sz="1000"/>
              <a:t>(1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현관입구방</a:t>
            </a:r>
            <a:r>
              <a:rPr lang="en-US" altLang="ko-KR" sz="1000"/>
              <a:t>(1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거실</a:t>
            </a:r>
            <a:r>
              <a:rPr lang="en-US" altLang="ko-KR" sz="1000"/>
              <a:t>(1</a:t>
            </a:r>
            <a:r>
              <a:rPr lang="ko-KR" altLang="en-US" sz="1000"/>
              <a:t>곳</a:t>
            </a:r>
            <a:r>
              <a:rPr lang="en-US" altLang="ko-KR" sz="1000"/>
              <a:t>))
</a:t>
            </a:r>
            <a:r>
              <a:rPr lang="ko-KR" altLang="en-US" sz="1000"/>
              <a:t>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안방문</a:t>
            </a:r>
            <a:r>
              <a:rPr lang="en-US" altLang="ko-KR" sz="1000"/>
              <a:t>) </a:t>
            </a:r>
            <a:r>
              <a:rPr lang="ko-KR" altLang="en-US" sz="1000"/>
              <a:t>보수
씽크대 상판 전체 실리콘</a:t>
            </a:r>
            <a:r>
              <a:rPr lang="en-US" altLang="ko-KR" sz="1000"/>
              <a:t>(</a:t>
            </a:r>
            <a:r>
              <a:rPr lang="ko-KR" altLang="en-US" sz="1000"/>
              <a:t>들뜸</a:t>
            </a:r>
            <a:r>
              <a:rPr lang="en-US" altLang="ko-KR" sz="1000"/>
              <a:t>) </a:t>
            </a:r>
            <a:r>
              <a:rPr lang="ko-KR" altLang="en-US" sz="1000"/>
              <a:t>재코킹
폐기물 처리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2025-02-06T05:31:06Z</dcterms:modified>
</cp:coreProperties>
</file>