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68" d="100"/>
          <a:sy n="68" d="100"/>
        </p:scale>
        <p:origin x="1158" y="3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104-403 </a:t>
            </a:r>
            <a:r>
              <a:rPr lang="ko-KR" altLang="en-US" b="1">
                <a:latin typeface="+mn-ea"/>
              </a:rPr>
              <a:t>세대내 고장 보일러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104-403 </a:t>
            </a:r>
            <a:r>
              <a:rPr lang="ko-KR" altLang="en-US" sz="1000">
                <a:latin typeface="+mn-ea"/>
              </a:rPr>
              <a:t>세대내 고장 보일러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세대내 노후로인한 열교환기 및 가스가버너 고장으로 교체
뒷베란다 비닐 보양 작업 및 완료후 정리 정돈
귀뚜라미 보일러 </a:t>
            </a:r>
            <a:r>
              <a:rPr lang="en-US" altLang="ko-KR" sz="1000"/>
              <a:t>(ECO</a:t>
            </a:r>
            <a:r>
              <a:rPr lang="ko-KR" altLang="en-US" sz="1000"/>
              <a:t>콘덴싱</a:t>
            </a:r>
            <a:r>
              <a:rPr lang="en-US" altLang="ko-KR" sz="1000"/>
              <a:t>) : 1</a:t>
            </a:r>
            <a:r>
              <a:rPr lang="ko-KR" altLang="en-US" sz="1000"/>
              <a:t>대 철거 및 교체 작업
교체 완료후 도시가스 누기 점검 작업
교체 완료후 배관 통수 및 시운전
교체 보일러 전면부에 사용 허가 증빙부착
교체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2025-02-07T02:47:45Z</dcterms:modified>
</cp:coreProperties>
</file>