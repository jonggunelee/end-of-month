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1158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104-303 </a:t>
            </a:r>
            <a:r>
              <a:rPr lang="ko-KR" altLang="en-US" b="1">
                <a:latin typeface="+mn-ea"/>
              </a:rPr>
              <a:t>수장공사 및 기타보수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104-303 </a:t>
            </a:r>
            <a:r>
              <a:rPr lang="ko-KR" altLang="en-US" sz="1000">
                <a:latin typeface="+mn-ea"/>
              </a:rPr>
              <a:t>수장공사 및 기타보수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 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방충망</a:t>
            </a:r>
            <a:r>
              <a:rPr lang="en-US" altLang="ko-KR" sz="1000"/>
              <a:t>-4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뒤베란다</a:t>
            </a:r>
            <a:r>
              <a:rPr lang="en-US" altLang="ko-KR" sz="1000"/>
              <a:t>_ </a:t>
            </a:r>
            <a:r>
              <a:rPr lang="ko-KR" altLang="en-US" sz="1000"/>
              <a:t>주방</a:t>
            </a:r>
            <a:r>
              <a:rPr lang="en-US" altLang="ko-KR" sz="1000"/>
              <a:t>_ </a:t>
            </a:r>
            <a:r>
              <a:rPr lang="ko-KR" altLang="en-US" sz="1000"/>
              <a:t>가운데방</a:t>
            </a:r>
            <a:r>
              <a:rPr lang="en-US" altLang="ko-KR" sz="1000"/>
              <a:t>_ </a:t>
            </a:r>
            <a:r>
              <a:rPr lang="ko-KR" altLang="en-US" sz="1000"/>
              <a:t>현관입구방</a:t>
            </a:r>
            <a:r>
              <a:rPr lang="en-US" altLang="ko-KR" sz="1000"/>
              <a:t>)</a:t>
            </a:r>
            <a:r>
              <a:rPr lang="ko-KR" altLang="en-US" sz="1000"/>
              <a:t>교체
걸레받이 </a:t>
            </a:r>
            <a:r>
              <a:rPr lang="en-US" altLang="ko-KR" sz="1000"/>
              <a:t>15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안방</a:t>
            </a:r>
            <a:r>
              <a:rPr lang="en-US" altLang="ko-KR" sz="1000"/>
              <a:t>(2</a:t>
            </a:r>
            <a:r>
              <a:rPr lang="ko-KR" altLang="en-US" sz="1000"/>
              <a:t>곳</a:t>
            </a:r>
            <a:r>
              <a:rPr lang="en-US" altLang="ko-KR" sz="1000"/>
              <a:t>)_ </a:t>
            </a:r>
            <a:r>
              <a:rPr lang="ko-KR" altLang="en-US" sz="1000"/>
              <a:t>거실</a:t>
            </a:r>
            <a:r>
              <a:rPr lang="en-US" altLang="ko-KR" sz="1000"/>
              <a:t>(4</a:t>
            </a:r>
            <a:r>
              <a:rPr lang="ko-KR" altLang="en-US" sz="1000"/>
              <a:t>곳</a:t>
            </a:r>
            <a:r>
              <a:rPr lang="en-US" altLang="ko-KR" sz="1000"/>
              <a:t>)_ </a:t>
            </a:r>
            <a:r>
              <a:rPr lang="ko-KR" altLang="en-US" sz="1000"/>
              <a:t>가운데방</a:t>
            </a:r>
            <a:r>
              <a:rPr lang="en-US" altLang="ko-KR" sz="1000"/>
              <a:t>(6</a:t>
            </a:r>
            <a:r>
              <a:rPr lang="ko-KR" altLang="en-US" sz="1000"/>
              <a:t>곳</a:t>
            </a:r>
            <a:r>
              <a:rPr lang="en-US" altLang="ko-KR" sz="1000"/>
              <a:t>)_ </a:t>
            </a:r>
            <a:r>
              <a:rPr lang="ko-KR" altLang="en-US" sz="1000"/>
              <a:t>현관입구</a:t>
            </a:r>
            <a:r>
              <a:rPr lang="en-US" altLang="ko-KR" sz="1000"/>
              <a:t>(3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교체
주방 벽타일 상부 마감재 몰딩 보수
씽크대 상판 교체후 상판 실리콘 재코킹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2025-01-21T07:41:50Z</dcterms:modified>
</cp:coreProperties>
</file>