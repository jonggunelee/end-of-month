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7" d="100"/>
          <a:sy n="67" d="100"/>
        </p:scale>
        <p:origin x="1158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2025-01-21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104-303 </a:t>
            </a:r>
            <a:r>
              <a:rPr lang="ko-KR" altLang="en-US" b="1">
                <a:latin typeface="+mn-ea"/>
              </a:rPr>
              <a:t>거실 및 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104-303 </a:t>
            </a:r>
            <a:r>
              <a:rPr lang="ko-KR" altLang="en-US" sz="1000">
                <a:latin typeface="+mn-ea"/>
              </a:rPr>
              <a:t>거실 및 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단열 대상 </a:t>
            </a:r>
            <a:r>
              <a:rPr lang="en-US" altLang="ko-KR" sz="1000"/>
              <a:t>:  </a:t>
            </a:r>
            <a:r>
              <a:rPr lang="ko-KR" altLang="en-US" sz="1000"/>
              <a:t>안방</a:t>
            </a:r>
            <a:r>
              <a:rPr lang="en-US" altLang="ko-KR" sz="1000"/>
              <a:t>_ 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가운데방</a:t>
            </a:r>
            <a:r>
              <a:rPr lang="en-US" altLang="ko-KR" sz="1000"/>
              <a:t>_</a:t>
            </a:r>
            <a:r>
              <a:rPr lang="ko-KR" altLang="en-US" sz="1000"/>
              <a:t>현관 입구 방
단열 대상 </a:t>
            </a:r>
            <a:r>
              <a:rPr lang="en-US" altLang="ko-KR" sz="1000"/>
              <a:t>: </a:t>
            </a:r>
            <a:r>
              <a:rPr lang="ko-KR" altLang="en-US" sz="1000"/>
              <a:t>창문 샤시측 벽면 단열재 시공
기존 단열재 및 걸레받이 철거 작업
창문 샤시측 벽면 곰팡이 제거 작업
신규 열반사 시트 설치 작업
신규 이보드 설치 작업
신규 걸레받이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2025-01-21T07:41:48Z</dcterms:modified>
</cp:coreProperties>
</file>