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102-202 </a:t>
            </a:r>
            <a:r>
              <a:rPr lang="ko-KR" altLang="en-US" b="1" dirty="0">
                <a:latin typeface="+mn-ea"/>
              </a:rPr>
              <a:t>세대내 조명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102-202 </a:t>
            </a:r>
            <a:r>
              <a:rPr lang="ko-KR" altLang="en-US" sz="1000">
                <a:latin typeface="+mn-ea"/>
              </a:rPr>
              <a:t>조명 세대내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조명기구 사양</a:t>
            </a:r>
            <a:r>
              <a:rPr lang="en-US" altLang="ko-KR" sz="1000"/>
              <a:t>: </a:t>
            </a:r>
            <a:r>
              <a:rPr lang="ko-KR" altLang="en-US" sz="1000"/>
              <a:t>입주민의 요청 사양에 준함
교체대상</a:t>
            </a:r>
            <a:r>
              <a:rPr lang="en-US" altLang="ko-KR" sz="1000"/>
              <a:t>: </a:t>
            </a:r>
            <a:r>
              <a:rPr lang="ko-KR" altLang="en-US" sz="1000"/>
              <a:t>거실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)_</a:t>
            </a:r>
            <a:r>
              <a:rPr lang="ko-KR" altLang="en-US" sz="1000"/>
              <a:t>방</a:t>
            </a:r>
            <a:r>
              <a:rPr lang="en-US" altLang="ko-KR" sz="1000"/>
              <a:t>(4</a:t>
            </a:r>
            <a:r>
              <a:rPr lang="ko-KR" altLang="en-US" sz="1000"/>
              <a:t>개</a:t>
            </a:r>
            <a:r>
              <a:rPr lang="en-US" altLang="ko-KR" sz="1000"/>
              <a:t>)_</a:t>
            </a:r>
            <a:r>
              <a:rPr lang="ko-KR" altLang="en-US" sz="1000"/>
              <a:t>현관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교체
교체대상</a:t>
            </a:r>
            <a:r>
              <a:rPr lang="en-US" altLang="ko-KR" sz="1000"/>
              <a:t>: </a:t>
            </a:r>
            <a:r>
              <a:rPr lang="ko-KR" altLang="en-US" sz="1000"/>
              <a:t>주방</a:t>
            </a:r>
            <a:r>
              <a:rPr lang="en-US" altLang="ko-KR" sz="1000"/>
              <a:t>(4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조명 기구 교체
기존 조명등 철거 작업
신규 조명등 설치 작업
교체 완료후 기존 조명 기구 폐기물 처리 작업
세대내 주변 정리정돈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2025-02-11T01:54:25Z</dcterms:modified>
</cp:coreProperties>
</file>