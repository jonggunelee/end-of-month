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67" d="100"/>
          <a:sy n="67" d="100"/>
        </p:scale>
        <p:origin x="3972" y="3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2025-01-24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2025-01-24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2025-01-24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2025-01-24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2025-01-24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2025-01-24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2025-01-24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2025-01-24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8-310 </a:t>
            </a:r>
            <a:r>
              <a:rPr lang="ko-KR" altLang="en-US" b="1">
                <a:latin typeface="+mn-ea"/>
              </a:rPr>
              <a:t>수장공사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8-310 </a:t>
            </a:r>
            <a:r>
              <a:rPr lang="ko-KR" altLang="en-US" sz="1000">
                <a:latin typeface="+mn-ea"/>
              </a:rPr>
              <a:t>수장공사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8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도배지</a:t>
            </a:r>
            <a:r>
              <a:rPr lang="en-US" altLang="ko-KR" sz="1000"/>
              <a:t>: </a:t>
            </a:r>
            <a:r>
              <a:rPr lang="ko-KR" altLang="en-US" sz="1000"/>
              <a:t>합지
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도장용 페인트 </a:t>
            </a:r>
            <a:r>
              <a:rPr lang="en-US" altLang="ko-KR" sz="1000"/>
              <a:t>: </a:t>
            </a:r>
            <a:r>
              <a:rPr lang="ko-KR" altLang="en-US" sz="1000"/>
              <a:t>친환경
도장</a:t>
            </a:r>
            <a:r>
              <a:rPr lang="en-US" altLang="ko-KR" sz="1000"/>
              <a:t>(</a:t>
            </a:r>
            <a:r>
              <a:rPr lang="ko-KR" altLang="en-US" sz="1000"/>
              <a:t>문</a:t>
            </a:r>
            <a:r>
              <a:rPr lang="en-US" altLang="ko-KR" sz="1000"/>
              <a:t>_</a:t>
            </a:r>
            <a:r>
              <a:rPr lang="ko-KR" altLang="en-US" sz="1000"/>
              <a:t>문틀</a:t>
            </a:r>
            <a:r>
              <a:rPr lang="en-US" altLang="ko-KR" sz="1000"/>
              <a:t>-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_</a:t>
            </a:r>
            <a:r>
              <a:rPr lang="ko-KR" altLang="en-US" sz="1000"/>
              <a:t>방화문내부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뒤베란다전체</a:t>
            </a:r>
            <a:r>
              <a:rPr lang="en-US" altLang="ko-KR" sz="1000"/>
              <a:t>_</a:t>
            </a:r>
            <a:r>
              <a:rPr lang="ko-KR" altLang="en-US" sz="1000"/>
              <a:t>거실 걸레받이</a:t>
            </a:r>
            <a:r>
              <a:rPr lang="en-US" altLang="ko-KR" sz="1000"/>
              <a:t>) </a:t>
            </a:r>
            <a:r>
              <a:rPr lang="ko-KR" altLang="en-US" sz="1000"/>
              <a:t>작업
준공청소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838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2025-01-24T06:41:52Z</dcterms:modified>
</cp:coreProperties>
</file>