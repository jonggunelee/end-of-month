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8-206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8-206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 및 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_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_</a:t>
            </a:r>
            <a:r>
              <a:rPr lang="ko-KR" altLang="en-US" sz="1000"/>
              <a:t>거실 걸레받이</a:t>
            </a:r>
            <a:r>
              <a:rPr lang="en-US" altLang="ko-KR" sz="1000"/>
              <a:t>)</a:t>
            </a:r>
            <a:r>
              <a:rPr lang="ko-KR" altLang="en-US" sz="1000"/>
              <a:t>작업
방충망</a:t>
            </a:r>
            <a:r>
              <a:rPr lang="en-US" altLang="ko-KR" sz="1000"/>
              <a:t>-7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앞베란다</a:t>
            </a:r>
            <a:r>
              <a:rPr lang="en-US" altLang="ko-KR" sz="1000"/>
              <a:t>(3</a:t>
            </a:r>
            <a:r>
              <a:rPr lang="ko-KR" altLang="en-US" sz="1000"/>
              <a:t>개</a:t>
            </a:r>
            <a:r>
              <a:rPr lang="en-US" altLang="ko-KR" sz="1000"/>
              <a:t>)_ </a:t>
            </a:r>
            <a:r>
              <a:rPr lang="ko-KR" altLang="en-US" sz="1000"/>
              <a:t>뒤베란다</a:t>
            </a:r>
            <a:r>
              <a:rPr lang="en-US" altLang="ko-KR" sz="1000"/>
              <a:t>(4</a:t>
            </a:r>
            <a:r>
              <a:rPr lang="ko-KR" altLang="en-US" sz="1000"/>
              <a:t>개</a:t>
            </a:r>
            <a:r>
              <a:rPr lang="en-US" altLang="ko-KR" sz="1000"/>
              <a:t>))</a:t>
            </a:r>
            <a:r>
              <a:rPr lang="ko-KR" altLang="en-US" sz="1000"/>
              <a:t>교체
뒤베란다 창고 누수점검 및 보수</a:t>
            </a:r>
            <a:r>
              <a:rPr lang="en-US" altLang="ko-KR" sz="1000"/>
              <a:t>(</a:t>
            </a:r>
            <a:r>
              <a:rPr lang="ko-KR" altLang="en-US" sz="1000"/>
              <a:t>곰팡이제거포함</a:t>
            </a:r>
            <a:r>
              <a:rPr lang="en-US" altLang="ko-KR" sz="1000"/>
              <a:t>)
</a:t>
            </a:r>
            <a:r>
              <a:rPr lang="ko-KR" altLang="en-US" sz="1000"/>
              <a:t>뒤베란다 창고 문틀 보수 또는 교체</a:t>
            </a:r>
            <a:r>
              <a:rPr lang="en-US" altLang="ko-KR" sz="1000"/>
              <a:t>_ </a:t>
            </a:r>
            <a:r>
              <a:rPr lang="ko-KR" altLang="en-US" sz="1000"/>
              <a:t>문끌림</a:t>
            </a:r>
            <a:r>
              <a:rPr lang="en-US" altLang="ko-KR" sz="1000"/>
              <a:t>-1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뒤베란다창고문</a:t>
            </a:r>
            <a:r>
              <a:rPr lang="en-US" altLang="ko-KR" sz="1000"/>
              <a:t>)
</a:t>
            </a:r>
            <a:r>
              <a:rPr lang="ko-KR" altLang="en-US" sz="1000"/>
              <a:t>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875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2024-12-31T03:35:36Z</dcterms:modified>
</cp:coreProperties>
</file>