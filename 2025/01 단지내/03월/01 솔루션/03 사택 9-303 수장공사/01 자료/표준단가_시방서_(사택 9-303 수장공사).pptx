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9-303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9-303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 및 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방화문내부</a:t>
            </a:r>
            <a:r>
              <a:rPr lang="en-US" altLang="ko-KR" sz="1000"/>
              <a:t>_ </a:t>
            </a:r>
            <a:r>
              <a:rPr lang="ko-KR" altLang="en-US" sz="1000"/>
              <a:t>수도계량기함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앞뒤베란다전체</a:t>
            </a:r>
            <a:r>
              <a:rPr lang="en-US" altLang="ko-KR" sz="1000"/>
              <a:t>_ </a:t>
            </a:r>
            <a:r>
              <a:rPr lang="ko-KR" altLang="en-US" sz="1000"/>
              <a:t>거실걸레받이</a:t>
            </a:r>
            <a:r>
              <a:rPr lang="en-US" altLang="ko-KR" sz="1000"/>
              <a:t>) </a:t>
            </a:r>
            <a:r>
              <a:rPr lang="ko-KR" altLang="en-US" sz="1000"/>
              <a:t>작업
방충망</a:t>
            </a:r>
            <a:r>
              <a:rPr lang="en-US" altLang="ko-KR" sz="1000"/>
              <a:t>-7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앞베란다</a:t>
            </a:r>
            <a:r>
              <a:rPr lang="en-US" altLang="ko-KR" sz="1000"/>
              <a:t>(3</a:t>
            </a:r>
            <a:r>
              <a:rPr lang="ko-KR" altLang="en-US" sz="1000"/>
              <a:t>개</a:t>
            </a:r>
            <a:r>
              <a:rPr lang="en-US" altLang="ko-KR" sz="1000"/>
              <a:t>)_ </a:t>
            </a:r>
            <a:r>
              <a:rPr lang="ko-KR" altLang="en-US" sz="1000"/>
              <a:t>뒤베란다</a:t>
            </a:r>
            <a:r>
              <a:rPr lang="en-US" altLang="ko-KR" sz="1000"/>
              <a:t>(4</a:t>
            </a:r>
            <a:r>
              <a:rPr lang="ko-KR" altLang="en-US" sz="1000"/>
              <a:t>개</a:t>
            </a:r>
            <a:r>
              <a:rPr lang="en-US" altLang="ko-KR" sz="1000"/>
              <a:t>))</a:t>
            </a:r>
            <a:r>
              <a:rPr lang="ko-KR" altLang="en-US" sz="1000"/>
              <a:t>교체
화장실 우측방 입구 바닥평탄작업</a:t>
            </a:r>
            <a:r>
              <a:rPr lang="en-US" altLang="ko-KR" sz="1000"/>
              <a:t>_ </a:t>
            </a:r>
            <a:r>
              <a:rPr lang="ko-KR" altLang="en-US" sz="1000"/>
              <a:t>화장실문 시트지 보수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2024-12-31T03:35:40Z</dcterms:modified>
</cp:coreProperties>
</file>