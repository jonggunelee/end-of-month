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89" d="100"/>
          <a:sy n="89" d="100"/>
        </p:scale>
        <p:origin x="2406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AAA8DC6-3F5D-0E7F-3106-9AF2FB3C3B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A3D004-68CB-8303-606E-2B7B2525C8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A6582FA-95C3-49BA-976E-B5AEC4FCF0D7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DF225185-F314-A432-A20F-38574DA28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657297C-18ED-6832-8E65-6C38DC86D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0814B5-C4A8-A9D9-E8C5-BA5B5FE45C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7E2C37-2DFB-0735-4953-8E25E4490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84C22A4-4991-4BC4-8B6C-B738E8580D5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08AEFD0-0F0D-E2E5-DD4F-4A78906B81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7D1D44BE-585A-38CA-96BB-CDC63CC7A3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17533B2-52C1-6FD5-FFC2-BEBC21D8F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BA4C74C-82CB-4A01-83E2-37E768EA4649}" type="slidenum"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18C11-1618-629E-8626-0B07F82F8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AD51C-E0D1-42D0-B9DD-534DC7294EFC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78AA-0350-9A37-FBE4-785B9125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54835-5396-C6A9-C2A7-78BA94C2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A025F-668E-442B-8F44-E3DB5E83C7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29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5667BE-D4B3-847F-8960-6CAFB12A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613E7-B7B3-4208-8CE5-B3EB4D503897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5758B0-F2A1-AFB4-FFDB-AD9BBDBB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E6A51A-3978-E033-4524-D80480377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02727-8961-49F6-A902-4BBC31D84ED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84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651DF-A90D-9825-C99D-B52CA385F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724235-6714-49F1-8501-EF0012A5C6BF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AFA03E-1140-DA7D-6188-4A0B9AF02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8DC985-EE0F-9DAA-BCC7-E493C706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4674E-EC8E-4D75-A9D1-31E2315F351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18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7BD5739-D579-C749-5086-EE369C10E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488EE-6AAD-4D2B-9BE5-BD72929AE0B8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CD647E7-AC8F-9367-81A9-F8A1021B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BC322C2-AFF1-0D8E-7FE4-3E6B2F1B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7246F-8917-4B1D-BC28-C1A2CEDC4F7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557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17EFFCA1-ACE7-C0F3-F8AA-1999D746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D0B35-5BC0-4124-B0A8-46EC265C54C6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E6679EF8-B9A3-7212-9EB1-9CA87A04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5FFC4F9-EFFD-40FB-FCE6-3CFC8349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3B893-9318-48A6-9914-99C93F6E4F8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280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2F6FB4A0-696F-56B6-1FF9-BD2AD2EC4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9CB2F-9155-4BA2-BCF1-067F1D083E90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DA98F1AC-3B6C-3057-8E44-182D2760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A7AF3BB-23FC-4141-AFA8-C92E60F1B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D3D11-1115-4F76-B09D-288AF68FB7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791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30D690C-8750-798E-7F11-724CF7098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0F55C-A0B7-4F26-9BF9-1BC3609458A1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F6BACF51-4657-885B-5186-2C20A13A4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90369E57-41E0-588C-555D-3812CA96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C9829-2D26-4477-A0EC-18D7100BD39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9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18925EA-5984-B059-3EF9-225A5FEE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C5885-10E5-4E95-8CE9-EDEAD5F6BA62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B128B8D-D071-9E11-7E46-8C61F19E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E5CCEFC-8820-6280-63FB-DDAC581E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AAF9C-160A-4745-9783-5B292E14AE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387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F7FFF48-8BDF-7CD0-151E-27970D8DC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BF2AE-D2DC-437B-80DA-1CE0626CF68D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9B90518-9049-B3E4-47D8-AF21D8F75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7F5BEF7-13E1-B05F-CF77-AB4E5935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333E8-F96F-4402-89CC-EE845919220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874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E626C5-E151-2AFD-A18E-342FED7E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D67F24-DA86-436E-A623-43F3E9124DC9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AABDB8-92B1-3B57-C3AC-B027D175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5435-73A4-6215-82E9-7897CDFF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1B0ED-9A5B-41F3-B045-4D1E59A9B70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00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1AF06E-4E8B-4105-1FBE-08C211CDD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22A19-1463-4B03-8FB9-45DF082F8014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AF3D8F-F8AB-793D-F10F-DC3BC239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C4619C-B448-7761-8609-7EC765B7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65E18-8C66-4D2C-B1E5-C5DC0372A87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765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48B5100E-2C89-7972-C727-4E5EDACCBB4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96090BFF-624A-5481-FD94-C24B1EA2EC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29E43-FDE8-817A-A6EF-3F9C58DAA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1256EE7-FFE9-4CA3-86F8-EF498B1B11FE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CF7029-D2BA-55D7-4DE6-948B5779F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4349A5-FDC2-8501-86BD-B02BF5E4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5168F9F-495B-4D57-9D89-C2A625935AD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8D3DE-F940-A716-E954-CC2351B1283E}"/>
              </a:ext>
            </a:extLst>
          </p:cNvPr>
          <p:cNvSpPr txBox="1"/>
          <p:nvPr/>
        </p:nvSpPr>
        <p:spPr>
          <a:xfrm>
            <a:off x="0" y="2767281"/>
            <a:ext cx="9144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000" b="1"/>
              <a:t>병합된 파일 목록</a:t>
            </a:r>
            <a:r>
              <a:rPr lang="en-US" altLang="ko-KR" sz="2000" b="1"/>
              <a:t>:</a:t>
            </a:r>
          </a:p>
          <a:p>
            <a:r>
              <a:rPr lang="en-US" altLang="ko-KR" sz="2000" b="1"/>
              <a:t>- 01</a:t>
            </a:r>
            <a:r>
              <a:rPr lang="ko-KR" altLang="en-US" sz="2000" b="1"/>
              <a:t>작업요청서</a:t>
            </a:r>
            <a:r>
              <a:rPr lang="en-US" altLang="ko-KR" sz="2000" b="1"/>
              <a:t>_(</a:t>
            </a:r>
            <a:r>
              <a:rPr lang="ko-KR" altLang="en-US" sz="2000" b="1"/>
              <a:t>사택 </a:t>
            </a:r>
            <a:r>
              <a:rPr lang="en-US" altLang="ko-KR" sz="2000" b="1"/>
              <a:t>102-305 </a:t>
            </a:r>
            <a:r>
              <a:rPr lang="ko-KR" altLang="en-US" sz="2000" b="1"/>
              <a:t>세대내 고장 보일러 교체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- 01</a:t>
            </a:r>
            <a:r>
              <a:rPr lang="ko-KR" altLang="en-US" sz="2000" b="1"/>
              <a:t>작업요청서</a:t>
            </a:r>
            <a:r>
              <a:rPr lang="en-US" altLang="ko-KR" sz="2000" b="1"/>
              <a:t>_(</a:t>
            </a:r>
            <a:r>
              <a:rPr lang="ko-KR" altLang="en-US" sz="2000" b="1"/>
              <a:t>사택 </a:t>
            </a:r>
            <a:r>
              <a:rPr lang="en-US" altLang="ko-KR" sz="2000" b="1"/>
              <a:t>103-406 </a:t>
            </a:r>
            <a:r>
              <a:rPr lang="ko-KR" altLang="en-US" sz="2000" b="1"/>
              <a:t>세대내 고장 보일러 교체</a:t>
            </a:r>
            <a:r>
              <a:rPr lang="en-US" altLang="ko-KR" sz="2000" b="1"/>
              <a:t>).ppt</a:t>
            </a:r>
          </a:p>
          <a:p>
            <a:endParaRPr lang="ko-KR" altLang="en-US" sz="2000" b="1"/>
          </a:p>
        </p:txBody>
      </p:sp>
    </p:spTree>
    <p:extLst>
      <p:ext uri="{BB962C8B-B14F-4D97-AF65-F5344CB8AC3E}">
        <p14:creationId xmlns:p14="http://schemas.microsoft.com/office/powerpoint/2010/main" val="2158566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E37D9260-6659-1989-B7CE-D3C129988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665288"/>
            <a:ext cx="6696075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305</a:t>
            </a:r>
            <a:r>
              <a:rPr kumimoji="0" lang="ko-KR" altLang="en-US" sz="3000" b="1"/>
              <a:t>호 보일러 교체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AC08CC6B-DEF4-8AD2-4EFD-7CD8B00D5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6F9D1C7-F950-F4B7-B3B5-7D1602371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0" y="4214813"/>
            <a:ext cx="13335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2025. 01 03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5055F8CA-23D8-6A33-86EE-F36B46859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305</a:t>
            </a:r>
            <a:r>
              <a:rPr kumimoji="0" lang="ko-KR" altLang="en-US" sz="2400" b="1" u="sng"/>
              <a:t>호 보일러교체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A152330C-4D2E-4203-0B6E-CFB440E46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505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01A98918-E611-2FCE-A7A1-10A111A3B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CFE8730F-ACC1-4B7D-6F43-1DDA5F576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702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305</a:t>
            </a:r>
            <a:r>
              <a:rPr kumimoji="0" lang="ko-KR" altLang="en-US" sz="1200" b="1"/>
              <a:t>호 보일러교체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520ADBE0-DCE6-9BC6-7907-521B44FF4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155825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보일러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교 체 사 유</a:t>
            </a:r>
            <a:r>
              <a:rPr kumimoji="0" lang="en-US" altLang="ko-KR" sz="1200" b="1"/>
              <a:t> : </a:t>
            </a:r>
            <a:r>
              <a:rPr kumimoji="0" lang="ko-KR" altLang="en-US" sz="1200" b="1"/>
              <a:t>노후화로 인한 고장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가스연소과정에 폐가스누출</a:t>
            </a:r>
            <a:r>
              <a:rPr kumimoji="0" lang="en-US" altLang="ko-KR" sz="1200" b="1"/>
              <a:t>(CO2))</a:t>
            </a:r>
            <a:r>
              <a:rPr kumimoji="0" lang="ko-KR" altLang="en-US" sz="1200" b="1"/>
              <a:t>으로 교체요함</a:t>
            </a:r>
            <a:endParaRPr kumimoji="0" lang="en-US" altLang="ko-KR" sz="12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A09A9F-2EF9-E0E4-161F-DFBD68F176DF}"/>
              </a:ext>
            </a:extLst>
          </p:cNvPr>
          <p:cNvSpPr/>
          <p:nvPr/>
        </p:nvSpPr>
        <p:spPr bwMode="auto">
          <a:xfrm>
            <a:off x="3316288" y="446405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7F9AD344-82D1-1666-69F7-A7B99518F7A8}"/>
              </a:ext>
            </a:extLst>
          </p:cNvPr>
          <p:cNvSpPr/>
          <p:nvPr/>
        </p:nvSpPr>
        <p:spPr>
          <a:xfrm>
            <a:off x="4178300" y="533400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69ED34DA-C739-AB2F-130C-6B6ABAC7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875088"/>
            <a:ext cx="8456613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4AE0A-5D58-3A08-BA03-782E40356BB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보일러 사진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A8D000-FA7D-0FBE-1410-E57D53BC89B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그림 1">
            <a:extLst>
              <a:ext uri="{FF2B5EF4-FFF2-40B4-BE49-F238E27FC236}">
                <a16:creationId xmlns:a16="http://schemas.microsoft.com/office/drawing/2014/main" id="{8CBD232C-D278-0010-E6F7-02BE788BDE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그림 3">
            <a:extLst>
              <a:ext uri="{FF2B5EF4-FFF2-40B4-BE49-F238E27FC236}">
                <a16:creationId xmlns:a16="http://schemas.microsoft.com/office/drawing/2014/main" id="{F88B0158-7279-50FE-6FAA-7C2333F25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3363"/>
            <a:ext cx="9144000" cy="639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C2921C2-5A05-269C-CD70-0CA663A48E6B}"/>
              </a:ext>
            </a:extLst>
          </p:cNvPr>
          <p:cNvSpPr/>
          <p:nvPr/>
        </p:nvSpPr>
        <p:spPr>
          <a:xfrm>
            <a:off x="3329429" y="116632"/>
            <a:ext cx="229421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1</a:t>
            </a:r>
            <a:r>
              <a:rPr lang="ko-KR" altLang="en-US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월</a:t>
            </a:r>
            <a:r>
              <a:rPr lang="en-US" altLang="ko-KR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9</a:t>
            </a:r>
            <a:r>
              <a:rPr lang="ko-KR" altLang="en-US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월 완료</a:t>
            </a:r>
            <a:endParaRPr lang="en-US" altLang="ko-KR" sz="3000" b="1" dirty="0">
              <a:ln w="6600">
                <a:solidFill>
                  <a:schemeClr val="bg1"/>
                </a:solidFill>
                <a:prstDash val="solid"/>
              </a:ln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3200A7C-499B-F54B-0BE4-BADC8E39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103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406</a:t>
            </a:r>
            <a:r>
              <a:rPr kumimoji="0" lang="ko-KR" altLang="en-US" sz="2400" b="1" u="sng"/>
              <a:t>호 보일러교체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8B9D1132-779D-5F2B-EB2A-DCCEBF12C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5955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20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DB857F06-BFB1-A23A-F8DB-565D3521D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14E3B766-2965-84D9-F41E-2FE00ECFE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702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103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406</a:t>
            </a:r>
            <a:r>
              <a:rPr kumimoji="0" lang="ko-KR" altLang="en-US" sz="1200" b="1"/>
              <a:t>호 보일러교체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30A279EC-B7DE-6349-E650-DFA93B5F7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155825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보일러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교 체 사 유</a:t>
            </a:r>
            <a:r>
              <a:rPr kumimoji="0" lang="en-US" altLang="ko-KR" sz="1200" b="1"/>
              <a:t> : </a:t>
            </a:r>
            <a:r>
              <a:rPr kumimoji="0" lang="ko-KR" altLang="en-US" sz="1200" b="1"/>
              <a:t>노후화로 인한 고장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열교환기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배풍기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순환모터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으로 보일러 교체요함</a:t>
            </a:r>
            <a:endParaRPr kumimoji="0" lang="en-US" altLang="ko-KR" sz="12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D77247-1606-2E93-F837-3B0753DCA52F}"/>
              </a:ext>
            </a:extLst>
          </p:cNvPr>
          <p:cNvSpPr/>
          <p:nvPr/>
        </p:nvSpPr>
        <p:spPr bwMode="auto">
          <a:xfrm>
            <a:off x="3316288" y="446405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19856B2F-ECFE-A1FE-9E9F-EF9A4ACDDC37}"/>
              </a:ext>
            </a:extLst>
          </p:cNvPr>
          <p:cNvSpPr/>
          <p:nvPr/>
        </p:nvSpPr>
        <p:spPr>
          <a:xfrm>
            <a:off x="4178300" y="533400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A6640583-2634-4AD9-8B36-0733B1B8E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875088"/>
            <a:ext cx="8456613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A2E6E-6F93-9167-4C18-9FA62BC2A09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보일러 사진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CF843A-333C-F961-BCE3-F201690E4B1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4">
            <a:extLst>
              <a:ext uri="{FF2B5EF4-FFF2-40B4-BE49-F238E27FC236}">
                <a16:creationId xmlns:a16="http://schemas.microsoft.com/office/drawing/2014/main" id="{05457620-300E-9C81-EE46-0CBBB29BAF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9725"/>
            <a:ext cx="8207375" cy="4411663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그림 3">
            <a:extLst>
              <a:ext uri="{FF2B5EF4-FFF2-40B4-BE49-F238E27FC236}">
                <a16:creationId xmlns:a16="http://schemas.microsoft.com/office/drawing/2014/main" id="{50CF23A1-EE4E-61E7-3DB4-C23E8BA62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3363"/>
            <a:ext cx="9144000" cy="639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D0854F4-FAEE-47C1-F31B-3AF5B1B219C3}"/>
              </a:ext>
            </a:extLst>
          </p:cNvPr>
          <p:cNvSpPr/>
          <p:nvPr/>
        </p:nvSpPr>
        <p:spPr>
          <a:xfrm>
            <a:off x="3239661" y="116632"/>
            <a:ext cx="247375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1</a:t>
            </a:r>
            <a:r>
              <a:rPr lang="ko-KR" altLang="en-US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월</a:t>
            </a:r>
            <a:r>
              <a:rPr lang="en-US" altLang="ko-KR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21</a:t>
            </a:r>
            <a:r>
              <a:rPr lang="ko-KR" altLang="en-US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월 완료</a:t>
            </a:r>
            <a:endParaRPr lang="en-US" altLang="ko-KR" sz="3000" b="1" dirty="0">
              <a:ln w="6600">
                <a:solidFill>
                  <a:schemeClr val="bg1"/>
                </a:solidFill>
                <a:prstDash val="solid"/>
              </a:ln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2051</TotalTime>
  <Words>219</Words>
  <Application>Microsoft Office PowerPoint</Application>
  <PresentationFormat>화면 슬라이드 쇼(4:3)</PresentationFormat>
  <Paragraphs>29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보일러 사진</vt:lpstr>
      <vt:lpstr>PowerPoint 프레젠테이션</vt:lpstr>
      <vt:lpstr>PowerPoint 프레젠테이션</vt:lpstr>
      <vt:lpstr>보일러 사진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369</cp:revision>
  <cp:lastPrinted>2022-08-17T04:02:57Z</cp:lastPrinted>
  <dcterms:created xsi:type="dcterms:W3CDTF">2012-05-23T04:33:26Z</dcterms:created>
  <dcterms:modified xsi:type="dcterms:W3CDTF">2025-02-12T03:04:07Z</dcterms:modified>
</cp:coreProperties>
</file>