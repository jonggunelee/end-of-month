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102-305</a:t>
            </a:r>
            <a:r>
              <a:rPr lang="ko-KR" altLang="en-US" b="1" dirty="0">
                <a:latin typeface="+mn-ea"/>
              </a:rPr>
              <a:t>외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세대 고장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사택 </a:t>
            </a:r>
            <a:r>
              <a:rPr lang="en-US" altLang="ko-KR" sz="1000" dirty="0">
                <a:latin typeface="+mn-ea"/>
              </a:rPr>
              <a:t>102-305</a:t>
            </a:r>
            <a:r>
              <a:rPr lang="ko-KR" altLang="en-US" sz="1000" dirty="0">
                <a:latin typeface="+mn-ea"/>
              </a:rPr>
              <a:t>외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세대 고장 보일러 납품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 및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○ 납품대상</a:t>
            </a:r>
            <a:r>
              <a:rPr lang="en-US" altLang="ko-KR" sz="1000" dirty="0"/>
              <a:t>: 102</a:t>
            </a:r>
            <a:r>
              <a:rPr lang="ko-KR" altLang="en-US" sz="1000" dirty="0"/>
              <a:t>동 </a:t>
            </a:r>
            <a:r>
              <a:rPr lang="en-US" altLang="ko-KR" sz="1000" dirty="0"/>
              <a:t>305</a:t>
            </a:r>
            <a:r>
              <a:rPr lang="ko-KR" altLang="en-US" sz="1000" dirty="0"/>
              <a:t>호
</a:t>
            </a:r>
            <a:r>
              <a:rPr lang="en-US" altLang="ko-KR" sz="1000" dirty="0"/>
              <a:t>_</a:t>
            </a:r>
            <a:r>
              <a:rPr lang="ko-KR" altLang="en-US" sz="1000" dirty="0"/>
              <a:t>본체</a:t>
            </a:r>
            <a:r>
              <a:rPr lang="en-US" altLang="ko-KR" sz="1000" dirty="0"/>
              <a:t>: </a:t>
            </a:r>
            <a:r>
              <a:rPr lang="ko-KR" altLang="en-US" sz="1000" dirty="0"/>
              <a:t>거꾸로</a:t>
            </a:r>
            <a:r>
              <a:rPr lang="en-US" altLang="ko-KR" sz="1000" dirty="0"/>
              <a:t>ECO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L20-27H</a:t>
            </a:r>
            <a:r>
              <a:rPr lang="en-US" altLang="ko-KR" sz="1000" dirty="0"/>
              <a:t>
_</a:t>
            </a:r>
            <a:r>
              <a:rPr lang="ko-KR" altLang="en-US" sz="1000" dirty="0" err="1"/>
              <a:t>가스누설경보기</a:t>
            </a:r>
            <a:r>
              <a:rPr lang="en-US" altLang="ko-KR" sz="1000" dirty="0"/>
              <a:t>(</a:t>
            </a:r>
            <a:r>
              <a:rPr lang="en-US" altLang="ko-KR" sz="1000" dirty="0" err="1"/>
              <a:t>KGD-500B</a:t>
            </a:r>
            <a:r>
              <a:rPr lang="en-US" altLang="ko-KR" sz="1000" dirty="0"/>
              <a:t>)
○ </a:t>
            </a:r>
            <a:r>
              <a:rPr lang="ko-KR" altLang="en-US" sz="1000" dirty="0"/>
              <a:t>납품대상</a:t>
            </a:r>
            <a:r>
              <a:rPr lang="en-US" altLang="ko-KR" sz="1000" dirty="0"/>
              <a:t>: 103</a:t>
            </a:r>
            <a:r>
              <a:rPr lang="ko-KR" altLang="en-US" sz="1000" dirty="0"/>
              <a:t>동 </a:t>
            </a:r>
            <a:r>
              <a:rPr lang="en-US" altLang="ko-KR" sz="1000" dirty="0"/>
              <a:t>406</a:t>
            </a:r>
            <a:r>
              <a:rPr lang="ko-KR" altLang="en-US" sz="1000" dirty="0"/>
              <a:t>호
</a:t>
            </a:r>
            <a:r>
              <a:rPr lang="en-US" altLang="ko-KR" sz="1000" dirty="0"/>
              <a:t>_</a:t>
            </a:r>
            <a:r>
              <a:rPr lang="ko-KR" altLang="en-US" sz="1000" dirty="0"/>
              <a:t>본체</a:t>
            </a:r>
            <a:r>
              <a:rPr lang="en-US" altLang="ko-KR" sz="1000" dirty="0"/>
              <a:t>: </a:t>
            </a:r>
            <a:r>
              <a:rPr lang="ko-KR" altLang="en-US" sz="1000" dirty="0"/>
              <a:t>거꾸로</a:t>
            </a:r>
            <a:r>
              <a:rPr lang="en-US" altLang="ko-KR" sz="1000" dirty="0"/>
              <a:t>ECO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L20-27H</a:t>
            </a:r>
            <a:r>
              <a:rPr lang="en-US" altLang="ko-KR" sz="1000" dirty="0"/>
              <a:t>
-</a:t>
            </a:r>
            <a:r>
              <a:rPr lang="ko-KR" altLang="en-US" sz="1000" dirty="0" err="1"/>
              <a:t>가스누설경보기</a:t>
            </a:r>
            <a:r>
              <a:rPr lang="en-US" altLang="ko-KR" sz="1000" dirty="0"/>
              <a:t>(</a:t>
            </a:r>
            <a:r>
              <a:rPr lang="en-US" altLang="ko-KR" sz="1000" dirty="0" err="1"/>
              <a:t>KGD-500B</a:t>
            </a:r>
            <a:r>
              <a:rPr lang="en-US" altLang="ko-KR" sz="1000" dirty="0"/>
              <a:t>)
○ </a:t>
            </a:r>
            <a:r>
              <a:rPr lang="ko-KR" altLang="en-US" sz="1000" dirty="0"/>
              <a:t>공통</a:t>
            </a:r>
            <a:r>
              <a:rPr lang="en-US" altLang="ko-KR" sz="1000" dirty="0"/>
              <a:t>: </a:t>
            </a:r>
            <a:r>
              <a:rPr lang="ko-KR" altLang="en-US" sz="1000" dirty="0"/>
              <a:t>제조사 귀뚜라미</a:t>
            </a:r>
            <a:r>
              <a:rPr lang="en-US" altLang="ko-KR" sz="1000" dirty="0"/>
              <a:t>(</a:t>
            </a:r>
            <a:r>
              <a:rPr lang="ko-KR" altLang="en-US" sz="1000" dirty="0"/>
              <a:t>설치비 포함</a:t>
            </a:r>
            <a:r>
              <a:rPr lang="en-US" altLang="ko-KR" sz="1000" dirty="0"/>
              <a:t>)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2025-02-18T03:10:50Z</dcterms:modified>
</cp:coreProperties>
</file>