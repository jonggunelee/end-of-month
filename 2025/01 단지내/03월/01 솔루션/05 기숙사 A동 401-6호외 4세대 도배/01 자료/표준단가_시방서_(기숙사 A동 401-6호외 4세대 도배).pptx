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2025-01-16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A</a:t>
            </a:r>
            <a:r>
              <a:rPr lang="ko-KR" altLang="en-US" b="1">
                <a:latin typeface="+mn-ea"/>
              </a:rPr>
              <a:t>동 </a:t>
            </a:r>
            <a:r>
              <a:rPr lang="en-US" altLang="ko-KR" b="1">
                <a:latin typeface="+mn-ea"/>
              </a:rPr>
              <a:t>401-6</a:t>
            </a:r>
            <a:r>
              <a:rPr lang="ko-KR" altLang="en-US" b="1">
                <a:latin typeface="+mn-ea"/>
              </a:rPr>
              <a:t>호 </a:t>
            </a:r>
            <a:r>
              <a:rPr lang="en-US" altLang="ko-KR" b="1">
                <a:latin typeface="+mn-ea"/>
              </a:rPr>
              <a:t>4</a:t>
            </a:r>
            <a:r>
              <a:rPr lang="ko-KR" altLang="en-US" b="1">
                <a:latin typeface="+mn-ea"/>
              </a:rPr>
              <a:t>세대 도배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</a:t>
            </a:r>
            <a:r>
              <a:rPr lang="en-US" altLang="ko-KR" sz="1000">
                <a:latin typeface="+mn-ea"/>
              </a:rPr>
              <a:t>A</a:t>
            </a:r>
            <a:r>
              <a:rPr lang="ko-KR" altLang="en-US" sz="1000">
                <a:latin typeface="+mn-ea"/>
              </a:rPr>
              <a:t>동 </a:t>
            </a:r>
            <a:r>
              <a:rPr lang="en-US" altLang="ko-KR" sz="1000">
                <a:latin typeface="+mn-ea"/>
              </a:rPr>
              <a:t>401-6</a:t>
            </a:r>
            <a:r>
              <a:rPr lang="ko-KR" altLang="en-US" sz="1000">
                <a:latin typeface="+mn-ea"/>
              </a:rPr>
              <a:t>호 </a:t>
            </a:r>
            <a:r>
              <a:rPr lang="en-US" altLang="ko-KR" sz="1000">
                <a:latin typeface="+mn-ea"/>
              </a:rPr>
              <a:t>4</a:t>
            </a:r>
            <a:r>
              <a:rPr lang="ko-KR" altLang="en-US" sz="1000">
                <a:latin typeface="+mn-ea"/>
              </a:rPr>
              <a:t>세대 도배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A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벽 도배 보수 </a:t>
            </a:r>
            <a:r>
              <a:rPr lang="en-US" altLang="ko-KR" sz="1000"/>
              <a:t>: A</a:t>
            </a:r>
            <a:r>
              <a:rPr lang="ko-KR" altLang="en-US" sz="1000"/>
              <a:t>동 </a:t>
            </a:r>
            <a:r>
              <a:rPr lang="en-US" altLang="ko-KR" sz="1000"/>
              <a:t>401-6 _ 503-4 _ 504-2 _ 703-4 / B</a:t>
            </a:r>
            <a:r>
              <a:rPr lang="ko-KR" altLang="en-US" sz="1000"/>
              <a:t>동 </a:t>
            </a:r>
            <a:r>
              <a:rPr lang="en-US" altLang="ko-KR" sz="1000"/>
              <a:t>702-2</a:t>
            </a:r>
            <a:r>
              <a:rPr lang="ko-KR" altLang="en-US" sz="1000"/>
              <a:t>호
도배지 </a:t>
            </a:r>
            <a:r>
              <a:rPr lang="en-US" altLang="ko-KR" sz="1000"/>
              <a:t>: </a:t>
            </a:r>
            <a:r>
              <a:rPr lang="ko-KR" altLang="en-US" sz="1000"/>
              <a:t>합지
기존 벽 도배지 철거 작업
벽 매립 콘센트 분리 및 정리 작업
벽 초배지 작업
신규 벽 도배지 설치 작업
폐기물 반출 및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843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2025-01-16T06:11:29Z</dcterms:modified>
</cp:coreProperties>
</file>