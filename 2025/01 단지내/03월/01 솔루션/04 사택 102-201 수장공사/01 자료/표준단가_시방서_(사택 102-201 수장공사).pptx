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1002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2024-12-31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102-201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102-201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 및 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전부</a:t>
            </a:r>
            <a:r>
              <a:rPr lang="en-US" altLang="ko-KR" sz="1000"/>
              <a:t>) </a:t>
            </a:r>
            <a:r>
              <a:rPr lang="ko-KR" altLang="en-US" sz="1000"/>
              <a:t>작업
방충망</a:t>
            </a:r>
            <a:r>
              <a:rPr lang="en-US" altLang="ko-KR" sz="1000"/>
              <a:t>-3</a:t>
            </a:r>
            <a:r>
              <a:rPr lang="ko-KR" altLang="en-US" sz="1000"/>
              <a:t>개</a:t>
            </a:r>
            <a:r>
              <a:rPr lang="en-US" altLang="ko-KR" sz="1000"/>
              <a:t>(</a:t>
            </a:r>
            <a:r>
              <a:rPr lang="ko-KR" altLang="en-US" sz="1000"/>
              <a:t>거실우측방</a:t>
            </a:r>
            <a:r>
              <a:rPr lang="en-US" altLang="ko-KR" sz="1000"/>
              <a:t>_ </a:t>
            </a:r>
            <a:r>
              <a:rPr lang="ko-KR" altLang="en-US" sz="1000"/>
              <a:t>주방우측방</a:t>
            </a:r>
            <a:r>
              <a:rPr lang="en-US" altLang="ko-KR" sz="1000"/>
              <a:t>_ </a:t>
            </a:r>
            <a:r>
              <a:rPr lang="ko-KR" altLang="en-US" sz="1000"/>
              <a:t>뒤베란다</a:t>
            </a:r>
            <a:r>
              <a:rPr lang="en-US" altLang="ko-KR" sz="1000"/>
              <a:t>)</a:t>
            </a:r>
            <a:r>
              <a:rPr lang="ko-KR" altLang="en-US" sz="1000"/>
              <a:t>작업
거실좌측방</a:t>
            </a:r>
            <a:r>
              <a:rPr lang="en-US" altLang="ko-KR" sz="1000"/>
              <a:t>(</a:t>
            </a:r>
            <a:r>
              <a:rPr lang="ko-KR" altLang="en-US" sz="1000"/>
              <a:t>안방</a:t>
            </a:r>
            <a:r>
              <a:rPr lang="en-US" altLang="ko-KR" sz="1000"/>
              <a:t>) </a:t>
            </a:r>
            <a:r>
              <a:rPr lang="ko-KR" altLang="en-US" sz="1000"/>
              <a:t>걸레받이 들뜸 교체
걸레받이 교체</a:t>
            </a:r>
            <a:r>
              <a:rPr lang="en-US" altLang="ko-KR" sz="1000"/>
              <a:t>-2</a:t>
            </a:r>
            <a:r>
              <a:rPr lang="ko-KR" altLang="en-US" sz="1000"/>
              <a:t>군데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(2</a:t>
            </a:r>
            <a:r>
              <a:rPr lang="ko-KR" altLang="en-US" sz="1000"/>
              <a:t>군데</a:t>
            </a:r>
            <a:r>
              <a:rPr lang="en-US" altLang="ko-KR" sz="1000"/>
              <a:t>))_</a:t>
            </a:r>
            <a:r>
              <a:rPr lang="ko-KR" altLang="en-US" sz="1000"/>
              <a:t>문끌림</a:t>
            </a:r>
            <a:r>
              <a:rPr lang="en-US" altLang="ko-KR" sz="1000"/>
              <a:t>-1</a:t>
            </a:r>
            <a:r>
              <a:rPr lang="ko-KR" altLang="en-US" sz="1000"/>
              <a:t>개</a:t>
            </a:r>
            <a:r>
              <a:rPr lang="en-US" altLang="ko-KR" sz="1000"/>
              <a:t>(</a:t>
            </a:r>
            <a:r>
              <a:rPr lang="ko-KR" altLang="en-US" sz="1000"/>
              <a:t>주방우측방문</a:t>
            </a:r>
            <a:r>
              <a:rPr lang="en-US" altLang="ko-KR" sz="1000"/>
              <a:t>)</a:t>
            </a:r>
            <a:r>
              <a:rPr lang="ko-KR" altLang="en-US" sz="1000"/>
              <a:t>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862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2024-12-31T03:35:42Z</dcterms:modified>
</cp:coreProperties>
</file>