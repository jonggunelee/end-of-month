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397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103-406 </a:t>
            </a:r>
            <a:r>
              <a:rPr lang="ko-KR" altLang="en-US" b="1">
                <a:latin typeface="+mn-ea"/>
              </a:rPr>
              <a:t>작은방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103-406 </a:t>
            </a:r>
            <a:r>
              <a:rPr lang="ko-KR" altLang="en-US" sz="1000">
                <a:latin typeface="+mn-ea"/>
              </a:rPr>
              <a:t>작은방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주방측 작은방</a:t>
            </a:r>
            <a:r>
              <a:rPr lang="en-US" altLang="ko-KR" sz="1000"/>
              <a:t>(</a:t>
            </a:r>
            <a:r>
              <a:rPr lang="ko-KR" altLang="en-US" sz="1000"/>
              <a:t>좌측</a:t>
            </a:r>
            <a:r>
              <a:rPr lang="en-US" altLang="ko-KR" sz="1000"/>
              <a:t>) 
</a:t>
            </a:r>
            <a:r>
              <a:rPr lang="ko-KR" altLang="en-US" sz="1000"/>
              <a:t>주방 작은방</a:t>
            </a:r>
            <a:r>
              <a:rPr lang="en-US" altLang="ko-KR" sz="1000"/>
              <a:t>(</a:t>
            </a:r>
            <a:r>
              <a:rPr lang="ko-KR" altLang="en-US" sz="1000"/>
              <a:t>좌측방</a:t>
            </a:r>
            <a:r>
              <a:rPr lang="en-US" altLang="ko-KR" sz="1000"/>
              <a:t>) </a:t>
            </a:r>
            <a:r>
              <a:rPr lang="ko-KR" altLang="en-US" sz="1000"/>
              <a:t>벽면 곰팡이제거 작업
단열시트 부착후 이보드</a:t>
            </a:r>
            <a:r>
              <a:rPr lang="en-US" altLang="ko-KR" sz="1000"/>
              <a:t>(</a:t>
            </a:r>
            <a:r>
              <a:rPr lang="ko-KR" altLang="en-US" sz="1000"/>
              <a:t>단열재</a:t>
            </a:r>
            <a:r>
              <a:rPr lang="en-US" altLang="ko-KR" sz="1000"/>
              <a:t>) </a:t>
            </a:r>
            <a:r>
              <a:rPr lang="ko-KR" altLang="en-US" sz="1000"/>
              <a:t>설치 작업
바닥 걸레받이 및 천장 몰딩 부분 보수 작업
안방 벽 도배 작업
작업 완료후 임시 비닐 보양재 철거 작업
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2025-02-04T06:30:36Z</dcterms:modified>
</cp:coreProperties>
</file>