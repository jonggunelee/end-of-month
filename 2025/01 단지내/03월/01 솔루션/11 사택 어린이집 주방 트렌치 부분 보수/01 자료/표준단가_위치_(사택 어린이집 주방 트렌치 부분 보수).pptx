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>
        <p:scale>
          <a:sx n="75" d="100"/>
          <a:sy n="75" d="100"/>
        </p:scale>
        <p:origin x="220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31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80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1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904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11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706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13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28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86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94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84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5CE17-BF00-4686-9112-7F4B6D08FB60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C4AFB-8A09-451C-8374-F9ED04E3F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51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콘크리트, 그레이, 건물, 복합 재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CE60A1-7853-836F-771F-6C22874A1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80" r="-3" b="12122"/>
          <a:stretch/>
        </p:blipFill>
        <p:spPr>
          <a:xfrm rot="16200000">
            <a:off x="20" y="4069976"/>
            <a:ext cx="2872436" cy="2788023"/>
          </a:xfrm>
          <a:prstGeom prst="rect">
            <a:avLst/>
          </a:prstGeom>
        </p:spPr>
      </p:pic>
      <p:pic>
        <p:nvPicPr>
          <p:cNvPr id="5" name="그림 4" descr="실내, 벽, 장면, 싱크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35A0D22-6989-ACFD-8423-43ABA566B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8" r="19598" b="2"/>
          <a:stretch/>
        </p:blipFill>
        <p:spPr>
          <a:xfrm>
            <a:off x="3003161" y="3257176"/>
            <a:ext cx="3891138" cy="3600824"/>
          </a:xfrm>
          <a:prstGeom prst="rect">
            <a:avLst/>
          </a:prstGeom>
        </p:spPr>
      </p:pic>
      <p:pic>
        <p:nvPicPr>
          <p:cNvPr id="9" name="그림 8" descr="실내, 싱크대, 조리대, 가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44E9E8-DF5B-B147-52EC-2FDA6637A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8" r="23107" b="-2"/>
          <a:stretch/>
        </p:blipFill>
        <p:spPr>
          <a:xfrm>
            <a:off x="20" y="10"/>
            <a:ext cx="4887629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13" name="그림 12" descr="지상, 건물, 은, 스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0E102B3-E18D-BFFF-AA53-349BF16211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6" r="-3" b="25158"/>
          <a:stretch/>
        </p:blipFill>
        <p:spPr>
          <a:xfrm rot="16200000">
            <a:off x="7025005" y="4069976"/>
            <a:ext cx="2880995" cy="2788024"/>
          </a:xfrm>
          <a:prstGeom prst="rect">
            <a:avLst/>
          </a:prstGeom>
        </p:spPr>
      </p:pic>
      <p:pic>
        <p:nvPicPr>
          <p:cNvPr id="7" name="그림 6" descr="실내, 주방가전, 조리대, 가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C09804-1BF8-C5D7-D7E8-48D727D0B4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7" r="4467" b="-2"/>
          <a:stretch/>
        </p:blipFill>
        <p:spPr>
          <a:xfrm>
            <a:off x="5018351" y="10"/>
            <a:ext cx="4887649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5AE77A-2843-7E1A-85B7-08C8AFDB676C}"/>
              </a:ext>
            </a:extLst>
          </p:cNvPr>
          <p:cNvCxnSpPr/>
          <p:nvPr/>
        </p:nvCxnSpPr>
        <p:spPr>
          <a:xfrm flipV="1">
            <a:off x="3136900" y="2260600"/>
            <a:ext cx="1562100" cy="31750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26F7036-0726-011C-70B9-A40EC1152CCF}"/>
              </a:ext>
            </a:extLst>
          </p:cNvPr>
          <p:cNvCxnSpPr>
            <a:cxnSpLocks/>
          </p:cNvCxnSpPr>
          <p:nvPr/>
        </p:nvCxnSpPr>
        <p:spPr>
          <a:xfrm>
            <a:off x="3168456" y="2576069"/>
            <a:ext cx="476444" cy="548131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E60F28E-8844-92BD-97C8-A4E6E8A3081B}"/>
              </a:ext>
            </a:extLst>
          </p:cNvPr>
          <p:cNvCxnSpPr>
            <a:cxnSpLocks/>
          </p:cNvCxnSpPr>
          <p:nvPr/>
        </p:nvCxnSpPr>
        <p:spPr>
          <a:xfrm flipV="1">
            <a:off x="3676456" y="2417319"/>
            <a:ext cx="1153246" cy="29375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2F66C65-62EE-DA79-028A-760EE5B2A23F}"/>
              </a:ext>
            </a:extLst>
          </p:cNvPr>
          <p:cNvCxnSpPr>
            <a:cxnSpLocks/>
          </p:cNvCxnSpPr>
          <p:nvPr/>
        </p:nvCxnSpPr>
        <p:spPr>
          <a:xfrm>
            <a:off x="3708012" y="2709045"/>
            <a:ext cx="476444" cy="548131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EEEC131-9176-B719-962B-6F72202EFE71}"/>
              </a:ext>
            </a:extLst>
          </p:cNvPr>
          <p:cNvCxnSpPr>
            <a:cxnSpLocks/>
          </p:cNvCxnSpPr>
          <p:nvPr/>
        </p:nvCxnSpPr>
        <p:spPr>
          <a:xfrm flipH="1">
            <a:off x="42226" y="4826000"/>
            <a:ext cx="2788024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E80FA6E-015E-03AA-721F-41D377CB4E52}"/>
              </a:ext>
            </a:extLst>
          </p:cNvPr>
          <p:cNvCxnSpPr>
            <a:cxnSpLocks/>
          </p:cNvCxnSpPr>
          <p:nvPr/>
        </p:nvCxnSpPr>
        <p:spPr>
          <a:xfrm flipH="1">
            <a:off x="7071490" y="5352415"/>
            <a:ext cx="2788025" cy="37528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82499904-B020-DB69-B922-81DF0DFA1B78}"/>
              </a:ext>
            </a:extLst>
          </p:cNvPr>
          <p:cNvSpPr/>
          <p:nvPr/>
        </p:nvSpPr>
        <p:spPr>
          <a:xfrm>
            <a:off x="939800" y="5235257"/>
            <a:ext cx="673100" cy="609600"/>
          </a:xfrm>
          <a:prstGeom prst="triangle">
            <a:avLst/>
          </a:prstGeom>
          <a:solidFill>
            <a:srgbClr val="FF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9C7A60CA-688A-1FFF-E649-52FBC62E28F5}"/>
              </a:ext>
            </a:extLst>
          </p:cNvPr>
          <p:cNvSpPr/>
          <p:nvPr/>
        </p:nvSpPr>
        <p:spPr>
          <a:xfrm>
            <a:off x="8063599" y="5984025"/>
            <a:ext cx="673100" cy="609600"/>
          </a:xfrm>
          <a:prstGeom prst="triangle">
            <a:avLst/>
          </a:prstGeom>
          <a:solidFill>
            <a:srgbClr val="FF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499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지상, 건물, 은, 스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7FDB70-83DB-A55E-FC8D-C885E5A9A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65" r="-1" b="32919"/>
          <a:stretch/>
        </p:blipFill>
        <p:spPr>
          <a:xfrm>
            <a:off x="20" y="1"/>
            <a:ext cx="4915830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</p:spPr>
      </p:pic>
      <p:pic>
        <p:nvPicPr>
          <p:cNvPr id="5" name="그림 4" descr="실내, 벽, 장면, 싱크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01C3131-2A0F-6231-7387-CC7D2B050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8" r="9334" b="-1"/>
          <a:stretch/>
        </p:blipFill>
        <p:spPr>
          <a:xfrm>
            <a:off x="4990149" y="1"/>
            <a:ext cx="4915851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</p:spPr>
      </p:pic>
      <p:pic>
        <p:nvPicPr>
          <p:cNvPr id="7" name="그림 6" descr="실내, 주방가전, 조리대, 가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CAC14C-0FDC-CAFF-470B-DCDBFE291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9" r="2" b="2"/>
          <a:stretch/>
        </p:blipFill>
        <p:spPr>
          <a:xfrm>
            <a:off x="20" y="3489159"/>
            <a:ext cx="4915830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</p:spPr>
      </p:pic>
      <p:pic>
        <p:nvPicPr>
          <p:cNvPr id="9" name="그림 8" descr="실내, 싱크대, 조리대, 가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93AA244-4B76-2DB5-87AA-4198C2934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" r="17137" b="2"/>
          <a:stretch/>
        </p:blipFill>
        <p:spPr>
          <a:xfrm>
            <a:off x="4990149" y="3489159"/>
            <a:ext cx="4915851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</p:spPr>
      </p:pic>
      <p:pic>
        <p:nvPicPr>
          <p:cNvPr id="11" name="그림 10" descr="콘크리트, 그레이, 건물, 복합 재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DDE0ED-B046-DC29-FCAE-80529DF5B0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26" r="-2" b="14670"/>
          <a:stretch/>
        </p:blipFill>
        <p:spPr>
          <a:xfrm rot="16200000">
            <a:off x="3448051" y="1733547"/>
            <a:ext cx="3060701" cy="3378202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219686C-E389-5AF2-CA04-7057C0CD62FF}"/>
              </a:ext>
            </a:extLst>
          </p:cNvPr>
          <p:cNvCxnSpPr>
            <a:cxnSpLocks/>
          </p:cNvCxnSpPr>
          <p:nvPr/>
        </p:nvCxnSpPr>
        <p:spPr>
          <a:xfrm>
            <a:off x="1276350" y="6003607"/>
            <a:ext cx="233136" cy="942626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EE6B604-C0A3-D38E-AC39-7C12D75AE01E}"/>
              </a:ext>
            </a:extLst>
          </p:cNvPr>
          <p:cNvCxnSpPr>
            <a:cxnSpLocks/>
          </p:cNvCxnSpPr>
          <p:nvPr/>
        </p:nvCxnSpPr>
        <p:spPr>
          <a:xfrm>
            <a:off x="3301047" y="2800329"/>
            <a:ext cx="3378203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314519B-A4E7-6696-1939-51E651DC2C64}"/>
              </a:ext>
            </a:extLst>
          </p:cNvPr>
          <p:cNvCxnSpPr>
            <a:cxnSpLocks/>
          </p:cNvCxnSpPr>
          <p:nvPr/>
        </p:nvCxnSpPr>
        <p:spPr>
          <a:xfrm>
            <a:off x="1016000" y="6226629"/>
            <a:ext cx="115618" cy="712826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D129015-08C3-69B4-3520-2E3766D29F16}"/>
              </a:ext>
            </a:extLst>
          </p:cNvPr>
          <p:cNvCxnSpPr>
            <a:cxnSpLocks/>
          </p:cNvCxnSpPr>
          <p:nvPr/>
        </p:nvCxnSpPr>
        <p:spPr>
          <a:xfrm flipV="1">
            <a:off x="485775" y="5975032"/>
            <a:ext cx="748069" cy="111443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5CD0E8B-B024-0521-B485-68E9DC93A71C}"/>
              </a:ext>
            </a:extLst>
          </p:cNvPr>
          <p:cNvCxnSpPr>
            <a:cxnSpLocks/>
          </p:cNvCxnSpPr>
          <p:nvPr/>
        </p:nvCxnSpPr>
        <p:spPr>
          <a:xfrm flipV="1">
            <a:off x="267931" y="6177565"/>
            <a:ext cx="748069" cy="111443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20C225B-17EE-4AEF-576D-F9C4AE28D3BE}"/>
              </a:ext>
            </a:extLst>
          </p:cNvPr>
          <p:cNvCxnSpPr>
            <a:cxnSpLocks/>
          </p:cNvCxnSpPr>
          <p:nvPr/>
        </p:nvCxnSpPr>
        <p:spPr>
          <a:xfrm>
            <a:off x="8096250" y="5755316"/>
            <a:ext cx="904875" cy="1102684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14A3F4D-236C-C3CB-DDD4-D8A7EE4191DE}"/>
              </a:ext>
            </a:extLst>
          </p:cNvPr>
          <p:cNvCxnSpPr>
            <a:cxnSpLocks/>
          </p:cNvCxnSpPr>
          <p:nvPr/>
        </p:nvCxnSpPr>
        <p:spPr>
          <a:xfrm>
            <a:off x="8548687" y="5821991"/>
            <a:ext cx="979174" cy="1036009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998B71E-2160-17E4-0605-668F161646C0}"/>
              </a:ext>
            </a:extLst>
          </p:cNvPr>
          <p:cNvCxnSpPr>
            <a:cxnSpLocks/>
          </p:cNvCxnSpPr>
          <p:nvPr/>
        </p:nvCxnSpPr>
        <p:spPr>
          <a:xfrm flipV="1">
            <a:off x="8086725" y="5397500"/>
            <a:ext cx="1171575" cy="335432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EEE5ABA-BBE4-C938-6C9E-500CB18FFF66}"/>
              </a:ext>
            </a:extLst>
          </p:cNvPr>
          <p:cNvCxnSpPr>
            <a:cxnSpLocks/>
          </p:cNvCxnSpPr>
          <p:nvPr/>
        </p:nvCxnSpPr>
        <p:spPr>
          <a:xfrm flipV="1">
            <a:off x="8564562" y="5571885"/>
            <a:ext cx="768037" cy="236768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8C9E62E-4E96-6B96-7188-F547D27F44CD}"/>
              </a:ext>
            </a:extLst>
          </p:cNvPr>
          <p:cNvCxnSpPr>
            <a:cxnSpLocks/>
          </p:cNvCxnSpPr>
          <p:nvPr/>
        </p:nvCxnSpPr>
        <p:spPr>
          <a:xfrm>
            <a:off x="2095500" y="0"/>
            <a:ext cx="362435" cy="318770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D933F999-5739-C225-9550-B4D8A06AE9F8}"/>
              </a:ext>
            </a:extLst>
          </p:cNvPr>
          <p:cNvSpPr/>
          <p:nvPr/>
        </p:nvSpPr>
        <p:spPr>
          <a:xfrm rot="5170696">
            <a:off x="1127674" y="1221864"/>
            <a:ext cx="673100" cy="609600"/>
          </a:xfrm>
          <a:prstGeom prst="triangle">
            <a:avLst/>
          </a:prstGeom>
          <a:solidFill>
            <a:srgbClr val="FF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이등변 삼각형 41">
            <a:extLst>
              <a:ext uri="{FF2B5EF4-FFF2-40B4-BE49-F238E27FC236}">
                <a16:creationId xmlns:a16="http://schemas.microsoft.com/office/drawing/2014/main" id="{FB448689-D44D-C64B-AC94-4BC65354B76E}"/>
              </a:ext>
            </a:extLst>
          </p:cNvPr>
          <p:cNvSpPr/>
          <p:nvPr/>
        </p:nvSpPr>
        <p:spPr>
          <a:xfrm>
            <a:off x="4794724" y="3235826"/>
            <a:ext cx="673100" cy="609600"/>
          </a:xfrm>
          <a:prstGeom prst="triangle">
            <a:avLst/>
          </a:prstGeom>
          <a:solidFill>
            <a:srgbClr val="FF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3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1</cp:revision>
  <dcterms:created xsi:type="dcterms:W3CDTF">2025-02-19T21:19:28Z</dcterms:created>
  <dcterms:modified xsi:type="dcterms:W3CDTF">2025-02-19T21:28:06Z</dcterms:modified>
</cp:coreProperties>
</file>