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2025-02-25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어린이집 주방 트렌치 부분 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어린이집 주방 트렌치 부분 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보수 </a:t>
            </a:r>
            <a:r>
              <a:rPr lang="ko-KR" altLang="en-US" sz="1000" dirty="0"/>
              <a:t>위치 </a:t>
            </a:r>
            <a:r>
              <a:rPr lang="en-US" altLang="ko-KR" sz="1000" dirty="0"/>
              <a:t>: </a:t>
            </a:r>
            <a:r>
              <a:rPr lang="ko-KR" altLang="en-US" sz="1000" dirty="0"/>
              <a:t>어린이집 </a:t>
            </a:r>
            <a:r>
              <a:rPr lang="en-US" altLang="ko-KR" sz="1000" dirty="0"/>
              <a:t>2</a:t>
            </a:r>
            <a:r>
              <a:rPr lang="ko-KR" altLang="en-US" sz="1000" dirty="0"/>
              <a:t>층 주방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주방내 바닥 임시 보양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바닥 타일 과 </a:t>
            </a:r>
            <a:r>
              <a:rPr lang="ko-KR" altLang="en-US" sz="1000" dirty="0" err="1"/>
              <a:t>트렌치</a:t>
            </a:r>
            <a:r>
              <a:rPr lang="ko-KR" altLang="en-US" sz="1000" dirty="0"/>
              <a:t> 코너 이음새 기존 메지</a:t>
            </a:r>
            <a:r>
              <a:rPr lang="en-US" altLang="ko-KR" sz="1000" dirty="0"/>
              <a:t>(</a:t>
            </a:r>
            <a:r>
              <a:rPr lang="ko-KR" altLang="en-US" sz="1000" dirty="0" err="1"/>
              <a:t>줄눈</a:t>
            </a:r>
            <a:r>
              <a:rPr lang="en-US" altLang="ko-KR" sz="1000" dirty="0"/>
              <a:t>,</a:t>
            </a:r>
            <a:r>
              <a:rPr lang="ko-KR" altLang="en-US" sz="1000" dirty="0" err="1"/>
              <a:t>그라우트</a:t>
            </a:r>
            <a:r>
              <a:rPr lang="en-US" altLang="ko-KR" sz="1000" dirty="0"/>
              <a:t>) </a:t>
            </a:r>
            <a:r>
              <a:rPr lang="ko-KR" altLang="en-US" sz="1000" dirty="0"/>
              <a:t>철거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바닥 타일 과 </a:t>
            </a:r>
            <a:r>
              <a:rPr lang="ko-KR" altLang="en-US" sz="1000" dirty="0" err="1"/>
              <a:t>트렌치</a:t>
            </a:r>
            <a:r>
              <a:rPr lang="ko-KR" altLang="en-US" sz="1000" dirty="0"/>
              <a:t>  코너 유격 및 분리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바닥 타일 과 </a:t>
            </a:r>
            <a:r>
              <a:rPr lang="ko-KR" altLang="en-US" sz="1000" dirty="0" err="1"/>
              <a:t>트렌치</a:t>
            </a:r>
            <a:r>
              <a:rPr lang="ko-KR" altLang="en-US" sz="1000" dirty="0"/>
              <a:t> 코너 내 물기 제거 및 건조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바닥 타일 과 </a:t>
            </a:r>
            <a:r>
              <a:rPr lang="ko-KR" altLang="en-US" sz="1000" dirty="0" err="1"/>
              <a:t>트렌치</a:t>
            </a:r>
            <a:r>
              <a:rPr lang="ko-KR" altLang="en-US" sz="1000" dirty="0"/>
              <a:t> 코너 이음새 메지</a:t>
            </a:r>
            <a:r>
              <a:rPr lang="en-US" altLang="ko-KR" sz="1000" dirty="0"/>
              <a:t>(</a:t>
            </a:r>
            <a:r>
              <a:rPr lang="ko-KR" altLang="en-US" sz="1000" dirty="0" err="1"/>
              <a:t>줄눈</a:t>
            </a:r>
            <a:r>
              <a:rPr lang="en-US" altLang="ko-KR" sz="1000" dirty="0"/>
              <a:t>,</a:t>
            </a:r>
            <a:r>
              <a:rPr lang="ko-KR" altLang="en-US" sz="1000" dirty="0" err="1"/>
              <a:t>그라우트</a:t>
            </a:r>
            <a:r>
              <a:rPr lang="en-US" altLang="ko-KR" sz="1000" dirty="0"/>
              <a:t>) </a:t>
            </a:r>
            <a:r>
              <a:rPr lang="ko-KR" altLang="en-US" sz="1000" dirty="0"/>
              <a:t>충진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주방내 바닥 임시 보양 철거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855</Words>
  <Application>Microsoft Office PowerPoint</Application>
  <PresentationFormat>화면 슬라이드 쇼(4:3)</PresentationFormat>
  <Paragraphs>85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491</cp:revision>
  <dcterms:created xsi:type="dcterms:W3CDTF">2015-01-28T03:52:40Z</dcterms:created>
  <dcterms:modified xsi:type="dcterms:W3CDTF">2025-02-25T01:46:07Z</dcterms:modified>
</cp:coreProperties>
</file>