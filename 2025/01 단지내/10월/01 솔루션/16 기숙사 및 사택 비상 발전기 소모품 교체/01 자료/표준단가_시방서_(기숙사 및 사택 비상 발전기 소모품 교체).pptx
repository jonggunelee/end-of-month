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및 사택 비상 발전기 소모품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및 사택 비상 발전기 소모품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-</a:t>
            </a:r>
            <a:r>
              <a:rPr lang="ko-KR" altLang="en-US" sz="1000"/>
              <a:t>대상 </a:t>
            </a:r>
            <a:r>
              <a:rPr lang="en-US" altLang="ko-KR" sz="1000"/>
              <a:t>:</a:t>
            </a:r>
            <a:r>
              <a:rPr lang="ko-KR" altLang="en-US" sz="1000"/>
              <a:t>기숙사 </a:t>
            </a:r>
            <a:r>
              <a:rPr lang="en-US" altLang="ko-KR" sz="1000"/>
              <a:t>3</a:t>
            </a:r>
            <a:r>
              <a:rPr lang="ko-KR" altLang="en-US" sz="1000"/>
              <a:t>동 및 사택 </a:t>
            </a:r>
            <a:r>
              <a:rPr lang="en-US" altLang="ko-KR" sz="1000"/>
              <a:t>102</a:t>
            </a:r>
            <a:r>
              <a:rPr lang="ko-KR" altLang="en-US" sz="1000"/>
              <a:t>동 전기실내
</a:t>
            </a:r>
            <a:r>
              <a:rPr lang="en-US" altLang="ko-KR" sz="1000"/>
              <a:t>-</a:t>
            </a:r>
            <a:r>
              <a:rPr lang="ko-KR" altLang="en-US" sz="1000"/>
              <a:t>기숙사 </a:t>
            </a:r>
            <a:r>
              <a:rPr lang="en-US" altLang="ko-KR" sz="1000"/>
              <a:t>3</a:t>
            </a:r>
            <a:r>
              <a:rPr lang="ko-KR" altLang="en-US" sz="1000"/>
              <a:t>동 전기실 </a:t>
            </a:r>
            <a:r>
              <a:rPr lang="en-US" altLang="ko-KR" sz="1000"/>
              <a:t>: 115KW / D1146T
-</a:t>
            </a:r>
            <a:r>
              <a:rPr lang="ko-KR" altLang="en-US" sz="1000"/>
              <a:t>사택 </a:t>
            </a:r>
            <a:r>
              <a:rPr lang="en-US" altLang="ko-KR" sz="1000"/>
              <a:t>102</a:t>
            </a:r>
            <a:r>
              <a:rPr lang="ko-KR" altLang="en-US" sz="1000"/>
              <a:t>동 전기실 </a:t>
            </a:r>
            <a:r>
              <a:rPr lang="en-US" altLang="ko-KR" sz="1000"/>
              <a:t>: 300KW / P126TI-II
-</a:t>
            </a:r>
            <a:r>
              <a:rPr lang="ko-KR" altLang="en-US" sz="1000"/>
              <a:t>소모품</a:t>
            </a:r>
            <a:r>
              <a:rPr lang="en-US" altLang="ko-KR" sz="1000"/>
              <a:t>-1: </a:t>
            </a:r>
            <a:r>
              <a:rPr lang="ko-KR" altLang="en-US" sz="1000"/>
              <a:t>엔진오일</a:t>
            </a:r>
            <a:r>
              <a:rPr lang="en-US" altLang="ko-KR" sz="1000"/>
              <a:t>_</a:t>
            </a:r>
            <a:r>
              <a:rPr lang="ko-KR" altLang="en-US" sz="1000"/>
              <a:t>오일 및 연료 휠터</a:t>
            </a:r>
            <a:r>
              <a:rPr lang="en-US" altLang="ko-KR" sz="1000"/>
              <a:t>_</a:t>
            </a:r>
            <a:r>
              <a:rPr lang="ko-KR" altLang="en-US" sz="1000"/>
              <a:t>에어크리너
</a:t>
            </a:r>
            <a:r>
              <a:rPr lang="en-US" altLang="ko-KR" sz="1000"/>
              <a:t>-</a:t>
            </a:r>
            <a:r>
              <a:rPr lang="ko-KR" altLang="en-US" sz="1000"/>
              <a:t>소모품</a:t>
            </a:r>
            <a:r>
              <a:rPr lang="en-US" altLang="ko-KR" sz="1000"/>
              <a:t>-2: </a:t>
            </a:r>
            <a:r>
              <a:rPr lang="ko-KR" altLang="en-US" sz="1000"/>
              <a:t>부동액</a:t>
            </a:r>
            <a:r>
              <a:rPr lang="en-US" altLang="ko-KR" sz="1000"/>
              <a:t>_</a:t>
            </a:r>
            <a:r>
              <a:rPr lang="ko-KR" altLang="en-US" sz="1000"/>
              <a:t>부동액첨가제</a:t>
            </a:r>
            <a:r>
              <a:rPr lang="en-US" altLang="ko-KR" sz="1000"/>
              <a:t>_</a:t>
            </a:r>
            <a:r>
              <a:rPr lang="ko-KR" altLang="en-US" sz="1000"/>
              <a:t>휀밸트</a:t>
            </a:r>
            <a:r>
              <a:rPr lang="en-US" altLang="ko-KR" sz="1000"/>
              <a:t>_</a:t>
            </a:r>
            <a:r>
              <a:rPr lang="ko-KR" altLang="en-US" sz="1000"/>
              <a:t>히터호스
</a:t>
            </a:r>
            <a:r>
              <a:rPr lang="en-US" altLang="ko-KR" sz="1000"/>
              <a:t>-</a:t>
            </a:r>
            <a:r>
              <a:rPr lang="ko-KR" altLang="en-US" sz="1000"/>
              <a:t>소모품 설치 및 시운전 작업
</a:t>
            </a:r>
            <a:r>
              <a:rPr lang="en-US" altLang="ko-KR" sz="1000"/>
              <a:t>-</a:t>
            </a:r>
            <a:r>
              <a:rPr lang="ko-KR" altLang="en-US" sz="1000"/>
              <a:t>주변 청소 및 바닥 오일 제거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2025-08-28T03:02:07Z</dcterms:modified>
</cp:coreProperties>
</file>