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2025-06-25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기숙사 및 사택 기계실 안전밸브 교체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기숙사 및 사택 기계실 안전밸브 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기숙사 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기계실 기계장비 안전밸브 교체
안전밸브 설치 장비 압력 </a:t>
            </a:r>
            <a:r>
              <a:rPr lang="en-US" altLang="ko-KR" sz="1000"/>
              <a:t>OFF </a:t>
            </a:r>
            <a:r>
              <a:rPr lang="ko-KR" altLang="en-US" sz="1000"/>
              <a:t>상태 점검
</a:t>
            </a:r>
            <a:r>
              <a:rPr lang="en-US" altLang="ko-KR" sz="1000"/>
              <a:t>AB</a:t>
            </a:r>
            <a:r>
              <a:rPr lang="ko-KR" altLang="en-US" sz="1000"/>
              <a:t>동 기계실 안전밸브 </a:t>
            </a:r>
            <a:r>
              <a:rPr lang="en-US" altLang="ko-KR" sz="1000"/>
              <a:t>: 5</a:t>
            </a:r>
            <a:r>
              <a:rPr lang="ko-KR" altLang="en-US" sz="1000"/>
              <a:t>개 
</a:t>
            </a:r>
            <a:r>
              <a:rPr lang="en-US" altLang="ko-KR" sz="1000"/>
              <a:t>3</a:t>
            </a:r>
            <a:r>
              <a:rPr lang="ko-KR" altLang="en-US" sz="1000"/>
              <a:t>동 기계실 안전밸브</a:t>
            </a:r>
            <a:r>
              <a:rPr lang="en-US" altLang="ko-KR" sz="1000"/>
              <a:t>: 4</a:t>
            </a:r>
            <a:r>
              <a:rPr lang="ko-KR" altLang="en-US" sz="1000"/>
              <a:t>개 
</a:t>
            </a:r>
            <a:r>
              <a:rPr lang="en-US" altLang="ko-KR" sz="1000"/>
              <a:t>102</a:t>
            </a:r>
            <a:r>
              <a:rPr lang="ko-KR" altLang="en-US" sz="1000"/>
              <a:t>동 기계실  안전밸브 </a:t>
            </a:r>
            <a:r>
              <a:rPr lang="en-US" altLang="ko-KR" sz="1000"/>
              <a:t>: 1</a:t>
            </a:r>
            <a:r>
              <a:rPr lang="ko-KR" altLang="en-US" sz="1000"/>
              <a:t>개
전체 수량 총 </a:t>
            </a:r>
            <a:r>
              <a:rPr lang="en-US" altLang="ko-KR" sz="1000"/>
              <a:t>: 10</a:t>
            </a:r>
            <a:r>
              <a:rPr lang="ko-KR" altLang="en-US" sz="1000"/>
              <a:t>개 개소
저탕조 탱크 상부 안전밸브 교체시 안전대 착용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837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2025-06-25T05:18:41Z</dcterms:modified>
</cp:coreProperties>
</file>