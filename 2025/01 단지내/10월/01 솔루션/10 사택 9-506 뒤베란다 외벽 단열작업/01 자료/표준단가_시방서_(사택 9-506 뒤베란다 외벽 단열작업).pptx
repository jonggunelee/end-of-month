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9-506 </a:t>
            </a:r>
            <a:r>
              <a:rPr lang="ko-KR" altLang="en-US" b="1">
                <a:latin typeface="+mn-ea"/>
              </a:rPr>
              <a:t>뒤베란다 외벽 단열작업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9-506 </a:t>
            </a:r>
            <a:r>
              <a:rPr lang="ko-KR" altLang="en-US" sz="1000">
                <a:latin typeface="+mn-ea"/>
              </a:rPr>
              <a:t>뒤베란다 외벽 단열작업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</a:t>
            </a:r>
            <a:r>
              <a:rPr lang="ko-KR" altLang="en-US" sz="1000"/>
              <a:t>뒷베란다 외벽 
곰팡이 제거 작업
바탕면 클랙 보수 처리 작업
바닥 타일 부분 보수 작업
열반사 시트</a:t>
            </a:r>
            <a:r>
              <a:rPr lang="en-US" altLang="ko-KR" sz="1000"/>
              <a:t>(0.6T </a:t>
            </a:r>
            <a:r>
              <a:rPr lang="ko-KR" altLang="en-US" sz="1000"/>
              <a:t>단면 접착</a:t>
            </a:r>
            <a:r>
              <a:rPr lang="en-US" altLang="ko-KR" sz="1000"/>
              <a:t>) </a:t>
            </a:r>
            <a:r>
              <a:rPr lang="ko-KR" altLang="en-US" sz="1000"/>
              <a:t>설치 작업
이보드</a:t>
            </a:r>
            <a:r>
              <a:rPr lang="en-US" altLang="ko-KR" sz="1000"/>
              <a:t>(1000*1000*13T) </a:t>
            </a:r>
            <a:r>
              <a:rPr lang="ko-KR" altLang="en-US" sz="1000"/>
              <a:t>설치 작업
폐기물 반출 및 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2025-08-25T02:59:58Z</dcterms:modified>
</cp:coreProperties>
</file>