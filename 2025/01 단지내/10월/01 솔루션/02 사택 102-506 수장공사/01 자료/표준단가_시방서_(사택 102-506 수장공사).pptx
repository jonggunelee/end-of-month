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102-506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102-506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도배지</a:t>
            </a:r>
            <a:r>
              <a:rPr lang="en-US" altLang="ko-KR" sz="1000"/>
              <a:t>: </a:t>
            </a:r>
            <a:r>
              <a:rPr lang="ko-KR" altLang="en-US" sz="1000"/>
              <a:t>합지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: </a:t>
            </a:r>
            <a:r>
              <a:rPr lang="ko-KR" altLang="en-US" sz="1000"/>
              <a:t>합지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기존 벽지 및 장판 철거 및 폐기물 처리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2025-08-21T04:54:27Z</dcterms:modified>
</cp:coreProperties>
</file>