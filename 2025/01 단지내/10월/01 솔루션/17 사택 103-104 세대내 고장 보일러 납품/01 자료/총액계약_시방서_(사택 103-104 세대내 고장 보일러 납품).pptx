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103-104 </a:t>
            </a:r>
            <a:r>
              <a:rPr lang="ko-KR" altLang="en-US" b="1">
                <a:latin typeface="+mn-ea"/>
              </a:rPr>
              <a:t>세대내 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103-104 </a:t>
            </a:r>
            <a:r>
              <a:rPr lang="ko-KR" altLang="en-US" sz="1000">
                <a:latin typeface="+mn-ea"/>
              </a:rPr>
              <a:t>세대내 고장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96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103</a:t>
            </a:r>
            <a:r>
              <a:rPr lang="ko-KR" altLang="en-US" sz="1000"/>
              <a:t>동 </a:t>
            </a:r>
            <a:r>
              <a:rPr lang="en-US" altLang="ko-KR" sz="1000"/>
              <a:t>104</a:t>
            </a:r>
            <a:r>
              <a:rPr lang="ko-KR" altLang="en-US" sz="1000"/>
              <a:t>호
보일러 열교환기 고장</a:t>
            </a:r>
            <a:r>
              <a:rPr lang="en-US" altLang="ko-KR" sz="1000"/>
              <a:t>(</a:t>
            </a:r>
            <a:r>
              <a:rPr lang="ko-KR" altLang="en-US" sz="1000"/>
              <a:t>터짐</a:t>
            </a:r>
            <a:r>
              <a:rPr lang="en-US" altLang="ko-KR" sz="1000"/>
              <a:t>)</a:t>
            </a:r>
            <a:r>
              <a:rPr lang="ko-KR" altLang="en-US" sz="1000"/>
              <a:t>으로 가스누설보일러 교체
귀뚜라미 보일러 네번타는보일러</a:t>
            </a:r>
            <a:r>
              <a:rPr lang="en-US" altLang="ko-KR" sz="1000"/>
              <a:t>-30K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808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2025-09-18T06:30:45Z</dcterms:modified>
</cp:coreProperties>
</file>