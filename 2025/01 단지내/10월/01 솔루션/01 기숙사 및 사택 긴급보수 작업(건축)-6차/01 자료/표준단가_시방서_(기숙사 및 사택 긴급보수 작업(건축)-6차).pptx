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긴급보수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)-6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긴급보수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)-6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2025-09-05T00:18:53Z</dcterms:modified>
</cp:coreProperties>
</file>