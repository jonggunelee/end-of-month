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층</a:t>
            </a:r>
            <a:r>
              <a:rPr lang="en-US" altLang="ko-KR" b="1">
                <a:latin typeface="+mn-ea"/>
              </a:rPr>
              <a:t>-3</a:t>
            </a:r>
            <a:r>
              <a:rPr lang="ko-KR" altLang="en-US" b="1">
                <a:latin typeface="+mn-ea"/>
              </a:rPr>
              <a:t>층 놀이터 바닥 청소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어린이집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층</a:t>
            </a:r>
            <a:r>
              <a:rPr lang="en-US" altLang="ko-KR" sz="1000">
                <a:latin typeface="+mn-ea"/>
              </a:rPr>
              <a:t>-3</a:t>
            </a:r>
            <a:r>
              <a:rPr lang="ko-KR" altLang="en-US" sz="1000">
                <a:latin typeface="+mn-ea"/>
              </a:rPr>
              <a:t>층 놀이터 바닥 청소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2</a:t>
            </a:r>
            <a:r>
              <a:rPr lang="ko-KR" altLang="en-US" sz="1000"/>
              <a:t>층 놀이터 바닥 매트 면적</a:t>
            </a:r>
            <a:r>
              <a:rPr lang="en-US" altLang="ko-KR" sz="1000"/>
              <a:t>: 113 m2
3</a:t>
            </a:r>
            <a:r>
              <a:rPr lang="ko-KR" altLang="en-US" sz="1000"/>
              <a:t>층 놀이터 바닥 매트면적</a:t>
            </a:r>
            <a:r>
              <a:rPr lang="en-US" altLang="ko-KR" sz="1000"/>
              <a:t>:  250 m2
2</a:t>
            </a:r>
            <a:r>
              <a:rPr lang="ko-KR" altLang="en-US" sz="1000"/>
              <a:t>층</a:t>
            </a:r>
            <a:r>
              <a:rPr lang="en-US" altLang="ko-KR" sz="1000"/>
              <a:t>(</a:t>
            </a:r>
            <a:r>
              <a:rPr lang="ko-KR" altLang="en-US" sz="1000"/>
              <a:t>지하 </a:t>
            </a:r>
            <a:r>
              <a:rPr lang="en-US" altLang="ko-KR" sz="1000"/>
              <a:t>1</a:t>
            </a:r>
            <a:r>
              <a:rPr lang="ko-KR" altLang="en-US" sz="1000"/>
              <a:t>충</a:t>
            </a:r>
            <a:r>
              <a:rPr lang="en-US" altLang="ko-KR" sz="1000"/>
              <a:t>113.7㎡)+3</a:t>
            </a:r>
            <a:r>
              <a:rPr lang="ko-KR" altLang="en-US" sz="1000"/>
              <a:t>층</a:t>
            </a:r>
            <a:r>
              <a:rPr lang="en-US" altLang="ko-KR" sz="1000"/>
              <a:t>(</a:t>
            </a:r>
            <a:r>
              <a:rPr lang="ko-KR" altLang="en-US" sz="1000"/>
              <a:t>지상 </a:t>
            </a:r>
            <a:r>
              <a:rPr lang="en-US" altLang="ko-KR" sz="1000"/>
              <a:t>1</a:t>
            </a:r>
            <a:r>
              <a:rPr lang="ko-KR" altLang="en-US" sz="1000"/>
              <a:t>층 </a:t>
            </a:r>
            <a:r>
              <a:rPr lang="en-US" altLang="ko-KR" sz="1000"/>
              <a:t>250㎡)=363.7㎡
</a:t>
            </a:r>
            <a:r>
              <a:rPr lang="ko-KR" altLang="en-US" sz="1000"/>
              <a:t>바닥 전체 면적의 </a:t>
            </a:r>
            <a:r>
              <a:rPr lang="en-US" altLang="ko-KR" sz="1000"/>
              <a:t>60% </a:t>
            </a:r>
            <a:r>
              <a:rPr lang="ko-KR" altLang="en-US" sz="1000"/>
              <a:t>적용</a:t>
            </a:r>
            <a:r>
              <a:rPr lang="en-US" altLang="ko-KR" sz="1000"/>
              <a:t>: 218.22㎡
2</a:t>
            </a:r>
            <a:r>
              <a:rPr lang="ko-KR" altLang="en-US" sz="1000"/>
              <a:t>층 및 </a:t>
            </a:r>
            <a:r>
              <a:rPr lang="en-US" altLang="ko-KR" sz="1000"/>
              <a:t>3</a:t>
            </a:r>
            <a:r>
              <a:rPr lang="ko-KR" altLang="en-US" sz="1000"/>
              <a:t>층 바닥 매트 전체 오염 부분 청소
</a:t>
            </a:r>
            <a:r>
              <a:rPr lang="en-US" altLang="ko-KR" sz="1000"/>
              <a:t>2</a:t>
            </a:r>
            <a:r>
              <a:rPr lang="ko-KR" altLang="en-US" sz="1000"/>
              <a:t>층 및 </a:t>
            </a:r>
            <a:r>
              <a:rPr lang="en-US" altLang="ko-KR" sz="1000"/>
              <a:t>3</a:t>
            </a:r>
            <a:r>
              <a:rPr lang="ko-KR" altLang="en-US" sz="1000"/>
              <a:t>층 바닥 매트 오염 심한 부분은 락스 사용</a:t>
            </a:r>
            <a:r>
              <a:rPr lang="en-US" altLang="ko-KR" sz="1000"/>
              <a:t>(</a:t>
            </a:r>
            <a:r>
              <a:rPr lang="ko-KR" altLang="en-US" sz="1000"/>
              <a:t>희석</a:t>
            </a:r>
            <a:r>
              <a:rPr lang="en-US" altLang="ko-KR" sz="1000"/>
              <a:t>)
2</a:t>
            </a:r>
            <a:r>
              <a:rPr lang="ko-KR" altLang="en-US" sz="1000"/>
              <a:t>층 및 </a:t>
            </a:r>
            <a:r>
              <a:rPr lang="en-US" altLang="ko-KR" sz="1000"/>
              <a:t>3</a:t>
            </a:r>
            <a:r>
              <a:rPr lang="ko-KR" altLang="en-US" sz="1000"/>
              <a:t>층 바닥 매트 빗물 유입에 따른 부분 곰팡이 제거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2025-08-25T03:00:22Z</dcterms:modified>
</cp:coreProperties>
</file>