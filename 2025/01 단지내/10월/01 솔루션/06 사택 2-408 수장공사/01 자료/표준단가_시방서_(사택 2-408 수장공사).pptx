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2-408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2-408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및 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(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_ </a:t>
            </a:r>
            <a:r>
              <a:rPr lang="ko-KR" altLang="en-US" sz="1000"/>
              <a:t>뒤베란다</a:t>
            </a:r>
            <a:r>
              <a:rPr lang="en-US" altLang="ko-KR" sz="1000"/>
              <a:t>1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방화문내부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걸레받이 및 벽면 부분</a:t>
            </a:r>
            <a:r>
              <a:rPr lang="en-US" altLang="ko-KR" sz="1000"/>
              <a:t>) </a:t>
            </a:r>
            <a:r>
              <a:rPr lang="ko-KR" altLang="en-US" sz="1000"/>
              <a:t>작업
앞뒷 베란다 벽면</a:t>
            </a:r>
            <a:r>
              <a:rPr lang="en-US" altLang="ko-KR" sz="1000"/>
              <a:t>_ </a:t>
            </a:r>
            <a:r>
              <a:rPr lang="ko-KR" altLang="en-US" sz="1000"/>
              <a:t>천정 곰팡이제거 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2025-08-25T02:59:45Z</dcterms:modified>
</cp:coreProperties>
</file>