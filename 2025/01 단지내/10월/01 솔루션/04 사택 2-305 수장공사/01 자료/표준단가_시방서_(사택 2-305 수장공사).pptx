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거실우측방</a:t>
            </a:r>
            <a:r>
              <a:rPr lang="en-US" altLang="ko-KR" sz="1000"/>
              <a:t>))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-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</a:t>
            </a:r>
            <a:r>
              <a:rPr lang="en-US" altLang="ko-KR" sz="1000"/>
              <a:t>(</a:t>
            </a:r>
            <a:r>
              <a:rPr lang="ko-KR" altLang="en-US" sz="1000"/>
              <a:t>내부</a:t>
            </a:r>
            <a:r>
              <a:rPr lang="en-US" altLang="ko-KR" sz="1000"/>
              <a:t>-</a:t>
            </a:r>
            <a:r>
              <a:rPr lang="ko-KR" altLang="en-US" sz="1000"/>
              <a:t>외부</a:t>
            </a:r>
            <a:r>
              <a:rPr lang="en-US" altLang="ko-KR" sz="1000"/>
              <a:t>))</a:t>
            </a:r>
            <a:r>
              <a:rPr lang="ko-KR" altLang="en-US" sz="1000"/>
              <a:t>작업
폐기물 반출 및 폐기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2025-08-25T02:59:40Z</dcterms:modified>
</cp:coreProperties>
</file>