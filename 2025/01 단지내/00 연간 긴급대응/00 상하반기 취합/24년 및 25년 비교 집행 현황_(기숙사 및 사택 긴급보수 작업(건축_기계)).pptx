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58" autoAdjust="0"/>
    <p:restoredTop sz="94660"/>
  </p:normalViewPr>
  <p:slideViewPr>
    <p:cSldViewPr snapToGrid="0">
      <p:cViewPr>
        <p:scale>
          <a:sx n="75" d="100"/>
          <a:sy n="75" d="100"/>
        </p:scale>
        <p:origin x="984" y="7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66DAC77-1CED-EEC2-18E9-B70F198C2F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FDD1069-0E45-B8FA-0B08-F441C356EA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9279CB5-C708-5971-E325-415A39BD73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EB2FFA-A780-4A73-BDE1-BA6B450BB9F7}" type="datetimeFigureOut">
              <a:rPr lang="ko-KR" altLang="en-US" smtClean="0"/>
              <a:t>2025-12-22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0A5809D-8E00-2832-026C-3DCD6363E3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281F6FB-CF7C-5B24-CDA4-B93CB981F8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03A6D1-C2FF-4088-8513-1167805CD1D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27949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D898C7-2262-0E13-ACC1-C1F4033171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8E6A5F0-6314-FF6D-30AE-55AAC6D478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1004933-6502-B194-0767-5A2ECB8410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EB2FFA-A780-4A73-BDE1-BA6B450BB9F7}" type="datetimeFigureOut">
              <a:rPr lang="ko-KR" altLang="en-US" smtClean="0"/>
              <a:t>2025-12-22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0BBB714-BCE2-6E03-FA60-8F60CD2A62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7BD1948-BBB3-D53F-8777-F2904E732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03A6D1-C2FF-4088-8513-1167805CD1D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26898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98D483A-A913-32DA-C0C9-AE095424B3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FDB9611-384F-C03F-F3D1-677B79F865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03B69B8-1C8C-89C9-E432-0494971D72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EB2FFA-A780-4A73-BDE1-BA6B450BB9F7}" type="datetimeFigureOut">
              <a:rPr lang="ko-KR" altLang="en-US" smtClean="0"/>
              <a:t>2025-12-22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A73709D-A97C-D249-8F68-91842FC494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8595F03-0CAA-24BC-D566-59F2DAAADF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03A6D1-C2FF-4088-8513-1167805CD1D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944307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B6935FF-890B-6CEF-BB0A-12548F98B2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9E3A723-3A00-E032-68AC-D212192B341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C1A0224-94A2-20FA-B86E-01161C61AC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2249D74-1BD9-05CE-178A-C430F8C66B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EB2FFA-A780-4A73-BDE1-BA6B450BB9F7}" type="datetimeFigureOut">
              <a:rPr lang="ko-KR" altLang="en-US" smtClean="0"/>
              <a:t>2025-12-22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1606977-9143-7667-0567-D6DA36417E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FEFE5D7-4841-D0C7-CD2C-C17705598A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03A6D1-C2FF-4088-8513-1167805CD1D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17067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B8D5680-4F4F-371B-229C-EE197B74B8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DAA2BE2-D097-576D-7316-2E28770D86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AEE8D57-3940-38B7-1B69-DBF1466BC5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062B9F9-FC33-512D-19DC-9C5542CDC88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7D50950-B9F4-4D8D-2D23-D989C5C8CD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21CC36B-8812-5D13-79DA-46F37910A4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EB2FFA-A780-4A73-BDE1-BA6B450BB9F7}" type="datetimeFigureOut">
              <a:rPr lang="ko-KR" altLang="en-US" smtClean="0"/>
              <a:t>2025-12-22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E02D5E3-90B3-2F6D-9265-96C98C3B1F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29D07FB5-F514-0630-D05B-6F3C28805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03A6D1-C2FF-4088-8513-1167805CD1D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20660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9C4EDE5-722F-99FC-9BB5-26026FBC51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6DE8240-DD26-F13B-B110-457E5A6592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EB2FFA-A780-4A73-BDE1-BA6B450BB9F7}" type="datetimeFigureOut">
              <a:rPr lang="ko-KR" altLang="en-US" smtClean="0"/>
              <a:t>2025-12-22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79C3814-9420-84E6-FDDF-22588C8B17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A357336-A3AD-5201-85AA-9DBE40D394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03A6D1-C2FF-4088-8513-1167805CD1D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24153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0024887A-DD9C-EA68-4437-65A4D60D98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EB2FFA-A780-4A73-BDE1-BA6B450BB9F7}" type="datetimeFigureOut">
              <a:rPr lang="ko-KR" altLang="en-US" smtClean="0"/>
              <a:t>2025-12-22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67F17F2-4E4F-585D-F9CA-F6CB54D2F4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AE10402-26AE-78C9-7CD4-63FA58BF8B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03A6D1-C2FF-4088-8513-1167805CD1D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67412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E6C169-4878-4A14-72B5-68F048C6A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ED87F45-4B5F-6149-4962-08C9E2AF02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FEE3F22-F6F1-9F50-EA30-2F51F86F0F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01E26E8-19B3-4A20-6266-6AB405A0F6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EB2FFA-A780-4A73-BDE1-BA6B450BB9F7}" type="datetimeFigureOut">
              <a:rPr lang="ko-KR" altLang="en-US" smtClean="0"/>
              <a:t>2025-12-22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DD8652F-6B13-2160-CB96-87A011B2A7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A9B2295-FAA9-B1AD-AE1E-D5ECAAC780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03A6D1-C2FF-4088-8513-1167805CD1D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79423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3EB3CE-91EF-E824-37BC-6F98058CA7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BA0D436-8FED-F0F8-3E61-1AF72BAD82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57D76FA-5424-BD15-B656-5AF4EF07E4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E8572A0-3954-A0CF-60D8-4EF6816D15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EB2FFA-A780-4A73-BDE1-BA6B450BB9F7}" type="datetimeFigureOut">
              <a:rPr lang="ko-KR" altLang="en-US" smtClean="0"/>
              <a:t>2025-12-22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4B8068E-7DB9-4BDA-9F15-69EAD598ED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E158475-7589-09CC-0445-C2C2CF0F91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03A6D1-C2FF-4088-8513-1167805CD1D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30139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E5BEF4F-FF31-C244-0062-A948B033E0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ED85A07-CAB7-C7F1-9556-516ACB2FB7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A5C66BE-B982-0676-CF6D-2945D8A593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EB2FFA-A780-4A73-BDE1-BA6B450BB9F7}" type="datetimeFigureOut">
              <a:rPr lang="ko-KR" altLang="en-US" smtClean="0"/>
              <a:t>2025-12-22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FA9E1B8-6993-F181-3A9E-9117CFBBEC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1A355E9-FABA-E5B1-B7A7-DA76F6DBCD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03A6D1-C2FF-4088-8513-1167805CD1D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76336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7D720FFA-C2A5-8088-D6C5-D172FE234F9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FDA9A45-2DD1-0D24-D8C8-5DA951484A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9BEEA39-9C02-618B-58EC-F0AD2DE146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EB2FFA-A780-4A73-BDE1-BA6B450BB9F7}" type="datetimeFigureOut">
              <a:rPr lang="ko-KR" altLang="en-US" smtClean="0"/>
              <a:t>2025-12-22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0F2DC24-D108-1C4F-0E75-0AC3705EC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CFF18A4-9EC1-DB7F-76C2-B703CA0C7C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03A6D1-C2FF-4088-8513-1167805CD1D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61728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B3D8F67E-1F89-8AFC-A576-4302C6148A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0E94239-FCA3-1C71-8653-30A355826C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01EF0D4-19C2-32A6-8D3A-0F08B08CA7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EEB2FFA-A780-4A73-BDE1-BA6B450BB9F7}" type="datetimeFigureOut">
              <a:rPr lang="ko-KR" altLang="en-US" smtClean="0"/>
              <a:t>2025-12-22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E4029A3-09EA-C845-FB60-C493821EA6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AAB7EF2-AB77-F33D-9A42-411C098F54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E03A6D1-C2FF-4088-8513-1167805CD1D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27082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A9599E63-F002-39B1-A738-00411C5F5B2A}"/>
              </a:ext>
            </a:extLst>
          </p:cNvPr>
          <p:cNvGrpSpPr/>
          <p:nvPr/>
        </p:nvGrpSpPr>
        <p:grpSpPr>
          <a:xfrm>
            <a:off x="47625" y="107003"/>
            <a:ext cx="12096751" cy="6633522"/>
            <a:chOff x="47625" y="107003"/>
            <a:chExt cx="12096751" cy="6633522"/>
          </a:xfrm>
        </p:grpSpPr>
        <p:sp>
          <p:nvSpPr>
            <p:cNvPr id="6" name="이등변 삼각형 5">
              <a:extLst>
                <a:ext uri="{FF2B5EF4-FFF2-40B4-BE49-F238E27FC236}">
                  <a16:creationId xmlns:a16="http://schemas.microsoft.com/office/drawing/2014/main" id="{D9BF1203-2885-3883-48DA-E6236E173BAA}"/>
                </a:ext>
              </a:extLst>
            </p:cNvPr>
            <p:cNvSpPr/>
            <p:nvPr/>
          </p:nvSpPr>
          <p:spPr>
            <a:xfrm>
              <a:off x="3337433" y="2900264"/>
              <a:ext cx="5517134" cy="365126"/>
            </a:xfrm>
            <a:prstGeom prst="triangle">
              <a:avLst/>
            </a:prstGeom>
            <a:gradFill flip="none" rotWithShape="1">
              <a:gsLst>
                <a:gs pos="7000">
                  <a:schemeClr val="tx1">
                    <a:lumMod val="75000"/>
                    <a:lumOff val="25000"/>
                  </a:schemeClr>
                </a:gs>
                <a:gs pos="50000">
                  <a:schemeClr val="tx1">
                    <a:lumMod val="95000"/>
                    <a:lumOff val="5000"/>
                    <a:tint val="44500"/>
                    <a:satMod val="160000"/>
                  </a:schemeClr>
                </a:gs>
                <a:gs pos="100000">
                  <a:schemeClr val="tx1">
                    <a:lumMod val="95000"/>
                    <a:lumOff val="5000"/>
                    <a:tint val="23500"/>
                    <a:satMod val="160000"/>
                  </a:schemeClr>
                </a:gs>
              </a:gsLst>
              <a:lin ang="5400000" scaled="1"/>
              <a:tileRect/>
            </a:gradFill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B7D4BFC9-3DBE-2D1B-4200-524683C8B68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550" t="659" r="234" b="905"/>
            <a:stretch>
              <a:fillRect/>
            </a:stretch>
          </p:blipFill>
          <p:spPr>
            <a:xfrm>
              <a:off x="47625" y="3635375"/>
              <a:ext cx="12096751" cy="310515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</p:pic>
        <p:pic>
          <p:nvPicPr>
            <p:cNvPr id="2" name="그림 1">
              <a:extLst>
                <a:ext uri="{FF2B5EF4-FFF2-40B4-BE49-F238E27FC236}">
                  <a16:creationId xmlns:a16="http://schemas.microsoft.com/office/drawing/2014/main" id="{E6F47D95-DEE2-7A47-D710-6F30990ED27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1108"/>
            <a:stretch>
              <a:fillRect/>
            </a:stretch>
          </p:blipFill>
          <p:spPr>
            <a:xfrm>
              <a:off x="47625" y="107003"/>
              <a:ext cx="12049126" cy="242327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</p:pic>
      </p:grpSp>
    </p:spTree>
    <p:extLst>
      <p:ext uri="{BB962C8B-B14F-4D97-AF65-F5344CB8AC3E}">
        <p14:creationId xmlns:p14="http://schemas.microsoft.com/office/powerpoint/2010/main" val="34431140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</TotalTime>
  <Words>0</Words>
  <Application>Microsoft Office PowerPoint</Application>
  <PresentationFormat>와이드스크린</PresentationFormat>
  <Paragraphs>0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종근 이</dc:creator>
  <cp:lastModifiedBy>종근 이</cp:lastModifiedBy>
  <cp:revision>26</cp:revision>
  <dcterms:created xsi:type="dcterms:W3CDTF">2025-09-28T23:21:32Z</dcterms:created>
  <dcterms:modified xsi:type="dcterms:W3CDTF">2025-12-22T02:46:41Z</dcterms:modified>
</cp:coreProperties>
</file>