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54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5-401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5-401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
장판</a:t>
            </a:r>
            <a:r>
              <a:rPr lang="en-US" altLang="ko-KR" sz="1000"/>
              <a:t>: </a:t>
            </a:r>
            <a:r>
              <a:rPr lang="ko-KR" altLang="en-US" sz="1000"/>
              <a:t>비닐
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처리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2025-06-26T00:57:37Z</dcterms:modified>
</cp:coreProperties>
</file>