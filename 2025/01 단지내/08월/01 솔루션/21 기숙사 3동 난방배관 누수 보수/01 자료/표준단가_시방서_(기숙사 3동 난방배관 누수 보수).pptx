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난방배관 누수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난방배관 누수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누수 배관 교체용 </a:t>
            </a:r>
            <a:r>
              <a:rPr lang="ko-KR" altLang="en-US" sz="1000" dirty="0" err="1"/>
              <a:t>스풀</a:t>
            </a:r>
            <a:r>
              <a:rPr lang="ko-KR" altLang="en-US" sz="1000" dirty="0"/>
              <a:t> 배관 제작</a:t>
            </a:r>
            <a:r>
              <a:rPr lang="en-US" altLang="ko-KR" sz="1000" dirty="0"/>
              <a:t>(</a:t>
            </a:r>
            <a:r>
              <a:rPr lang="ko-KR" altLang="en-US" sz="1000" dirty="0"/>
              <a:t>시공사 </a:t>
            </a:r>
            <a:r>
              <a:rPr lang="ko-KR" altLang="en-US" sz="1000" dirty="0" err="1"/>
              <a:t>샵장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누수 배관 내부 물 </a:t>
            </a:r>
            <a:r>
              <a:rPr lang="ko-KR" altLang="en-US" sz="1000" dirty="0" err="1"/>
              <a:t>퇴수</a:t>
            </a:r>
            <a:r>
              <a:rPr lang="ko-KR" altLang="en-US" sz="1000" dirty="0"/>
              <a:t>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누수 배관 전</a:t>
            </a:r>
            <a:r>
              <a:rPr lang="en-US" altLang="ko-KR" sz="1000" dirty="0"/>
              <a:t>,</a:t>
            </a:r>
            <a:r>
              <a:rPr lang="ko-KR" altLang="en-US" sz="1000" dirty="0"/>
              <a:t>후단 및 가지관 절단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누수 배관 제작 </a:t>
            </a:r>
            <a:r>
              <a:rPr lang="ko-KR" altLang="en-US" sz="1000" dirty="0" err="1"/>
              <a:t>스풀</a:t>
            </a:r>
            <a:r>
              <a:rPr lang="ko-KR" altLang="en-US" sz="1000" dirty="0"/>
              <a:t> 배관 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누수 배관 제작 </a:t>
            </a:r>
            <a:r>
              <a:rPr lang="ko-KR" altLang="en-US" sz="1000" dirty="0" err="1"/>
              <a:t>스풀</a:t>
            </a:r>
            <a:r>
              <a:rPr lang="ko-KR" altLang="en-US" sz="1000" dirty="0"/>
              <a:t> 배관 전</a:t>
            </a:r>
            <a:r>
              <a:rPr lang="en-US" altLang="ko-KR" sz="1000" dirty="0"/>
              <a:t>,</a:t>
            </a:r>
            <a:r>
              <a:rPr lang="ko-KR" altLang="en-US" sz="1000" dirty="0"/>
              <a:t>후단 및 가지관 </a:t>
            </a:r>
            <a:r>
              <a:rPr lang="ko-KR" altLang="en-US" sz="1000" dirty="0" err="1"/>
              <a:t>직링</a:t>
            </a:r>
            <a:r>
              <a:rPr lang="ko-KR" altLang="en-US" sz="1000" dirty="0"/>
              <a:t> 접합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배관내 물 </a:t>
            </a:r>
            <a:r>
              <a:rPr lang="ko-KR" altLang="en-US" sz="1000" dirty="0" err="1"/>
              <a:t>통수후</a:t>
            </a:r>
            <a:r>
              <a:rPr lang="ko-KR" altLang="en-US" sz="1000" dirty="0"/>
              <a:t> 누기 확인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배관 보온 및 매직 </a:t>
            </a:r>
            <a:r>
              <a:rPr lang="ko-KR" altLang="en-US" sz="1000" dirty="0" err="1"/>
              <a:t>테이플</a:t>
            </a:r>
            <a:r>
              <a:rPr lang="ko-KR" altLang="en-US" sz="1000" dirty="0"/>
              <a:t>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2025-06-18T02:00:38Z</dcterms:modified>
</cp:coreProperties>
</file>