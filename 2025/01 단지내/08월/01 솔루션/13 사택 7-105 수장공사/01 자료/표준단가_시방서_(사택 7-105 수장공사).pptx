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7-105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7-105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)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창고바닥포함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처리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2025-06-30T21:22:07Z</dcterms:modified>
</cp:coreProperties>
</file>