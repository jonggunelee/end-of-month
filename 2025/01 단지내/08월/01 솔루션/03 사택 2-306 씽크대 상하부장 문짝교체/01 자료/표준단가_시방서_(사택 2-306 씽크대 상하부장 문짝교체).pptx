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2-306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2-306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및 서랍장 철거
주방 씽크대 하부장 옆판 </a:t>
            </a:r>
            <a:r>
              <a:rPr lang="en-US" altLang="ko-KR" sz="1000"/>
              <a:t>1</a:t>
            </a:r>
            <a:r>
              <a:rPr lang="ko-KR" altLang="en-US" sz="1000"/>
              <a:t>개 교체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2025-06-20T02:24:24Z</dcterms:modified>
</cp:coreProperties>
</file>