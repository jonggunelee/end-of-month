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97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2025-06-20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2025-06-20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2025-06-20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2025-06-20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2-306 </a:t>
            </a:r>
            <a:r>
              <a:rPr lang="ko-KR" altLang="en-US" b="1">
                <a:latin typeface="+mn-ea"/>
              </a:rPr>
              <a:t>수장공사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2-306 </a:t>
            </a:r>
            <a:r>
              <a:rPr lang="ko-KR" altLang="en-US" sz="1000">
                <a:latin typeface="+mn-ea"/>
              </a:rPr>
              <a:t>수장공사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도배지</a:t>
            </a:r>
            <a:r>
              <a:rPr lang="en-US" altLang="ko-KR" sz="1000"/>
              <a:t>(</a:t>
            </a:r>
            <a:r>
              <a:rPr lang="ko-KR" altLang="en-US" sz="1000"/>
              <a:t>합지</a:t>
            </a:r>
            <a:r>
              <a:rPr lang="en-US" altLang="ko-KR" sz="1000"/>
              <a:t>) / </a:t>
            </a:r>
            <a:r>
              <a:rPr lang="ko-KR" altLang="en-US" sz="1000"/>
              <a:t>비닐 장판
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및 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문 및 문틀</a:t>
            </a:r>
            <a:r>
              <a:rPr lang="en-US" altLang="ko-KR" sz="1000"/>
              <a:t>(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_ </a:t>
            </a:r>
            <a:r>
              <a:rPr lang="ko-KR" altLang="en-US" sz="1000"/>
              <a:t>뒤베란다</a:t>
            </a:r>
            <a:r>
              <a:rPr lang="en-US" altLang="ko-KR" sz="1000"/>
              <a:t>1</a:t>
            </a:r>
            <a:r>
              <a:rPr lang="ko-KR" altLang="en-US" sz="1000"/>
              <a:t>곳</a:t>
            </a:r>
            <a:r>
              <a:rPr lang="en-US" altLang="ko-KR" sz="1000"/>
              <a:t>)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방화문내부</a:t>
            </a:r>
            <a:r>
              <a:rPr lang="en-US" altLang="ko-KR" sz="1000"/>
              <a:t>_</a:t>
            </a:r>
            <a:r>
              <a:rPr lang="ko-KR" altLang="en-US" sz="1000"/>
              <a:t>앞뒤베란다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걸레받이 및 벽면</a:t>
            </a:r>
            <a:r>
              <a:rPr lang="en-US" altLang="ko-KR" sz="1000"/>
              <a:t>_</a:t>
            </a:r>
            <a:r>
              <a:rPr lang="ko-KR" altLang="en-US" sz="1000"/>
              <a:t>천정 부분도색</a:t>
            </a:r>
            <a:r>
              <a:rPr lang="en-US" altLang="ko-KR" sz="1000"/>
              <a:t>) </a:t>
            </a:r>
            <a:r>
              <a:rPr lang="ko-KR" altLang="en-US" sz="1000"/>
              <a:t>작업
준공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859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2025-06-20T02:24:22Z</dcterms:modified>
</cp:coreProperties>
</file>