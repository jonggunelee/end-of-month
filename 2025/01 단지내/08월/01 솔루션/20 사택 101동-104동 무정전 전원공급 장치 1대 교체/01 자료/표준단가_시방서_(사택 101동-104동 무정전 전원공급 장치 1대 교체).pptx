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</a:t>
            </a:r>
            <a:r>
              <a:rPr lang="ko-KR" altLang="en-US" b="1">
                <a:latin typeface="+mn-ea"/>
              </a:rPr>
              <a:t>동</a:t>
            </a:r>
            <a:r>
              <a:rPr lang="en-US" altLang="ko-KR" b="1">
                <a:latin typeface="+mn-ea"/>
              </a:rPr>
              <a:t>-104</a:t>
            </a:r>
            <a:r>
              <a:rPr lang="ko-KR" altLang="en-US" b="1">
                <a:latin typeface="+mn-ea"/>
              </a:rPr>
              <a:t>동 무정전 전원공급 장치 </a:t>
            </a:r>
            <a:r>
              <a:rPr lang="en-US" altLang="ko-KR" b="1">
                <a:latin typeface="+mn-ea"/>
              </a:rPr>
              <a:t>1</a:t>
            </a:r>
            <a:r>
              <a:rPr lang="ko-KR" altLang="en-US" b="1">
                <a:latin typeface="+mn-ea"/>
              </a:rPr>
              <a:t>대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r>
              <a:rPr lang="en-US" altLang="ko-KR" sz="1000">
                <a:latin typeface="+mn-ea"/>
              </a:rPr>
              <a:t>-104</a:t>
            </a:r>
            <a:r>
              <a:rPr lang="ko-KR" altLang="en-US" sz="1000">
                <a:latin typeface="+mn-ea"/>
              </a:rPr>
              <a:t>동 무정전 전원공급 장치 </a:t>
            </a:r>
            <a:r>
              <a:rPr lang="en-US" altLang="ko-KR" sz="1000">
                <a:latin typeface="+mn-ea"/>
              </a:rPr>
              <a:t>1</a:t>
            </a:r>
            <a:r>
              <a:rPr lang="ko-KR" altLang="en-US" sz="1000">
                <a:latin typeface="+mn-ea"/>
              </a:rPr>
              <a:t>대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r>
              <a:rPr lang="en-US" altLang="ko-KR" sz="1000">
                <a:latin typeface="+mn-ea"/>
              </a:rPr>
              <a:t>-104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</a:t>
            </a:r>
            <a:r>
              <a:rPr lang="en-US" altLang="ko-KR" sz="1000"/>
              <a:t>UPS </a:t>
            </a:r>
            <a:r>
              <a:rPr lang="ko-KR" altLang="en-US" sz="1000"/>
              <a:t>철거
</a:t>
            </a:r>
            <a:r>
              <a:rPr lang="en-US" altLang="ko-KR" sz="1000"/>
              <a:t>101~104</a:t>
            </a:r>
            <a:r>
              <a:rPr lang="ko-KR" altLang="en-US" sz="1000"/>
              <a:t>동 지하 </a:t>
            </a:r>
            <a:r>
              <a:rPr lang="en-US" altLang="ko-KR" sz="1000"/>
              <a:t>1</a:t>
            </a:r>
            <a:r>
              <a:rPr lang="ko-KR" altLang="en-US" sz="1000"/>
              <a:t>층 경비실 </a:t>
            </a:r>
            <a:r>
              <a:rPr lang="en-US" altLang="ko-KR" sz="1000"/>
              <a:t>- UPS 1KV
</a:t>
            </a:r>
            <a:r>
              <a:rPr lang="ko-KR" altLang="en-US" sz="1000"/>
              <a:t>용도</a:t>
            </a:r>
            <a:r>
              <a:rPr lang="en-US" altLang="ko-KR" sz="1000"/>
              <a:t>: </a:t>
            </a:r>
            <a:r>
              <a:rPr lang="ko-KR" altLang="en-US" sz="1000"/>
              <a:t>원격검침 및 방송제어 컴퓨터용
신규 </a:t>
            </a:r>
            <a:r>
              <a:rPr lang="en-US" altLang="ko-KR" sz="1000"/>
              <a:t>UPS </a:t>
            </a:r>
            <a:r>
              <a:rPr lang="ko-KR" altLang="en-US" sz="1000"/>
              <a:t>설치후 가동 상태 점검
철거 </a:t>
            </a:r>
            <a:r>
              <a:rPr lang="en-US" altLang="ko-KR" sz="1000"/>
              <a:t>UPS </a:t>
            </a:r>
            <a:r>
              <a:rPr lang="ko-KR" altLang="en-US" sz="1000"/>
              <a:t>반출 및 폐기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2025-07-07T06:13:23Z</dcterms:modified>
</cp:coreProperties>
</file>