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</a:t>
            </a:r>
            <a:r>
              <a:rPr lang="ko-KR" altLang="en-US" b="1">
                <a:latin typeface="+mn-ea"/>
              </a:rPr>
              <a:t>동 지하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층 </a:t>
            </a:r>
            <a:r>
              <a:rPr lang="en-US" altLang="ko-KR" b="1">
                <a:latin typeface="+mn-ea"/>
              </a:rPr>
              <a:t>1-2 </a:t>
            </a:r>
            <a:r>
              <a:rPr lang="ko-KR" altLang="en-US" b="1">
                <a:latin typeface="+mn-ea"/>
              </a:rPr>
              <a:t>라인 계단 난간 보강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 지하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층 </a:t>
            </a:r>
            <a:r>
              <a:rPr lang="en-US" altLang="ko-KR" sz="1000">
                <a:latin typeface="+mn-ea"/>
              </a:rPr>
              <a:t>1-2 </a:t>
            </a:r>
            <a:r>
              <a:rPr lang="ko-KR" altLang="en-US" sz="1000">
                <a:latin typeface="+mn-ea"/>
              </a:rPr>
              <a:t>라인 계단 난간 보강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우측면 난간대</a:t>
            </a:r>
            <a:r>
              <a:rPr lang="en-US" altLang="ko-KR" sz="1000"/>
              <a:t>(</a:t>
            </a:r>
            <a:r>
              <a:rPr lang="ko-KR" altLang="en-US" sz="1000"/>
              <a:t>정면</a:t>
            </a:r>
            <a:r>
              <a:rPr lang="en-US" altLang="ko-KR" sz="1000"/>
              <a:t>) </a:t>
            </a:r>
            <a:r>
              <a:rPr lang="ko-KR" altLang="en-US" sz="1000"/>
              <a:t>고정 기둥 설치 작업
난간대 용접 작업시 화기 감시자 상주 관리
난간대 용접 작업시 주변 차량 용접 불꽃 튐 주의
우측면 난간대</a:t>
            </a:r>
            <a:r>
              <a:rPr lang="en-US" altLang="ko-KR" sz="1000"/>
              <a:t>(</a:t>
            </a:r>
            <a:r>
              <a:rPr lang="ko-KR" altLang="en-US" sz="1000"/>
              <a:t>정면</a:t>
            </a:r>
            <a:r>
              <a:rPr lang="en-US" altLang="ko-KR" sz="1000"/>
              <a:t>) </a:t>
            </a:r>
            <a:r>
              <a:rPr lang="ko-KR" altLang="en-US" sz="1000"/>
              <a:t>고정 기둥 티그 용접 작업
기존 탈락 손잡이 재 설치 작업</a:t>
            </a:r>
            <a:r>
              <a:rPr lang="en-US" altLang="ko-KR" sz="1000"/>
              <a:t>(</a:t>
            </a:r>
            <a:r>
              <a:rPr lang="ko-KR" altLang="en-US" sz="1000"/>
              <a:t>티그 용접</a:t>
            </a:r>
            <a:r>
              <a:rPr lang="en-US" altLang="ko-KR" sz="1000"/>
              <a:t>)
</a:t>
            </a:r>
            <a:r>
              <a:rPr lang="ko-KR" altLang="en-US" sz="1000"/>
              <a:t>우측면 난간대</a:t>
            </a:r>
            <a:r>
              <a:rPr lang="en-US" altLang="ko-KR" sz="1000"/>
              <a:t>(</a:t>
            </a:r>
            <a:r>
              <a:rPr lang="ko-KR" altLang="en-US" sz="1000"/>
              <a:t>정면</a:t>
            </a:r>
            <a:r>
              <a:rPr lang="en-US" altLang="ko-KR" sz="1000"/>
              <a:t>) </a:t>
            </a:r>
            <a:r>
              <a:rPr lang="ko-KR" altLang="en-US" sz="1000"/>
              <a:t>고정 기둥 및 손잡이 용접 부분 면처리 작업
작업 완료후 주변 정리 정돈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2025-06-30T21:22:12Z</dcterms:modified>
</cp:coreProperties>
</file>