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804</a:t>
            </a:r>
            <a:r>
              <a:rPr lang="ko-KR" altLang="en-US" b="1">
                <a:latin typeface="+mn-ea"/>
              </a:rPr>
              <a:t>호 공동 현관 방화문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804</a:t>
            </a:r>
            <a:r>
              <a:rPr lang="ko-KR" altLang="en-US" sz="1000">
                <a:latin typeface="+mn-ea"/>
              </a:rPr>
              <a:t>호 공동 현관 방화문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위치</a:t>
            </a:r>
            <a:r>
              <a:rPr lang="en-US" altLang="ko-KR" sz="1000"/>
              <a:t>:  A</a:t>
            </a:r>
            <a:r>
              <a:rPr lang="ko-KR" altLang="en-US" sz="1000"/>
              <a:t>동 </a:t>
            </a:r>
            <a:r>
              <a:rPr lang="en-US" altLang="ko-KR" sz="1000"/>
              <a:t>804</a:t>
            </a:r>
            <a:r>
              <a:rPr lang="ko-KR" altLang="en-US" sz="1000"/>
              <a:t>호
공동 현관 바닥 끌림 방화문 철거 및 보양 작업
공동 현관 바닥 끌림 방화문 반출
금속 공장에서 방화문 하부 절단 보수
공동 현관 바닥 끌림 방화문 반입
공동 현관 바닥 끌림 방화문 설치
공동 현관 바닥 끌림 방화문 보양 철거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2025-06-25T06:55:50Z</dcterms:modified>
</cp:coreProperties>
</file>