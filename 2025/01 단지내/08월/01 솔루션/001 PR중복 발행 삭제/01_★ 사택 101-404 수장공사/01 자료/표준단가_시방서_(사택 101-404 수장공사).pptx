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101-404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101-404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준공 청소 작업
폐기물 반출  작업
폐기처리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833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2025-06-25T06:55:55Z</dcterms:modified>
</cp:coreProperties>
</file>