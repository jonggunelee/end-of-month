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2025-07-21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2025-07-21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2025-07-21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2025-07-21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2025-07-21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2025-07-21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2025-07-21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+mn-ea"/>
              </a:rPr>
              <a:t>기숙사 </a:t>
            </a:r>
            <a:r>
              <a:rPr lang="en-US" altLang="ko-KR" b="1" dirty="0">
                <a:latin typeface="+mn-ea"/>
              </a:rPr>
              <a:t>A</a:t>
            </a:r>
            <a:r>
              <a:rPr lang="ko-KR" altLang="en-US" b="1" dirty="0">
                <a:latin typeface="+mn-ea"/>
              </a:rPr>
              <a:t>동 </a:t>
            </a:r>
            <a:r>
              <a:rPr lang="en-US" altLang="ko-KR" b="1" dirty="0">
                <a:latin typeface="+mn-ea"/>
              </a:rPr>
              <a:t>702-3</a:t>
            </a:r>
            <a:r>
              <a:rPr lang="ko-KR" altLang="en-US" b="1" dirty="0">
                <a:latin typeface="+mn-ea"/>
              </a:rPr>
              <a:t>호 도배보수 件</a:t>
            </a: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기숙사 </a:t>
            </a:r>
            <a:r>
              <a:rPr lang="en-US" altLang="ko-KR" sz="1000" dirty="0">
                <a:latin typeface="+mn-ea"/>
              </a:rPr>
              <a:t>A</a:t>
            </a:r>
            <a:r>
              <a:rPr lang="ko-KR" altLang="en-US" sz="1000" dirty="0">
                <a:latin typeface="+mn-ea"/>
              </a:rPr>
              <a:t>동 </a:t>
            </a:r>
            <a:r>
              <a:rPr lang="en-US" altLang="ko-KR" sz="1000" dirty="0">
                <a:latin typeface="+mn-ea"/>
              </a:rPr>
              <a:t>702-3</a:t>
            </a:r>
            <a:r>
              <a:rPr lang="ko-KR" altLang="en-US" sz="1000" dirty="0">
                <a:latin typeface="+mn-ea"/>
              </a:rPr>
              <a:t>호 도배보수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A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작업위치 </a:t>
            </a:r>
            <a:r>
              <a:rPr lang="en-US" altLang="ko-KR" sz="1000" dirty="0"/>
              <a:t>: A</a:t>
            </a:r>
            <a:r>
              <a:rPr lang="ko-KR" altLang="en-US" sz="1000" dirty="0"/>
              <a:t>동 </a:t>
            </a:r>
            <a:r>
              <a:rPr lang="en-US" altLang="ko-KR" sz="1000" dirty="0"/>
              <a:t>702-3</a:t>
            </a:r>
            <a:r>
              <a:rPr lang="ko-KR" altLang="en-US" sz="1000" dirty="0"/>
              <a:t>호
도배</a:t>
            </a:r>
            <a:r>
              <a:rPr lang="en-US" altLang="ko-KR" sz="1000" dirty="0"/>
              <a:t>(</a:t>
            </a:r>
            <a:r>
              <a:rPr lang="ko-KR" altLang="en-US" sz="1000" dirty="0"/>
              <a:t>벽</a:t>
            </a:r>
            <a:r>
              <a:rPr lang="en-US" altLang="ko-KR" sz="1000" dirty="0"/>
              <a:t>-</a:t>
            </a:r>
            <a:r>
              <a:rPr lang="ko-KR" altLang="en-US" sz="1000" dirty="0"/>
              <a:t>얼룩짐</a:t>
            </a:r>
            <a:r>
              <a:rPr lang="en-US" altLang="ko-KR" sz="1000" dirty="0"/>
              <a:t>)</a:t>
            </a:r>
            <a:r>
              <a:rPr lang="ko-KR" altLang="en-US" sz="1000" dirty="0"/>
              <a:t>지 철거 작업
벽 콘센트 정리 및 보양 작업
</a:t>
            </a:r>
            <a:r>
              <a:rPr lang="ko-KR" altLang="en-US" sz="1000" dirty="0" err="1"/>
              <a:t>초배지</a:t>
            </a:r>
            <a:r>
              <a:rPr lang="ko-KR" altLang="en-US" sz="1000" dirty="0"/>
              <a:t> 설치 작업
벽체 합지 설치 작업
콘센트 복원 작업
폐기물 반출 및 주변 정리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829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492</cp:revision>
  <dcterms:created xsi:type="dcterms:W3CDTF">2015-01-28T03:52:40Z</dcterms:created>
  <dcterms:modified xsi:type="dcterms:W3CDTF">2025-07-21T04:59:30Z</dcterms:modified>
</cp:coreProperties>
</file>