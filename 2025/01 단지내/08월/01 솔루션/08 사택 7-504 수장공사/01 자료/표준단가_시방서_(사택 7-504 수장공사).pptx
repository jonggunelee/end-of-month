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54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7-504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7-504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뒤베란다창고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</a:t>
            </a:r>
            <a:r>
              <a:rPr lang="ko-KR" altLang="en-US" sz="1000"/>
              <a:t>바닥포함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뒤베란다 천정 곰팡이제거포함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2025-06-26T00:57:40Z</dcterms:modified>
</cp:coreProperties>
</file>