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무정전 전원공급 장치 축전지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무정전 전원공급 장치 축전지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</a:t>
            </a:r>
            <a:r>
              <a:rPr lang="en-US" altLang="ko-KR" sz="1000"/>
              <a:t>UPS</a:t>
            </a:r>
            <a:r>
              <a:rPr lang="ko-KR" altLang="en-US" sz="1000"/>
              <a:t>용 밧데리 철거
</a:t>
            </a:r>
            <a:r>
              <a:rPr lang="en-US" altLang="ko-KR" sz="1000"/>
              <a:t>AB</a:t>
            </a:r>
            <a:r>
              <a:rPr lang="ko-KR" altLang="en-US" sz="1000"/>
              <a:t>동 관리소 </a:t>
            </a:r>
            <a:r>
              <a:rPr lang="en-US" altLang="ko-KR" sz="1000"/>
              <a:t>UPS 3KV(</a:t>
            </a:r>
            <a:r>
              <a:rPr lang="ko-KR" altLang="en-US" sz="1000"/>
              <a:t>방송장비용</a:t>
            </a:r>
            <a:r>
              <a:rPr lang="en-US" altLang="ko-KR" sz="1000"/>
              <a:t>)
5KV(</a:t>
            </a:r>
            <a:r>
              <a:rPr lang="ko-KR" altLang="en-US" sz="1000"/>
              <a:t>설비자동제어</a:t>
            </a:r>
            <a:r>
              <a:rPr lang="en-US" altLang="ko-KR" sz="1000"/>
              <a:t>_EHP_</a:t>
            </a:r>
            <a:r>
              <a:rPr lang="ko-KR" altLang="en-US" sz="1000"/>
              <a:t>방송</a:t>
            </a:r>
            <a:r>
              <a:rPr lang="en-US" altLang="ko-KR" sz="1000"/>
              <a:t>_</a:t>
            </a:r>
            <a:r>
              <a:rPr lang="ko-KR" altLang="en-US" sz="1000"/>
              <a:t>차량출입통제</a:t>
            </a:r>
            <a:r>
              <a:rPr lang="en-US" altLang="ko-KR" sz="1000"/>
              <a:t>_</a:t>
            </a:r>
            <a:r>
              <a:rPr lang="ko-KR" altLang="en-US" sz="1000"/>
              <a:t>자동문 제어용</a:t>
            </a:r>
            <a:r>
              <a:rPr lang="en-US" altLang="ko-KR" sz="1000"/>
              <a:t>)
3</a:t>
            </a:r>
            <a:r>
              <a:rPr lang="ko-KR" altLang="en-US" sz="1000"/>
              <a:t>동 </a:t>
            </a:r>
            <a:r>
              <a:rPr lang="en-US" altLang="ko-KR" sz="1000"/>
              <a:t>4</a:t>
            </a:r>
            <a:r>
              <a:rPr lang="ko-KR" altLang="en-US" sz="1000"/>
              <a:t>층 중앙계단 창고 </a:t>
            </a:r>
            <a:r>
              <a:rPr lang="en-US" altLang="ko-KR" sz="1000"/>
              <a:t>- UPS 1KV(</a:t>
            </a:r>
            <a:r>
              <a:rPr lang="ko-KR" altLang="en-US" sz="1000"/>
              <a:t>통신장비용</a:t>
            </a:r>
            <a:r>
              <a:rPr lang="en-US" altLang="ko-KR" sz="1000"/>
              <a:t>)
101~104</a:t>
            </a:r>
            <a:r>
              <a:rPr lang="ko-KR" altLang="en-US" sz="1000"/>
              <a:t>동 지하 </a:t>
            </a:r>
            <a:r>
              <a:rPr lang="en-US" altLang="ko-KR" sz="1000"/>
              <a:t>1</a:t>
            </a:r>
            <a:r>
              <a:rPr lang="ko-KR" altLang="en-US" sz="1000"/>
              <a:t>층 경비실 </a:t>
            </a:r>
            <a:r>
              <a:rPr lang="en-US" altLang="ko-KR" sz="1000"/>
              <a:t>- UPS 3KV(</a:t>
            </a:r>
            <a:r>
              <a:rPr lang="ko-KR" altLang="en-US" sz="1000"/>
              <a:t>방송장비용</a:t>
            </a:r>
            <a:r>
              <a:rPr lang="en-US" altLang="ko-KR" sz="1000"/>
              <a:t>)
UPS 1KV(</a:t>
            </a:r>
            <a:r>
              <a:rPr lang="ko-KR" altLang="en-US" sz="1000"/>
              <a:t>원격검침 및 방송용</a:t>
            </a:r>
            <a:r>
              <a:rPr lang="en-US" altLang="ko-KR" sz="1000"/>
              <a:t>)
</a:t>
            </a:r>
            <a:r>
              <a:rPr lang="ko-KR" altLang="en-US" sz="1000"/>
              <a:t>교체 밧데리 설치 및 점검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2025-07-07T06:13:24Z</dcterms:modified>
</cp:coreProperties>
</file>