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54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9-204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9-204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(1</a:t>
            </a:r>
            <a:r>
              <a:rPr lang="ko-KR" altLang="en-US" sz="1000"/>
              <a:t>곳</a:t>
            </a:r>
            <a:r>
              <a:rPr lang="en-US" altLang="ko-KR" sz="1000"/>
              <a:t>)-</a:t>
            </a:r>
            <a:r>
              <a:rPr lang="ko-KR" altLang="en-US" sz="1000"/>
              <a:t>화장실좌측방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수도계량기함</a:t>
            </a:r>
            <a:r>
              <a:rPr lang="en-US" altLang="ko-KR" sz="1000"/>
              <a:t>_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 </a:t>
            </a:r>
            <a:r>
              <a:rPr lang="ko-KR" altLang="en-US" sz="1000"/>
              <a:t>거실걸레받이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2025-06-26T00:57:45Z</dcterms:modified>
</cp:coreProperties>
</file>