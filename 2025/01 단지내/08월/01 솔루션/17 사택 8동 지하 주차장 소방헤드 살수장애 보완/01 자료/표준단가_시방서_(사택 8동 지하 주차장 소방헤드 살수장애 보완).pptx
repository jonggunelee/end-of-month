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00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2025-07-15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2025-07-15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2025-07-15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2025-07-15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2025-07-15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2025-07-15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2025-07-15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8</a:t>
            </a:r>
            <a:r>
              <a:rPr lang="ko-KR" altLang="en-US" b="1">
                <a:latin typeface="+mn-ea"/>
              </a:rPr>
              <a:t>동 지하 주차장 소방헤드 살수장애 보완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 지하 주차장 소방헤드 살수장애 보완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발판형 사다리 설치 작업</a:t>
            </a:r>
            <a:r>
              <a:rPr lang="en-US" altLang="ko-KR" sz="1000"/>
              <a:t>(</a:t>
            </a:r>
            <a:r>
              <a:rPr lang="ko-KR" altLang="en-US" sz="1000"/>
              <a:t>다단용</a:t>
            </a:r>
            <a:r>
              <a:rPr lang="en-US" altLang="ko-KR" sz="1000"/>
              <a:t>)_</a:t>
            </a:r>
            <a:r>
              <a:rPr lang="ko-KR" altLang="en-US" sz="1000"/>
              <a:t>사다리 보조자 배치
기존 소방 상향식  헤드 살수판 행거 볼트 살수 간섭 부분 철거
신규 헤드 살수판 행거 볼트 위치 천장 뿜 제거 작업
신규 헤드 살수판 행거 볼트 위치 천장 앙카 작업
신규 헤드 살수판 행거 볼트 설치 작업</a:t>
            </a:r>
            <a:r>
              <a:rPr lang="en-US" altLang="ko-KR" sz="1000"/>
              <a:t>(3</a:t>
            </a:r>
            <a:r>
              <a:rPr lang="ko-KR" altLang="en-US" sz="1000"/>
              <a:t>개소</a:t>
            </a:r>
            <a:r>
              <a:rPr lang="en-US" altLang="ko-KR" sz="1000"/>
              <a:t>)
</a:t>
            </a:r>
            <a:r>
              <a:rPr lang="ko-KR" altLang="en-US" sz="1000"/>
              <a:t>신규 헤드 살수판 행거 볼트 위치 청소 및  천장 뿜 가루 반출 작업
발판형 사다리 철거 작업</a:t>
            </a:r>
            <a:r>
              <a:rPr lang="en-US" altLang="ko-KR" sz="1000"/>
              <a:t>(</a:t>
            </a:r>
            <a:r>
              <a:rPr lang="ko-KR" altLang="en-US" sz="1000"/>
              <a:t>다단용</a:t>
            </a:r>
            <a:r>
              <a:rPr lang="en-US" altLang="ko-KR" sz="1000"/>
              <a:t>)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867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2025-07-15T00:23:58Z</dcterms:modified>
</cp:coreProperties>
</file>