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54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2025-06-26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2025-06-26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5-301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5-301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처리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2025-06-26T00:57:35Z</dcterms:modified>
</cp:coreProperties>
</file>