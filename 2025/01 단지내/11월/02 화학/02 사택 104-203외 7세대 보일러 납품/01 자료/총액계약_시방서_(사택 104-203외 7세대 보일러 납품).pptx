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104-203</a:t>
            </a:r>
            <a:r>
              <a:rPr lang="ko-KR" altLang="en-US" b="1" dirty="0">
                <a:latin typeface="+mn-ea"/>
              </a:rPr>
              <a:t>외 </a:t>
            </a:r>
            <a:r>
              <a:rPr lang="en-US" altLang="ko-KR" b="1" dirty="0">
                <a:latin typeface="+mn-ea"/>
              </a:rPr>
              <a:t>7</a:t>
            </a:r>
            <a:r>
              <a:rPr lang="ko-KR" altLang="en-US" b="1" dirty="0">
                <a:latin typeface="+mn-ea"/>
              </a:rPr>
              <a:t>세대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73178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사택 </a:t>
            </a:r>
            <a:r>
              <a:rPr lang="en-US" altLang="ko-KR" sz="1000" dirty="0">
                <a:latin typeface="+mn-ea"/>
              </a:rPr>
              <a:t>104-203</a:t>
            </a:r>
            <a:r>
              <a:rPr lang="ko-KR" altLang="en-US" sz="1000" dirty="0">
                <a:latin typeface="+mn-ea"/>
              </a:rPr>
              <a:t>외 </a:t>
            </a:r>
            <a:r>
              <a:rPr lang="en-US" altLang="ko-KR" sz="1000" dirty="0">
                <a:latin typeface="+mn-ea"/>
              </a:rPr>
              <a:t>7</a:t>
            </a:r>
            <a:r>
              <a:rPr lang="ko-KR" altLang="en-US" sz="1000" dirty="0">
                <a:latin typeface="+mn-ea"/>
              </a:rPr>
              <a:t>세대 보일러 납품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118531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사택 </a:t>
            </a:r>
            <a:r>
              <a:rPr lang="en-US" altLang="ko-KR" sz="1000" dirty="0">
                <a:latin typeface="+mn-ea"/>
              </a:rPr>
              <a:t>104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60697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818413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귀뚜라미 보일러 모델 </a:t>
            </a:r>
            <a:r>
              <a:rPr lang="en-US" altLang="ko-KR" sz="1000" dirty="0"/>
              <a:t>: </a:t>
            </a:r>
            <a:r>
              <a:rPr lang="ko-KR" altLang="en-US" sz="1000" dirty="0"/>
              <a:t>거꾸로</a:t>
            </a:r>
            <a:r>
              <a:rPr lang="en-US" altLang="ko-KR" sz="1000" dirty="0"/>
              <a:t>ECO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L20-27H</a:t>
            </a:r>
            <a:r>
              <a:rPr lang="ko-KR" altLang="en-US" sz="1000" dirty="0"/>
              <a:t>
대상 세대 </a:t>
            </a:r>
            <a:r>
              <a:rPr lang="en-US" altLang="ko-KR" sz="1000" dirty="0"/>
              <a:t>: 203</a:t>
            </a:r>
            <a:r>
              <a:rPr lang="ko-KR" altLang="en-US" sz="1000" dirty="0"/>
              <a:t>호 </a:t>
            </a:r>
            <a:r>
              <a:rPr lang="en-US" altLang="ko-KR" sz="1000" dirty="0"/>
              <a:t>, 301</a:t>
            </a:r>
            <a:r>
              <a:rPr lang="ko-KR" altLang="en-US" sz="1000" dirty="0"/>
              <a:t>호 </a:t>
            </a:r>
            <a:r>
              <a:rPr lang="en-US" altLang="ko-KR" sz="1000" dirty="0"/>
              <a:t>, 302</a:t>
            </a:r>
            <a:r>
              <a:rPr lang="ko-KR" altLang="en-US" sz="1000" dirty="0"/>
              <a:t>호 </a:t>
            </a:r>
            <a:r>
              <a:rPr lang="en-US" altLang="ko-KR" sz="1000" dirty="0"/>
              <a:t>, 303</a:t>
            </a:r>
            <a:r>
              <a:rPr lang="ko-KR" altLang="en-US" sz="1000" dirty="0"/>
              <a:t>호 </a:t>
            </a:r>
            <a:r>
              <a:rPr lang="en-US" altLang="ko-KR" sz="1000" dirty="0"/>
              <a:t>, 402</a:t>
            </a:r>
            <a:r>
              <a:rPr lang="ko-KR" altLang="en-US" sz="1000" dirty="0"/>
              <a:t>호 </a:t>
            </a:r>
            <a:r>
              <a:rPr lang="en-US" altLang="ko-KR" sz="1000" dirty="0"/>
              <a:t>, 502</a:t>
            </a:r>
            <a:r>
              <a:rPr lang="ko-KR" altLang="en-US" sz="1000" dirty="0"/>
              <a:t>호 </a:t>
            </a:r>
            <a:r>
              <a:rPr lang="en-US" altLang="ko-KR" sz="1000" dirty="0"/>
              <a:t>, 503</a:t>
            </a:r>
            <a:r>
              <a:rPr lang="ko-KR" altLang="en-US" sz="1000" dirty="0"/>
              <a:t>호 
액세서리 부품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각방제어콘트롤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액세서리 부품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가스누설경보기</a:t>
            </a:r>
            <a:r>
              <a:rPr lang="en-US" altLang="ko-KR" sz="1000" dirty="0"/>
              <a:t>(</a:t>
            </a:r>
            <a:r>
              <a:rPr lang="ko-KR" altLang="en-US" sz="1000" dirty="0"/>
              <a:t>무상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사택 관리소 납품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493343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835</Words>
  <Application>Microsoft Office PowerPoint</Application>
  <PresentationFormat>화면 슬라이드 쇼(4:3)</PresentationFormat>
  <Paragraphs>81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494</cp:revision>
  <dcterms:created xsi:type="dcterms:W3CDTF">2015-01-28T03:52:40Z</dcterms:created>
  <dcterms:modified xsi:type="dcterms:W3CDTF">2025-09-24T01:49:41Z</dcterms:modified>
</cp:coreProperties>
</file>