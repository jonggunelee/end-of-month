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2025-08-22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6-202 </a:t>
            </a:r>
            <a:r>
              <a:rPr lang="ko-KR" altLang="en-US" b="1">
                <a:latin typeface="+mn-ea"/>
              </a:rPr>
              <a:t>앞베란다 안전 난간대 보수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6-202 </a:t>
            </a:r>
            <a:r>
              <a:rPr lang="ko-KR" altLang="en-US" sz="1000">
                <a:latin typeface="+mn-ea"/>
              </a:rPr>
              <a:t>앞베란다 안전 난간대 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6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-</a:t>
            </a:r>
            <a:r>
              <a:rPr lang="ko-KR" altLang="en-US" sz="1000"/>
              <a:t>대상</a:t>
            </a:r>
            <a:r>
              <a:rPr lang="en-US" altLang="ko-KR" sz="1000"/>
              <a:t>: 6</a:t>
            </a:r>
            <a:r>
              <a:rPr lang="ko-KR" altLang="en-US" sz="1000"/>
              <a:t>동 </a:t>
            </a:r>
            <a:r>
              <a:rPr lang="en-US" altLang="ko-KR" sz="1000"/>
              <a:t>202</a:t>
            </a:r>
            <a:r>
              <a:rPr lang="ko-KR" altLang="en-US" sz="1000"/>
              <a:t>호 앞 베란다
</a:t>
            </a:r>
            <a:r>
              <a:rPr lang="en-US" altLang="ko-KR" sz="1000"/>
              <a:t>-</a:t>
            </a:r>
            <a:r>
              <a:rPr lang="ko-KR" altLang="en-US" sz="1000"/>
              <a:t>전면부 외벽 고정 난간대 임시 고정 해제
</a:t>
            </a:r>
            <a:r>
              <a:rPr lang="en-US" altLang="ko-KR" sz="1000"/>
              <a:t>-</a:t>
            </a:r>
            <a:r>
              <a:rPr lang="ko-KR" altLang="en-US" sz="1000"/>
              <a:t>화기 작업 범위 구획 및 가설 보양 작업
</a:t>
            </a:r>
            <a:r>
              <a:rPr lang="en-US" altLang="ko-KR" sz="1000"/>
              <a:t>-</a:t>
            </a:r>
            <a:r>
              <a:rPr lang="ko-KR" altLang="en-US" sz="1000"/>
              <a:t>화기 감시자 상주 관리인원 배치 작업
</a:t>
            </a:r>
            <a:r>
              <a:rPr lang="en-US" altLang="ko-KR" sz="1000"/>
              <a:t>-</a:t>
            </a:r>
            <a:r>
              <a:rPr lang="ko-KR" altLang="en-US" sz="1000"/>
              <a:t>전면부 외벽 고정 난간대 외부벽 고정용 브라켓 용접 작업
</a:t>
            </a:r>
            <a:r>
              <a:rPr lang="en-US" altLang="ko-KR" sz="1000"/>
              <a:t>-</a:t>
            </a:r>
            <a:r>
              <a:rPr lang="ko-KR" altLang="en-US" sz="1000"/>
              <a:t>전면부 외벽 고정 난간대 조립 작업
</a:t>
            </a:r>
            <a:r>
              <a:rPr lang="en-US" altLang="ko-KR" sz="1000"/>
              <a:t>-</a:t>
            </a:r>
            <a:r>
              <a:rPr lang="ko-KR" altLang="en-US" sz="1000"/>
              <a:t>작업 위치 정리 정돈 및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2025-08-22T01:32:32Z</dcterms:modified>
</cp:coreProperties>
</file>