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9-204 </a:t>
            </a:r>
            <a:r>
              <a:rPr lang="ko-KR" altLang="en-US" b="1">
                <a:latin typeface="+mn-ea"/>
              </a:rPr>
              <a:t>현관 방화문 수리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9-204 </a:t>
            </a:r>
            <a:r>
              <a:rPr lang="ko-KR" altLang="en-US" sz="1000">
                <a:latin typeface="+mn-ea"/>
              </a:rPr>
              <a:t>현관 방화문 수리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세대용 현관 방화문 철거 작업
현관 방화문 철거 부위 임시 보양 작업
철거 현관 방화문 반출 작업 </a:t>
            </a:r>
            <a:r>
              <a:rPr lang="en-US" altLang="ko-KR" sz="1000"/>
              <a:t>(</a:t>
            </a:r>
            <a:r>
              <a:rPr lang="ko-KR" altLang="en-US" sz="1000"/>
              <a:t>공장에서 수리</a:t>
            </a:r>
            <a:r>
              <a:rPr lang="en-US" altLang="ko-KR" sz="1000"/>
              <a:t>)
</a:t>
            </a:r>
            <a:r>
              <a:rPr lang="ko-KR" altLang="en-US" sz="1000"/>
              <a:t>수리 현관 방화문 반입 작업
철거 방화문 하부 고정 힌지 볼트 용접작업
수리 방화문 설치 작업
임시 보양막 철거 및 복원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2025-08-04T04:31:54Z</dcterms:modified>
</cp:coreProperties>
</file>