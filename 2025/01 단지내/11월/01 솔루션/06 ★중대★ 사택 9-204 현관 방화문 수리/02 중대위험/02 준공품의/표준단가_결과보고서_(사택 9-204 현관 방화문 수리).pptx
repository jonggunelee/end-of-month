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4189" r:id="rId4"/>
  </p:sldMasterIdLst>
  <p:notesMasterIdLst>
    <p:notesMasterId r:id="rId8"/>
  </p:notesMasterIdLst>
  <p:handoutMasterIdLst>
    <p:handoutMasterId r:id="rId9"/>
  </p:handoutMasterIdLst>
  <p:sldIdLst>
    <p:sldId id="2145707139" r:id="rId5"/>
    <p:sldId id="2145707145" r:id="rId6"/>
    <p:sldId id="2145707144" r:id="rId7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120">
          <p15:clr>
            <a:srgbClr val="A4A3A4"/>
          </p15:clr>
        </p15:guide>
        <p15:guide id="3" orient="horz" pos="125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rath M C" initials="" lastIdx="1" clrIdx="0"/>
  <p:cmAuthor id="2" name="Kundan Richhariya" initials="" lastIdx="3" clrIdx="1"/>
  <p:cmAuthor id="3" name="Luke Jun (MAM)" initials="" lastIdx="1" clrIdx="2"/>
  <p:cmAuthor id="4" name="Jennifer Shin (MAM)" initials="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B0C1"/>
    <a:srgbClr val="B2C7DA"/>
    <a:srgbClr val="FFFE00"/>
    <a:srgbClr val="009900"/>
    <a:srgbClr val="1C6897"/>
    <a:srgbClr val="FFFFCC"/>
    <a:srgbClr val="000000"/>
    <a:srgbClr val="A50034"/>
    <a:srgbClr val="C00A3B"/>
    <a:srgbClr val="6B6B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336" autoAdjust="0"/>
    <p:restoredTop sz="96548" autoAdjust="0"/>
  </p:normalViewPr>
  <p:slideViewPr>
    <p:cSldViewPr snapToGrid="0" showGuides="1">
      <p:cViewPr varScale="1">
        <p:scale>
          <a:sx n="111" d="100"/>
          <a:sy n="111" d="100"/>
        </p:scale>
        <p:origin x="1170" y="114"/>
      </p:cViewPr>
      <p:guideLst>
        <p:guide pos="3120"/>
        <p:guide orient="horz" pos="125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3354"/>
    </p:cViewPr>
  </p:sorterViewPr>
  <p:notesViewPr>
    <p:cSldViewPr snapToGrid="0" showGuides="1">
      <p:cViewPr varScale="1">
        <p:scale>
          <a:sx n="80" d="100"/>
          <a:sy n="80" d="100"/>
        </p:scale>
        <p:origin x="1128" y="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DCAE8E-8DB9-45F8-83A1-8CBA15E596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3"/>
            <a:ext cx="2945862" cy="497333"/>
          </a:xfrm>
          <a:prstGeom prst="rect">
            <a:avLst/>
          </a:prstGeom>
        </p:spPr>
        <p:txBody>
          <a:bodyPr vert="horz" wrap="square" lIns="91215" tIns="45606" rIns="91215" bIns="4560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AU" altLang="ko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61A3E8-991C-4DD2-BD6B-66F948AC359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294" y="3"/>
            <a:ext cx="2945862" cy="497333"/>
          </a:xfrm>
          <a:prstGeom prst="rect">
            <a:avLst/>
          </a:prstGeom>
        </p:spPr>
        <p:txBody>
          <a:bodyPr vert="horz" wrap="square" lIns="91215" tIns="45606" rIns="91215" bIns="4560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A8E51447-1DDC-4799-9DC4-74FF21F82648}" type="datetimeFigureOut">
              <a:rPr lang="en-AU" altLang="ko-KR"/>
              <a:pPr>
                <a:defRPr/>
              </a:pPr>
              <a:t>19/11/2025</a:t>
            </a:fld>
            <a:endParaRPr lang="en-AU" altLang="ko-K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2793F3-57BC-4C04-9CF7-98472F82C49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27766"/>
            <a:ext cx="2945862" cy="497332"/>
          </a:xfrm>
          <a:prstGeom prst="rect">
            <a:avLst/>
          </a:prstGeom>
        </p:spPr>
        <p:txBody>
          <a:bodyPr vert="horz" wrap="square" lIns="91215" tIns="45606" rIns="91215" bIns="45606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AU" altLang="ko-K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15DD92-5817-4E14-9767-FB95DCB5D5F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294" y="9427766"/>
            <a:ext cx="2945862" cy="497332"/>
          </a:xfrm>
          <a:prstGeom prst="rect">
            <a:avLst/>
          </a:prstGeom>
        </p:spPr>
        <p:txBody>
          <a:bodyPr vert="horz" wrap="square" lIns="91215" tIns="45606" rIns="91215" bIns="4560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0AB93D41-684D-4E71-A365-22B864763A2F}" type="slidenum">
              <a:rPr lang="en-AU" altLang="ko-KR"/>
              <a:pPr>
                <a:defRPr/>
              </a:pPr>
              <a:t>‹#›</a:t>
            </a:fld>
            <a:endParaRPr lang="en-AU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B06191-9682-4287-ADDB-1FED60D64E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3"/>
            <a:ext cx="2945862" cy="497333"/>
          </a:xfrm>
          <a:prstGeom prst="rect">
            <a:avLst/>
          </a:prstGeom>
        </p:spPr>
        <p:txBody>
          <a:bodyPr vert="horz" wrap="square" lIns="91215" tIns="45606" rIns="91215" bIns="45606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AU" altLang="ko-K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040247-8051-4159-A36B-060991287C9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0294" y="3"/>
            <a:ext cx="2945862" cy="497333"/>
          </a:xfrm>
          <a:prstGeom prst="rect">
            <a:avLst/>
          </a:prstGeom>
        </p:spPr>
        <p:txBody>
          <a:bodyPr vert="horz" wrap="square" lIns="91215" tIns="45606" rIns="91215" bIns="45606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4F109933-A58F-4232-8E38-4DA38B770DD1}" type="datetimeFigureOut">
              <a:rPr lang="en-AU" altLang="ko-KR"/>
              <a:pPr>
                <a:defRPr/>
              </a:pPr>
              <a:t>19/11/2025</a:t>
            </a:fld>
            <a:endParaRPr lang="en-AU" altLang="ko-KR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E6403A4-1774-4EE4-B9FA-4888655570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15" tIns="45606" rIns="91215" bIns="45606" rtlCol="0" anchor="ctr"/>
          <a:lstStyle/>
          <a:p>
            <a:pPr lvl="0"/>
            <a:endParaRPr lang="en-AU" noProof="0" dirty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3AC205E-CD0D-45FC-B1DF-DF7A9761E5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65" y="4714653"/>
            <a:ext cx="5438748" cy="4466756"/>
          </a:xfrm>
          <a:prstGeom prst="rect">
            <a:avLst/>
          </a:prstGeom>
        </p:spPr>
        <p:txBody>
          <a:bodyPr vert="horz" lIns="91215" tIns="45606" rIns="91215" bIns="45606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22FB5C-558B-48F2-9E57-7291F0E9E33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1" y="9427766"/>
            <a:ext cx="2945862" cy="497332"/>
          </a:xfrm>
          <a:prstGeom prst="rect">
            <a:avLst/>
          </a:prstGeom>
        </p:spPr>
        <p:txBody>
          <a:bodyPr vert="horz" wrap="square" lIns="91215" tIns="45606" rIns="91215" bIns="45606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endParaRPr lang="en-AU" altLang="ko-K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A20B6D-869E-4204-AFDE-3DD0536DCD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0294" y="9427766"/>
            <a:ext cx="2945862" cy="497332"/>
          </a:xfrm>
          <a:prstGeom prst="rect">
            <a:avLst/>
          </a:prstGeom>
        </p:spPr>
        <p:txBody>
          <a:bodyPr vert="horz" wrap="square" lIns="91215" tIns="45606" rIns="91215" bIns="45606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  <a:ea typeface="굴림" panose="020B0600000101010101" pitchFamily="50" charset="-127"/>
              </a:defRPr>
            </a:lvl1pPr>
          </a:lstStyle>
          <a:p>
            <a:pPr>
              <a:defRPr/>
            </a:pPr>
            <a:fld id="{807C9B01-475F-4DBD-8E24-126E4DA6FC55}" type="slidenum">
              <a:rPr lang="en-AU" altLang="ko-KR"/>
              <a:pPr>
                <a:defRPr/>
              </a:pPr>
              <a:t>‹#›</a:t>
            </a:fld>
            <a:endParaRPr lang="en-AU" altLang="ko-KR"/>
          </a:p>
        </p:txBody>
      </p:sp>
    </p:spTree>
    <p:extLst>
      <p:ext uri="{BB962C8B-B14F-4D97-AF65-F5344CB8AC3E}">
        <p14:creationId xmlns:p14="http://schemas.microsoft.com/office/powerpoint/2010/main" val="141610158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NO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835011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30">
            <a:extLst>
              <a:ext uri="{FF2B5EF4-FFF2-40B4-BE49-F238E27FC236}">
                <a16:creationId xmlns:a16="http://schemas.microsoft.com/office/drawing/2014/main" id="{FF7593CF-1CEF-434F-998E-BADEF77254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52425" y="228600"/>
            <a:ext cx="7397750" cy="94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ko-KR" dirty="0"/>
              <a:t>Click to insert page title</a:t>
            </a:r>
          </a:p>
        </p:txBody>
      </p:sp>
      <p:sp>
        <p:nvSpPr>
          <p:cNvPr id="1027" name="Text Placeholder 31">
            <a:extLst>
              <a:ext uri="{FF2B5EF4-FFF2-40B4-BE49-F238E27FC236}">
                <a16:creationId xmlns:a16="http://schemas.microsoft.com/office/drawing/2014/main" id="{EF456EF7-F231-49E0-B1DD-6CD59AB8D0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52425" y="1857375"/>
            <a:ext cx="9296400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ko-KR" dirty="0"/>
              <a:t>Click to insert text/table/graph</a:t>
            </a:r>
          </a:p>
          <a:p>
            <a:pPr lvl="1"/>
            <a:r>
              <a:rPr lang="en-AU" altLang="ko-KR" dirty="0"/>
              <a:t>Bullet L1</a:t>
            </a:r>
          </a:p>
          <a:p>
            <a:pPr lvl="2"/>
            <a:r>
              <a:rPr lang="en-AU" altLang="ko-KR" dirty="0"/>
              <a:t>Bullet L2</a:t>
            </a:r>
          </a:p>
          <a:p>
            <a:pPr lvl="3"/>
            <a:r>
              <a:rPr lang="en-AU" altLang="ko-KR" dirty="0"/>
              <a:t>Bullet L3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D08417-388F-4318-A02B-E661F76C6F59}"/>
              </a:ext>
            </a:extLst>
          </p:cNvPr>
          <p:cNvSpPr txBox="1"/>
          <p:nvPr/>
        </p:nvSpPr>
        <p:spPr>
          <a:xfrm>
            <a:off x="9199563" y="6613525"/>
            <a:ext cx="504825" cy="179388"/>
          </a:xfrm>
          <a:prstGeom prst="rect">
            <a:avLst/>
          </a:prstGeom>
          <a:noFill/>
          <a:ln>
            <a:noFill/>
          </a:ln>
        </p:spPr>
        <p:txBody>
          <a:bodyPr wrap="none" lIns="36000" tIns="36000" rIns="36000" bIns="36000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r>
              <a:rPr lang="en-AU" altLang="ko-KR" sz="800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PAGE </a:t>
            </a:r>
            <a:fld id="{AF963B7D-A0D3-4BE5-AD70-FEC75513EEBD}" type="slidenum">
              <a:rPr lang="en-AU" altLang="ko-KR" sz="800" smtClean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pPr algn="r" eaLnBrk="1" hangingPunct="1">
                <a:defRPr/>
              </a:pPr>
              <a:t>‹#›</a:t>
            </a:fld>
            <a:endParaRPr lang="en-AU" altLang="ko-KR" sz="800" dirty="0">
              <a:solidFill>
                <a:srgbClr val="828386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932860-9E2A-41C6-AB64-21BEE52D5802}"/>
              </a:ext>
            </a:extLst>
          </p:cNvPr>
          <p:cNvSpPr txBox="1"/>
          <p:nvPr/>
        </p:nvSpPr>
        <p:spPr>
          <a:xfrm>
            <a:off x="354013" y="6613525"/>
            <a:ext cx="2349500" cy="179388"/>
          </a:xfrm>
          <a:prstGeom prst="rect">
            <a:avLst/>
          </a:prstGeom>
          <a:noFill/>
        </p:spPr>
        <p:txBody>
          <a:bodyPr wrap="none" lIns="90000" tIns="36000" rIns="36000" bIns="36000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AU" sz="800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STRICTLY CONFIDENTIAL </a:t>
            </a:r>
            <a:r>
              <a:rPr lang="en-AU" sz="800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  <a:sym typeface="Symbol"/>
              </a:rPr>
              <a:t> </a:t>
            </a:r>
            <a:r>
              <a:rPr lang="en-US" sz="800" b="1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  <a:sym typeface="Symbol"/>
              </a:rPr>
              <a:t>S&amp;I</a:t>
            </a:r>
            <a:r>
              <a:rPr lang="ko-KR" altLang="en-US" sz="800" b="1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  <a:sym typeface="Symbol"/>
              </a:rPr>
              <a:t> </a:t>
            </a:r>
            <a:r>
              <a:rPr lang="en-US" altLang="ko-KR" sz="800" b="1" cap="all" dirty="0">
                <a:solidFill>
                  <a:srgbClr val="828386"/>
                </a:solidFill>
                <a:latin typeface="Arial Narrow" panose="020B0606020202030204" pitchFamily="34" charset="0"/>
                <a:ea typeface="맑은 고딕" panose="020B0503020000020004" pitchFamily="50" charset="-127"/>
                <a:sym typeface="Symbol"/>
              </a:rPr>
              <a:t>CORP.</a:t>
            </a:r>
            <a:endParaRPr lang="en-AU" sz="800" b="1" cap="all" dirty="0">
              <a:solidFill>
                <a:srgbClr val="828386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19449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97" r:id="rId1"/>
  </p:sldLayoutIdLst>
  <p:transition/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 kern="1200">
          <a:solidFill>
            <a:schemeClr val="accent2"/>
          </a:solidFill>
          <a:latin typeface="Arial Narrow" panose="020B0606020202030204" pitchFamily="34" charset="0"/>
          <a:ea typeface="맑은 고딕" panose="020B0503020000020004" pitchFamily="50" charset="-127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Arial" panose="020B0604020202020204" pitchFamily="34" charset="0"/>
        </a:defRPr>
      </a:lvl9pPr>
    </p:titleStyle>
    <p:bodyStyle>
      <a:lvl1pPr algn="l" rtl="0" eaLnBrk="0" fontAlgn="base" hangingPunct="0">
        <a:spcBef>
          <a:spcPct val="0"/>
        </a:spcBef>
        <a:spcAft>
          <a:spcPts val="600"/>
        </a:spcAft>
        <a:buClr>
          <a:srgbClr val="C7EAF8"/>
        </a:buClr>
        <a:buSzPct val="80000"/>
        <a:buFont typeface="Wingdings" panose="05000000000000000000" pitchFamily="2" charset="2"/>
        <a:defRPr sz="1000" kern="1200">
          <a:solidFill>
            <a:schemeClr val="tx1"/>
          </a:solidFill>
          <a:latin typeface="Arial Narrow" panose="020B0606020202030204" pitchFamily="34" charset="0"/>
          <a:ea typeface="맑은 고딕" panose="020B0503020000020004" pitchFamily="50" charset="-127"/>
          <a:cs typeface="+mn-cs"/>
        </a:defRPr>
      </a:lvl1pPr>
      <a:lvl2pPr marL="180975" indent="-180975" algn="l" rtl="0" eaLnBrk="0" fontAlgn="base" hangingPunct="0">
        <a:spcBef>
          <a:spcPct val="0"/>
        </a:spcBef>
        <a:spcAft>
          <a:spcPts val="600"/>
        </a:spcAft>
        <a:buClr>
          <a:schemeClr val="accent1"/>
        </a:buClr>
        <a:buSzPct val="100000"/>
        <a:buFont typeface="Wingdings" panose="05000000000000000000" pitchFamily="2" charset="2"/>
        <a:buChar char=""/>
        <a:defRPr sz="1000" kern="1200">
          <a:solidFill>
            <a:schemeClr val="tx1"/>
          </a:solidFill>
          <a:latin typeface="Arial Narrow" panose="020B0606020202030204" pitchFamily="34" charset="0"/>
          <a:ea typeface="맑은 고딕" panose="020B0503020000020004" pitchFamily="50" charset="-127"/>
          <a:cs typeface="+mn-cs"/>
        </a:defRPr>
      </a:lvl2pPr>
      <a:lvl3pPr marL="361950" indent="-180975" algn="l" rtl="0" eaLnBrk="0" fontAlgn="base" hangingPunct="0">
        <a:spcBef>
          <a:spcPct val="0"/>
        </a:spcBef>
        <a:spcAft>
          <a:spcPts val="600"/>
        </a:spcAft>
        <a:buClr>
          <a:schemeClr val="accent1"/>
        </a:buClr>
        <a:buSzPct val="100000"/>
        <a:buFont typeface="Wingdings" panose="05000000000000000000" pitchFamily="2" charset="2"/>
        <a:buChar char="l"/>
        <a:defRPr sz="1000" kern="1200">
          <a:solidFill>
            <a:schemeClr val="tx1"/>
          </a:solidFill>
          <a:latin typeface="Arial Narrow" panose="020B0606020202030204" pitchFamily="34" charset="0"/>
          <a:ea typeface="맑은 고딕" panose="020B0503020000020004" pitchFamily="50" charset="-127"/>
          <a:cs typeface="+mn-cs"/>
        </a:defRPr>
      </a:lvl3pPr>
      <a:lvl4pPr marL="533400" indent="-171450" algn="l" rtl="0" eaLnBrk="0" fontAlgn="base" hangingPunct="0">
        <a:spcBef>
          <a:spcPct val="0"/>
        </a:spcBef>
        <a:spcAft>
          <a:spcPts val="600"/>
        </a:spcAft>
        <a:buClr>
          <a:schemeClr val="accent1"/>
        </a:buClr>
        <a:buSzPct val="100000"/>
        <a:buFont typeface="Wingdings" panose="05000000000000000000" pitchFamily="2" charset="2"/>
        <a:buChar char="l"/>
        <a:defRPr sz="1000" kern="1200">
          <a:solidFill>
            <a:schemeClr val="tx1"/>
          </a:solidFill>
          <a:latin typeface="Arial Narrow" panose="020B0606020202030204" pitchFamily="34" charset="0"/>
          <a:ea typeface="맑은 고딕" panose="020B0503020000020004" pitchFamily="50" charset="-127"/>
          <a:cs typeface="+mn-cs"/>
        </a:defRPr>
      </a:lvl4pPr>
      <a:lvl5pPr marL="2057400" indent="-228600" algn="l" rtl="0" eaLnBrk="0" fontAlgn="base" hangingPunct="0">
        <a:spcBef>
          <a:spcPct val="0"/>
        </a:spcBef>
        <a:spcAft>
          <a:spcPts val="363"/>
        </a:spcAft>
        <a:buFont typeface="Calibri" panose="020F0502020204030204" pitchFamily="34" charset="0"/>
        <a:buChar char="—"/>
        <a:defRPr sz="1000" kern="1200">
          <a:solidFill>
            <a:srgbClr val="4D4F53"/>
          </a:solidFill>
          <a:latin typeface="HelveticaNeue LT 45 Lt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20">
          <p15:clr>
            <a:srgbClr val="F26B43"/>
          </p15:clr>
        </p15:guide>
        <p15:guide id="2" pos="217">
          <p15:clr>
            <a:srgbClr val="F26B43"/>
          </p15:clr>
        </p15:guide>
        <p15:guide id="3" pos="6091">
          <p15:clr>
            <a:srgbClr val="F26B43"/>
          </p15:clr>
        </p15:guide>
        <p15:guide id="4" orient="horz" pos="754">
          <p15:clr>
            <a:srgbClr val="F26B43"/>
          </p15:clr>
        </p15:guide>
        <p15:guide id="5" orient="horz" pos="2160">
          <p15:clr>
            <a:srgbClr val="F26B43"/>
          </p15:clr>
        </p15:guide>
        <p15:guide id="6" orient="horz" pos="40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5">
            <a:extLst>
              <a:ext uri="{FF2B5EF4-FFF2-40B4-BE49-F238E27FC236}">
                <a16:creationId xmlns:a16="http://schemas.microsoft.com/office/drawing/2014/main" id="{EB5C1669-3494-D5D4-8EEB-A548C5489E04}"/>
              </a:ext>
            </a:extLst>
          </p:cNvPr>
          <p:cNvSpPr txBox="1">
            <a:spLocks/>
          </p:cNvSpPr>
          <p:nvPr/>
        </p:nvSpPr>
        <p:spPr bwMode="auto">
          <a:xfrm>
            <a:off x="11048" y="165100"/>
            <a:ext cx="9906000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kern="1200">
                <a:solidFill>
                  <a:schemeClr val="accent2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ko-KR" altLang="en-US" sz="2450" dirty="0">
                <a:solidFill>
                  <a:srgbClr val="6B6B6B"/>
                </a:solidFill>
              </a:rPr>
              <a:t>사택 </a:t>
            </a:r>
            <a:r>
              <a:rPr lang="en-US" altLang="ko-KR" sz="2450" dirty="0">
                <a:solidFill>
                  <a:srgbClr val="6B6B6B"/>
                </a:solidFill>
              </a:rPr>
              <a:t>9-204 </a:t>
            </a:r>
            <a:r>
              <a:rPr lang="ko-KR" altLang="en-US" sz="2450" dirty="0">
                <a:solidFill>
                  <a:srgbClr val="6B6B6B"/>
                </a:solidFill>
              </a:rPr>
              <a:t>현관 </a:t>
            </a:r>
            <a:r>
              <a:rPr lang="ko-KR" altLang="en-US" sz="2450" dirty="0" err="1">
                <a:solidFill>
                  <a:srgbClr val="6B6B6B"/>
                </a:solidFill>
              </a:rPr>
              <a:t>방화문</a:t>
            </a:r>
            <a:r>
              <a:rPr lang="ko-KR" altLang="en-US" sz="2450" dirty="0">
                <a:solidFill>
                  <a:srgbClr val="6B6B6B"/>
                </a:solidFill>
              </a:rPr>
              <a:t> 수리 </a:t>
            </a:r>
            <a:r>
              <a:rPr lang="en-US" altLang="ko-KR" sz="2450" dirty="0">
                <a:solidFill>
                  <a:srgbClr val="6B6B6B"/>
                </a:solidFill>
              </a:rPr>
              <a:t>Hold Point </a:t>
            </a:r>
            <a:r>
              <a:rPr lang="ko-KR" altLang="en-US" sz="2450" dirty="0">
                <a:solidFill>
                  <a:srgbClr val="6B6B6B"/>
                </a:solidFill>
              </a:rPr>
              <a:t>촬영</a:t>
            </a:r>
            <a:r>
              <a:rPr lang="en-US" altLang="ko-KR" sz="2450" dirty="0">
                <a:solidFill>
                  <a:srgbClr val="6B6B6B"/>
                </a:solidFill>
              </a:rPr>
              <a:t>/</a:t>
            </a:r>
            <a:r>
              <a:rPr lang="ko-KR" altLang="en-US" sz="2450" dirty="0">
                <a:solidFill>
                  <a:srgbClr val="6B6B6B"/>
                </a:solidFill>
              </a:rPr>
              <a:t>승인 결과보고서</a:t>
            </a:r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CE4460F3-5BB0-8E1E-25B5-C426E66C5FD3}"/>
              </a:ext>
            </a:extLst>
          </p:cNvPr>
          <p:cNvCxnSpPr>
            <a:cxnSpLocks/>
          </p:cNvCxnSpPr>
          <p:nvPr/>
        </p:nvCxnSpPr>
        <p:spPr>
          <a:xfrm>
            <a:off x="0" y="767751"/>
            <a:ext cx="9906000" cy="0"/>
          </a:xfrm>
          <a:prstGeom prst="line">
            <a:avLst/>
          </a:prstGeom>
          <a:ln w="190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22F16CD6-3169-E677-1965-D39063AAFDA0}"/>
              </a:ext>
            </a:extLst>
          </p:cNvPr>
          <p:cNvGrpSpPr/>
          <p:nvPr/>
        </p:nvGrpSpPr>
        <p:grpSpPr>
          <a:xfrm>
            <a:off x="152400" y="782654"/>
            <a:ext cx="9695228" cy="1192802"/>
            <a:chOff x="152400" y="972426"/>
            <a:chExt cx="9695228" cy="119280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4E66969E-D746-707F-3A19-E04F6A129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5639"/>
            <a:stretch>
              <a:fillRect/>
            </a:stretch>
          </p:blipFill>
          <p:spPr>
            <a:xfrm>
              <a:off x="152400" y="972426"/>
              <a:ext cx="9695228" cy="1192802"/>
            </a:xfrm>
            <a:prstGeom prst="rect">
              <a:avLst/>
            </a:prstGeom>
          </p:spPr>
        </p:pic>
        <p:sp>
          <p:nvSpPr>
            <p:cNvPr id="10" name="이등변 삼각형 9">
              <a:extLst>
                <a:ext uri="{FF2B5EF4-FFF2-40B4-BE49-F238E27FC236}">
                  <a16:creationId xmlns:a16="http://schemas.microsoft.com/office/drawing/2014/main" id="{DCADE5C3-1AF2-67A8-CCB7-89FB8E1D4F06}"/>
                </a:ext>
              </a:extLst>
            </p:cNvPr>
            <p:cNvSpPr/>
            <p:nvPr/>
          </p:nvSpPr>
          <p:spPr>
            <a:xfrm rot="5400000">
              <a:off x="542153" y="1620455"/>
              <a:ext cx="223130" cy="193560"/>
            </a:xfrm>
            <a:prstGeom prst="triangle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 w="19050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endParaRPr lang="ko-KR" altLang="en-US" sz="1000" dirty="0">
                <a:solidFill>
                  <a:schemeClr val="bg1"/>
                </a:solidFill>
              </a:endParaRPr>
            </a:p>
          </p:txBody>
        </p:sp>
        <p:sp>
          <p:nvSpPr>
            <p:cNvPr id="24" name="이등변 삼각형 23">
              <a:extLst>
                <a:ext uri="{FF2B5EF4-FFF2-40B4-BE49-F238E27FC236}">
                  <a16:creationId xmlns:a16="http://schemas.microsoft.com/office/drawing/2014/main" id="{B9D0203A-4235-2D4C-50D8-E7AF0A57BCDA}"/>
                </a:ext>
              </a:extLst>
            </p:cNvPr>
            <p:cNvSpPr/>
            <p:nvPr/>
          </p:nvSpPr>
          <p:spPr>
            <a:xfrm rot="5400000">
              <a:off x="5329813" y="1620455"/>
              <a:ext cx="223130" cy="193560"/>
            </a:xfrm>
            <a:prstGeom prst="triangle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 w="19050"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 anchorCtr="0"/>
            <a:lstStyle/>
            <a:p>
              <a:pPr algn="ctr"/>
              <a:endParaRPr lang="ko-KR" altLang="en-US" sz="10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3A2E0FD-FD68-F858-4E75-16CA433747C4}"/>
              </a:ext>
            </a:extLst>
          </p:cNvPr>
          <p:cNvGrpSpPr>
            <a:grpSpLocks noChangeAspect="1"/>
          </p:cNvGrpSpPr>
          <p:nvPr/>
        </p:nvGrpSpPr>
        <p:grpSpPr>
          <a:xfrm>
            <a:off x="3888267" y="1905242"/>
            <a:ext cx="2226432" cy="4909628"/>
            <a:chOff x="3033308" y="2165228"/>
            <a:chExt cx="2151562" cy="4744528"/>
          </a:xfrm>
        </p:grpSpPr>
        <p:pic>
          <p:nvPicPr>
            <p:cNvPr id="28" name="그림 27">
              <a:extLst>
                <a:ext uri="{FF2B5EF4-FFF2-40B4-BE49-F238E27FC236}">
                  <a16:creationId xmlns:a16="http://schemas.microsoft.com/office/drawing/2014/main" id="{3431B643-AF95-1377-EF8F-B1073F504E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7085" b="89267"/>
            <a:stretch>
              <a:fillRect/>
            </a:stretch>
          </p:blipFill>
          <p:spPr>
            <a:xfrm>
              <a:off x="3033308" y="2165228"/>
              <a:ext cx="2151561" cy="464448"/>
            </a:xfrm>
            <a:prstGeom prst="rect">
              <a:avLst/>
            </a:prstGeom>
          </p:spPr>
        </p:pic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B29ACE50-B3DB-BFCE-34B7-97D1A9DEE12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46581" b="3733"/>
            <a:stretch>
              <a:fillRect/>
            </a:stretch>
          </p:blipFill>
          <p:spPr>
            <a:xfrm>
              <a:off x="3033309" y="2596408"/>
              <a:ext cx="2151561" cy="4313348"/>
            </a:xfrm>
            <a:prstGeom prst="rect">
              <a:avLst/>
            </a:prstGeom>
          </p:spPr>
        </p:pic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B8845152-E098-D830-E597-EFFC214A1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5474" t="7085" r="26419" b="89979"/>
            <a:stretch>
              <a:fillRect/>
            </a:stretch>
          </p:blipFill>
          <p:spPr>
            <a:xfrm>
              <a:off x="3463455" y="2191106"/>
              <a:ext cx="1500593" cy="3695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0004717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CE124E2F-58CD-2296-8273-88BAFDBA74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599"/>
          <a:stretch>
            <a:fillRect/>
          </a:stretch>
        </p:blipFill>
        <p:spPr>
          <a:xfrm>
            <a:off x="58065" y="1276097"/>
            <a:ext cx="9787991" cy="4517552"/>
          </a:xfrm>
          <a:prstGeom prst="rect">
            <a:avLst/>
          </a:prstGeom>
        </p:spPr>
      </p:pic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A7AA30B8-BCF6-CF50-905F-574C8F385A56}"/>
              </a:ext>
            </a:extLst>
          </p:cNvPr>
          <p:cNvCxnSpPr>
            <a:cxnSpLocks/>
          </p:cNvCxnSpPr>
          <p:nvPr/>
        </p:nvCxnSpPr>
        <p:spPr>
          <a:xfrm>
            <a:off x="0" y="767751"/>
            <a:ext cx="9906000" cy="0"/>
          </a:xfrm>
          <a:prstGeom prst="line">
            <a:avLst/>
          </a:prstGeom>
          <a:ln w="190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itle 5">
            <a:extLst>
              <a:ext uri="{FF2B5EF4-FFF2-40B4-BE49-F238E27FC236}">
                <a16:creationId xmlns:a16="http://schemas.microsoft.com/office/drawing/2014/main" id="{F099DE25-5BFA-9C59-44DC-15848F8C0CA3}"/>
              </a:ext>
            </a:extLst>
          </p:cNvPr>
          <p:cNvSpPr txBox="1">
            <a:spLocks/>
          </p:cNvSpPr>
          <p:nvPr/>
        </p:nvSpPr>
        <p:spPr bwMode="auto">
          <a:xfrm>
            <a:off x="11048" y="228600"/>
            <a:ext cx="8618602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kern="1200">
                <a:solidFill>
                  <a:schemeClr val="accent2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ko-KR" dirty="0">
                <a:solidFill>
                  <a:srgbClr val="6B6B6B"/>
                </a:solidFill>
              </a:rPr>
              <a:t>[</a:t>
            </a:r>
            <a:r>
              <a:rPr lang="ko-KR" altLang="en-US" dirty="0">
                <a:solidFill>
                  <a:srgbClr val="6B6B6B"/>
                </a:solidFill>
              </a:rPr>
              <a:t>별첨</a:t>
            </a:r>
            <a:r>
              <a:rPr lang="en-US" altLang="ko-KR" dirty="0">
                <a:solidFill>
                  <a:srgbClr val="6B6B6B"/>
                </a:solidFill>
              </a:rPr>
              <a:t>] </a:t>
            </a:r>
            <a:r>
              <a:rPr lang="ko-KR" altLang="en-US" dirty="0">
                <a:solidFill>
                  <a:srgbClr val="6B6B6B"/>
                </a:solidFill>
              </a:rPr>
              <a:t>중대위험작업 관리 프로세스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DC715DF-28FE-AC95-6597-F8204CBB671F}"/>
              </a:ext>
            </a:extLst>
          </p:cNvPr>
          <p:cNvSpPr/>
          <p:nvPr/>
        </p:nvSpPr>
        <p:spPr>
          <a:xfrm>
            <a:off x="8147304" y="1700784"/>
            <a:ext cx="1698752" cy="4122329"/>
          </a:xfrm>
          <a:prstGeom prst="rect">
            <a:avLst/>
          </a:prstGeom>
          <a:noFill/>
          <a:ln w="5715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 anchorCtr="0"/>
          <a:lstStyle/>
          <a:p>
            <a:pPr algn="ctr"/>
            <a:endParaRPr lang="ko-KR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68151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58C7A4C2-F137-DD32-191F-665F8642B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530" y="794335"/>
            <a:ext cx="8472552" cy="5816214"/>
          </a:xfrm>
          <a:prstGeom prst="rect">
            <a:avLst/>
          </a:prstGeom>
          <a:ln w="6350">
            <a:solidFill>
              <a:schemeClr val="bg1">
                <a:lumMod val="65000"/>
              </a:schemeClr>
            </a:solidFill>
          </a:ln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D918D47-C5B7-B2AA-9F35-2B464F26A4A5}"/>
              </a:ext>
            </a:extLst>
          </p:cNvPr>
          <p:cNvCxnSpPr>
            <a:cxnSpLocks/>
          </p:cNvCxnSpPr>
          <p:nvPr/>
        </p:nvCxnSpPr>
        <p:spPr>
          <a:xfrm>
            <a:off x="0" y="767751"/>
            <a:ext cx="9906000" cy="0"/>
          </a:xfrm>
          <a:prstGeom prst="line">
            <a:avLst/>
          </a:prstGeom>
          <a:ln w="1905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itle 5">
            <a:extLst>
              <a:ext uri="{FF2B5EF4-FFF2-40B4-BE49-F238E27FC236}">
                <a16:creationId xmlns:a16="http://schemas.microsoft.com/office/drawing/2014/main" id="{C82047DF-57EA-A30E-0E16-BEEB9ED92EFE}"/>
              </a:ext>
            </a:extLst>
          </p:cNvPr>
          <p:cNvSpPr txBox="1">
            <a:spLocks/>
          </p:cNvSpPr>
          <p:nvPr/>
        </p:nvSpPr>
        <p:spPr bwMode="auto">
          <a:xfrm>
            <a:off x="11048" y="228600"/>
            <a:ext cx="8618602" cy="5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36000" rIns="36000" bIns="3600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 kern="1200">
                <a:solidFill>
                  <a:schemeClr val="accent2"/>
                </a:solidFill>
                <a:latin typeface="Arial Narrow" panose="020B0606020202030204" pitchFamily="34" charset="0"/>
                <a:ea typeface="맑은 고딕" panose="020B0503020000020004" pitchFamily="50" charset="-127"/>
                <a:cs typeface="+mj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ko-KR" dirty="0">
                <a:solidFill>
                  <a:srgbClr val="6B6B6B"/>
                </a:solidFill>
              </a:rPr>
              <a:t>Hold Point </a:t>
            </a:r>
            <a:r>
              <a:rPr lang="ko-KR" altLang="en-US" dirty="0">
                <a:solidFill>
                  <a:srgbClr val="6B6B6B"/>
                </a:solidFill>
              </a:rPr>
              <a:t>촬영</a:t>
            </a:r>
            <a:r>
              <a:rPr lang="en-US" altLang="ko-KR" dirty="0">
                <a:solidFill>
                  <a:srgbClr val="6B6B6B"/>
                </a:solidFill>
              </a:rPr>
              <a:t>/</a:t>
            </a:r>
            <a:r>
              <a:rPr lang="ko-KR" altLang="en-US" dirty="0">
                <a:solidFill>
                  <a:srgbClr val="6B6B6B"/>
                </a:solidFill>
              </a:rPr>
              <a:t>승인 결과보고서 가이드 </a:t>
            </a:r>
            <a:r>
              <a:rPr lang="en-US" altLang="ko-KR" dirty="0">
                <a:solidFill>
                  <a:srgbClr val="6B6B6B"/>
                </a:solidFill>
              </a:rPr>
              <a:t>_ </a:t>
            </a:r>
            <a:r>
              <a:rPr lang="ko-KR" altLang="en-US" dirty="0">
                <a:solidFill>
                  <a:srgbClr val="6B6B6B"/>
                </a:solidFill>
              </a:rPr>
              <a:t>접수</a:t>
            </a:r>
          </a:p>
        </p:txBody>
      </p:sp>
    </p:spTree>
    <p:extLst>
      <p:ext uri="{BB962C8B-B14F-4D97-AF65-F5344CB8AC3E}">
        <p14:creationId xmlns:p14="http://schemas.microsoft.com/office/powerpoint/2010/main" val="363047144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1_A4_PowerPoint_[FundName]">
  <a:themeElements>
    <a:clrScheme name="S&amp;I Corp">
      <a:dk1>
        <a:srgbClr val="333333"/>
      </a:dk1>
      <a:lt1>
        <a:srgbClr val="FFFFFF"/>
      </a:lt1>
      <a:dk2>
        <a:srgbClr val="828386"/>
      </a:dk2>
      <a:lt2>
        <a:srgbClr val="FFFFFF"/>
      </a:lt2>
      <a:accent1>
        <a:srgbClr val="A50034"/>
      </a:accent1>
      <a:accent2>
        <a:srgbClr val="6B6B6B"/>
      </a:accent2>
      <a:accent3>
        <a:srgbClr val="00558A"/>
      </a:accent3>
      <a:accent4>
        <a:srgbClr val="00A1E0"/>
      </a:accent4>
      <a:accent5>
        <a:srgbClr val="C7EAF8"/>
      </a:accent5>
      <a:accent6>
        <a:srgbClr val="6CC263"/>
      </a:accent6>
      <a:hlink>
        <a:srgbClr val="5E6162"/>
      </a:hlink>
      <a:folHlink>
        <a:srgbClr val="333333"/>
      </a:folHlink>
    </a:clrScheme>
    <a:fontScheme name="MACCAP Global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36000" tIns="36000" rIns="36000" bIns="36000" rtlCol="0" anchor="ctr" anchorCtr="0"/>
      <a:lstStyle>
        <a:defPPr algn="ctr">
          <a:defRPr sz="10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rgbClr val="A7A8AB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36000" tIns="36000" rIns="36000" bIns="36000" rtlCol="0" anchor="ctr" anchorCtr="0">
        <a:noAutofit/>
      </a:bodyPr>
      <a:lstStyle>
        <a:defPPr algn="ctr">
          <a:defRPr sz="10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IRA Investor Day - Template" id="{83887C40-9CEE-4630-AFFA-262A2EFB0519}" vid="{A9F8C8E2-F07C-4518-9053-4D89C61AE5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675213EF229F4C80FC45D14635B83A" ma:contentTypeVersion="15" ma:contentTypeDescription="Create a new document." ma:contentTypeScope="" ma:versionID="05493aa4f2cb082d30a0b052c1930da1">
  <xsd:schema xmlns:xsd="http://www.w3.org/2001/XMLSchema" xmlns:xs="http://www.w3.org/2001/XMLSchema" xmlns:p="http://schemas.microsoft.com/office/2006/metadata/properties" xmlns:ns2="ea5f19c6-7b24-4930-932e-be82ba028a48" xmlns:ns3="c03670f4-d9db-4a83-ac1f-ac79c702c974" xmlns:ns4="3b0738c1-0000-4a3e-a11a-0f14df93f9bd" targetNamespace="http://schemas.microsoft.com/office/2006/metadata/properties" ma:root="true" ma:fieldsID="20831cf0903f32cb203431c568c0fbfb" ns2:_="" ns3:_="" ns4:_="">
    <xsd:import namespace="ea5f19c6-7b24-4930-932e-be82ba028a48"/>
    <xsd:import namespace="c03670f4-d9db-4a83-ac1f-ac79c702c974"/>
    <xsd:import namespace="3b0738c1-0000-4a3e-a11a-0f14df93f9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TaxKeywordTaxHTField" minOccurs="0"/>
                <xsd:element ref="ns4:TaxCatchAll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5f19c6-7b24-4930-932e-be82ba028a4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5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3670f4-d9db-4a83-ac1f-ac79c702c974" elementFormDefault="qualified">
    <xsd:import namespace="http://schemas.microsoft.com/office/2006/documentManagement/types"/>
    <xsd:import namespace="http://schemas.microsoft.com/office/infopath/2007/PartnerControls"/>
    <xsd:element name="TaxKeywordTaxHTField" ma:index="12" nillable="true" ma:taxonomy="true" ma:internalName="TaxKeywordTaxHTField" ma:taxonomyFieldName="TaxKeyword" ma:displayName="Enterprise Keywords" ma:fieldId="{23f27201-bee3-471e-b2e7-b64fd8b7ca38}" ma:taxonomyMulti="true" ma:sspId="611d4f9b-f87b-4141-8e07-e8898016638a" ma:termSetId="00000000-0000-0000-0000-000000000000" ma:anchorId="00000000-0000-0000-0000-000000000000" ma:open="true" ma:isKeyword="true">
      <xsd:complexType>
        <xsd:sequence>
          <xsd:element ref="pc:Terms" minOccurs="0" maxOccurs="1"/>
        </xsd:sequence>
      </xsd:complexType>
    </xsd:element>
    <xsd:element name="SharedWithUsers" ma:index="16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0738c1-0000-4a3e-a11a-0f14df93f9bd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description="" ma:hidden="true" ma:list="{27a36ab0-1cf4-4866-bace-ba3f70802e29}" ma:internalName="TaxCatchAll" ma:showField="CatchAllData" ma:web="c03670f4-d9db-4a83-ac1f-ac79c702c97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KeywordTaxHTField xmlns="c03670f4-d9db-4a83-ac1f-ac79c702c974">
      <Terms xmlns="http://schemas.microsoft.com/office/infopath/2007/PartnerControls"/>
    </TaxKeywordTaxHTField>
    <TaxCatchAll xmlns="3b0738c1-0000-4a3e-a11a-0f14df93f9bd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CE19924-842E-4BD9-96E5-C4D2FF0EA34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5f19c6-7b24-4930-932e-be82ba028a48"/>
    <ds:schemaRef ds:uri="c03670f4-d9db-4a83-ac1f-ac79c702c974"/>
    <ds:schemaRef ds:uri="3b0738c1-0000-4a3e-a11a-0f14df93f9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5347F31-AD86-4BAB-81AC-586F2105F0D9}">
  <ds:schemaRefs>
    <ds:schemaRef ds:uri="http://purl.org/dc/dcmitype/"/>
    <ds:schemaRef ds:uri="http://purl.org/dc/terms/"/>
    <ds:schemaRef ds:uri="ea5f19c6-7b24-4930-932e-be82ba028a48"/>
    <ds:schemaRef ds:uri="c03670f4-d9db-4a83-ac1f-ac79c702c97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3b0738c1-0000-4a3e-a11a-0f14df93f9bd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D05214BB-B657-4D20-8E76-67E01D00E9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A4_GasPipes_Vertical</Template>
  <TotalTime>33182</TotalTime>
  <Words>26</Words>
  <Application>Microsoft Office PowerPoint</Application>
  <PresentationFormat>A4 용지(210x297mm)</PresentationFormat>
  <Paragraphs>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9" baseType="lpstr">
      <vt:lpstr>HelveticaNeue LT 45 Lt</vt:lpstr>
      <vt:lpstr>Arial</vt:lpstr>
      <vt:lpstr>Arial Narrow</vt:lpstr>
      <vt:lpstr>Calibri</vt:lpstr>
      <vt:lpstr>Wingdings</vt:lpstr>
      <vt:lpstr>1_A4_PowerPoint_[FundName]</vt:lpstr>
      <vt:lpstr>PowerPoint 프레젠테이션</vt:lpstr>
      <vt:lpstr>PowerPoint 프레젠테이션</vt:lpstr>
      <vt:lpstr>PowerPoint 프레젠테이션</vt:lpstr>
    </vt:vector>
  </TitlesOfParts>
  <Company>Copal Amba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Serena Sun (MIRA)</dc:creator>
  <cp:lastModifiedBy>종근 이</cp:lastModifiedBy>
  <cp:revision>2043</cp:revision>
  <cp:lastPrinted>2022-06-07T23:45:19Z</cp:lastPrinted>
  <dcterms:created xsi:type="dcterms:W3CDTF">2018-11-14T02:21:53Z</dcterms:created>
  <dcterms:modified xsi:type="dcterms:W3CDTF">2025-11-18T22:29:10Z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0x01010066675213EF229F4C80FC45D14635B83A</vt:lpwstr>
  </property>
  <property fmtid="{D5CDD505-2E9C-101B-9397-08002B2CF9AE}" pid="3" name="TaxKeyword">
    <vt:lpwstr/>
  </property>
  <property fmtid="{D5CDD505-2E9C-101B-9397-08002B2CF9AE}" pid="4" name="Test2">
    <vt:lpwstr/>
  </property>
  <property fmtid="{D5CDD505-2E9C-101B-9397-08002B2CF9AE}" pid="5" name="MSIP_Label_bff60613-a741-4790-ba46-c6813ca61c58_Enabled">
    <vt:lpwstr>true</vt:lpwstr>
  </property>
  <property fmtid="{D5CDD505-2E9C-101B-9397-08002B2CF9AE}" pid="6" name="MSIP_Label_bff60613-a741-4790-ba46-c6813ca61c58_SetDate">
    <vt:lpwstr>2021-09-28T04:30:54Z</vt:lpwstr>
  </property>
  <property fmtid="{D5CDD505-2E9C-101B-9397-08002B2CF9AE}" pid="7" name="MSIP_Label_bff60613-a741-4790-ba46-c6813ca61c58_Method">
    <vt:lpwstr>Standard</vt:lpwstr>
  </property>
  <property fmtid="{D5CDD505-2E9C-101B-9397-08002B2CF9AE}" pid="8" name="MSIP_Label_bff60613-a741-4790-ba46-c6813ca61c58_Name">
    <vt:lpwstr>Confidential</vt:lpwstr>
  </property>
  <property fmtid="{D5CDD505-2E9C-101B-9397-08002B2CF9AE}" pid="9" name="MSIP_Label_bff60613-a741-4790-ba46-c6813ca61c58_SiteId">
    <vt:lpwstr>568a5434-7d3f-4714-b824-fe722e2748c0</vt:lpwstr>
  </property>
  <property fmtid="{D5CDD505-2E9C-101B-9397-08002B2CF9AE}" pid="10" name="MSIP_Label_bff60613-a741-4790-ba46-c6813ca61c58_ActionId">
    <vt:lpwstr>92fff813-c4fa-4ef2-a8ab-1d8738cd4435</vt:lpwstr>
  </property>
  <property fmtid="{D5CDD505-2E9C-101B-9397-08002B2CF9AE}" pid="11" name="MSIP_Label_bff60613-a741-4790-ba46-c6813ca61c58_ContentBits">
    <vt:lpwstr>0</vt:lpwstr>
  </property>
  <property fmtid="{D5CDD505-2E9C-101B-9397-08002B2CF9AE}" pid="12" name="TaxKeywordTaxHTField">
    <vt:lpwstr/>
  </property>
  <property fmtid="{D5CDD505-2E9C-101B-9397-08002B2CF9AE}" pid="13" name="TaxCatchAll">
    <vt:lpwstr/>
  </property>
</Properties>
</file>