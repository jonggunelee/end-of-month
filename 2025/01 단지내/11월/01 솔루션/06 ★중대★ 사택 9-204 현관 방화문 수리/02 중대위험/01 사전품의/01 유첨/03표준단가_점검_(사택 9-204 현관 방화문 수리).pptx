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3" r:id="rId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3" orient="horz" pos="1706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660" autoAdjust="0"/>
  </p:normalViewPr>
  <p:slideViewPr>
    <p:cSldViewPr showGuides="1">
      <p:cViewPr varScale="1">
        <p:scale>
          <a:sx n="111" d="100"/>
          <a:sy n="111" d="100"/>
        </p:scale>
        <p:origin x="1914" y="114"/>
      </p:cViewPr>
      <p:guideLst>
        <p:guide orient="horz" pos="3339"/>
        <p:guide orient="horz" pos="17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147C50-B012-4247-A61F-B7316BF2B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3053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2D97-4539-4DCC-8CEE-144ACF03C2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56BE1-2CAA-40EF-B71A-3287D86857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B59B4-716B-46A9-8201-5468C1785D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E7912-FB56-441B-8B87-78ED946D75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838D1-AC5B-4B25-B576-49208D423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6A093-DA79-478B-949F-225C25022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81DA-728E-4074-9A7D-ABDAB8A543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AF5F-7A4A-40AA-B461-405EC5604E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91A80-52FA-4CF9-AE71-47EC998F27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BAC06-D2EC-47CE-BAA2-E454E4B9E1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57E7B-D4F6-4786-A9EB-E0A5FA82F5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5EFC6-5205-4214-B56C-71C68C00FC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32493"/>
              </p:ext>
            </p:extLst>
          </p:nvPr>
        </p:nvGraphicFramePr>
        <p:xfrm>
          <a:off x="128464" y="692696"/>
          <a:ext cx="9562271" cy="554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206308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5-1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산소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알곤</a:t>
                      </a:r>
                      <a:br>
                        <a:rPr lang="en-US" altLang="ko-KR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용접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·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절단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화재예방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LPG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역화방지기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밸브 옆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</a:p>
                    <a:p>
                      <a:pPr algn="l" latinLnBrk="1"/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전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비눗물이나 가스누출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탐지제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보글체크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등을 사용하여 가스 누설 검사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실시 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주변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소화기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불티비산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방지포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가연물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제거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확인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질식 예방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내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상태 및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 시설 설치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상태 확인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환기 상태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확인이 가능한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작업장 사진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31870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25409" t="24052" r="24356" b="23682"/>
          <a:stretch/>
        </p:blipFill>
        <p:spPr>
          <a:xfrm>
            <a:off x="8691889" y="2527323"/>
            <a:ext cx="843200" cy="58768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146" y="1261996"/>
            <a:ext cx="922227" cy="49055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rcRect b="28666"/>
          <a:stretch/>
        </p:blipFill>
        <p:spPr>
          <a:xfrm>
            <a:off x="8645947" y="1844789"/>
            <a:ext cx="942858" cy="5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7288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3060</TotalTime>
  <Words>93</Words>
  <Application>Microsoft Office PowerPoint</Application>
  <PresentationFormat>A4 용지(210x297mm)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굴림</vt:lpstr>
      <vt:lpstr>맑은 고딕</vt:lpstr>
      <vt:lpstr>맑은 고딕 Semilight</vt:lpstr>
      <vt:lpstr>기본 디자인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종근 이</cp:lastModifiedBy>
  <cp:revision>201</cp:revision>
  <cp:lastPrinted>2022-05-26T02:49:20Z</cp:lastPrinted>
  <dcterms:created xsi:type="dcterms:W3CDTF">2010-10-27T23:29:57Z</dcterms:created>
  <dcterms:modified xsi:type="dcterms:W3CDTF">2025-10-14T05:43:42Z</dcterms:modified>
</cp:coreProperties>
</file>