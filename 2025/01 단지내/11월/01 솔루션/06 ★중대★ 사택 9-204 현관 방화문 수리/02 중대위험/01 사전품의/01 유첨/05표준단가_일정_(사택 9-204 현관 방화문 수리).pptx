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  <p:sldMasterId id="2147483697" r:id="rId2"/>
    <p:sldMasterId id="2147483678" r:id="rId3"/>
  </p:sldMasterIdLst>
  <p:notesMasterIdLst>
    <p:notesMasterId r:id="rId5"/>
  </p:notesMasterIdLst>
  <p:handoutMasterIdLst>
    <p:handoutMasterId r:id="rId6"/>
  </p:handoutMasterIdLst>
  <p:sldIdLst>
    <p:sldId id="666" r:id="rId4"/>
  </p:sldIdLst>
  <p:sldSz cx="10693400" cy="7556500"/>
  <p:notesSz cx="6807200" cy="9939338"/>
  <p:embeddedFontLst>
    <p:embeddedFont>
      <p:font typeface="LG스마트체 Regular" panose="020B0600000101010101" pitchFamily="50" charset="-127"/>
      <p:regular r:id="rId7"/>
    </p:embeddedFont>
    <p:embeddedFont>
      <p:font typeface="LG스마트체 SemiBold" panose="020B0600000101010101" pitchFamily="50" charset="-127"/>
      <p:bold r:id="rId8"/>
    </p:embeddedFont>
    <p:embeddedFont>
      <p:font typeface="LG스마트체2.0 Bold" panose="020B0600000101010101" pitchFamily="50" charset="-127"/>
      <p:bold r:id="rId9"/>
    </p:embeddedFont>
    <p:embeddedFont>
      <p:font typeface="LG스마트체2.0 Regular" panose="020B0600000101010101" pitchFamily="50" charset="-127"/>
      <p:regular r:id="rId10"/>
    </p:embeddedFont>
    <p:embeddedFont>
      <p:font typeface="LG스마트체2.0 SemiBold" panose="020B0600000101010101" pitchFamily="50" charset="-127"/>
      <p:bold r:id="rId11"/>
    </p:embeddedFont>
    <p:embeddedFont>
      <p:font typeface="맑은 고딕" panose="020B0503020000020004" pitchFamily="50" charset="-127"/>
      <p:regular r:id="rId12"/>
      <p:bold r:id="rId13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9" pos="6702" userDrawn="1">
          <p15:clr>
            <a:srgbClr val="A4A3A4"/>
          </p15:clr>
        </p15:guide>
        <p15:guide id="10" orient="horz" pos="21" userDrawn="1">
          <p15:clr>
            <a:srgbClr val="A4A3A4"/>
          </p15:clr>
        </p15:guide>
        <p15:guide id="11" pos="10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00FF"/>
    <a:srgbClr val="FD3D3D"/>
    <a:srgbClr val="FE8C8C"/>
    <a:srgbClr val="E6E6EE"/>
    <a:srgbClr val="FE6E6E"/>
    <a:srgbClr val="F93E0B"/>
    <a:srgbClr val="5F5F5F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70" autoAdjust="0"/>
    <p:restoredTop sz="95587" autoAdjust="0"/>
  </p:normalViewPr>
  <p:slideViewPr>
    <p:cSldViewPr>
      <p:cViewPr varScale="1">
        <p:scale>
          <a:sx n="101" d="100"/>
          <a:sy n="101" d="100"/>
        </p:scale>
        <p:origin x="1764" y="120"/>
      </p:cViewPr>
      <p:guideLst>
        <p:guide pos="6702"/>
        <p:guide orient="horz" pos="21"/>
        <p:guide pos="10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94"/>
    </p:cViewPr>
  </p:sorterViewPr>
  <p:notesViewPr>
    <p:cSldViewPr>
      <p:cViewPr varScale="1">
        <p:scale>
          <a:sx n="85" d="100"/>
          <a:sy n="85" d="100"/>
        </p:scale>
        <p:origin x="3906" y="102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3" Type="http://schemas.openxmlformats.org/officeDocument/2006/relationships/slideMaster" Target="slideMasters/slideMaster3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font" Target="fonts/font5.fntdata"/><Relationship Id="rId5" Type="http://schemas.openxmlformats.org/officeDocument/2006/relationships/notesMaster" Target="notesMasters/notesMaster1.xml"/><Relationship Id="rId15" Type="http://schemas.openxmlformats.org/officeDocument/2006/relationships/viewProps" Target="viewProps.xml"/><Relationship Id="rId10" Type="http://schemas.openxmlformats.org/officeDocument/2006/relationships/font" Target="fonts/font4.fntdata"/><Relationship Id="rId4" Type="http://schemas.openxmlformats.org/officeDocument/2006/relationships/slide" Target="slides/slide1.xml"/><Relationship Id="rId9" Type="http://schemas.openxmlformats.org/officeDocument/2006/relationships/font" Target="fonts/font3.fntdata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529" cy="497524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5082" y="0"/>
            <a:ext cx="2950529" cy="497524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r">
              <a:defRPr sz="1200"/>
            </a:lvl1pPr>
          </a:lstStyle>
          <a:p>
            <a:fld id="{F15428A6-CC4D-423C-A067-3F870C488EE0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1814"/>
            <a:ext cx="2950529" cy="497524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5082" y="9441814"/>
            <a:ext cx="2950529" cy="497524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r">
              <a:defRPr sz="1200"/>
            </a:lvl1pPr>
          </a:lstStyle>
          <a:p>
            <a:fld id="{890FC41D-FE4E-4A0C-8956-D918303E59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675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786" cy="496967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9" y="0"/>
            <a:ext cx="2949786" cy="496967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r">
              <a:defRPr sz="1200"/>
            </a:lvl1pPr>
          </a:lstStyle>
          <a:p>
            <a:fld id="{0B6FDFAE-2414-4E27-A322-DFB194605503}" type="datetimeFigureOut">
              <a:rPr lang="ko-KR" altLang="en-US" smtClean="0"/>
              <a:t>2025-10-14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66763" y="746125"/>
            <a:ext cx="5273675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9" tIns="45779" rIns="91559" bIns="45779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1" y="4721186"/>
            <a:ext cx="5445760" cy="4472702"/>
          </a:xfrm>
          <a:prstGeom prst="rect">
            <a:avLst/>
          </a:prstGeom>
        </p:spPr>
        <p:txBody>
          <a:bodyPr vert="horz" lIns="91559" tIns="45779" rIns="91559" bIns="45779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40646"/>
            <a:ext cx="2949786" cy="496967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9" y="9440646"/>
            <a:ext cx="2949786" cy="496967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r">
              <a:defRPr sz="1200"/>
            </a:lvl1pPr>
          </a:lstStyle>
          <a:p>
            <a:fld id="{ADEBA2C6-68A6-4E3F-86DC-D2D9812462F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97329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830" y="753915"/>
            <a:ext cx="3914775" cy="504825"/>
          </a:xfrm>
          <a:prstGeom prst="rect">
            <a:avLst/>
          </a:prstGeom>
        </p:spPr>
      </p:pic>
      <p:sp>
        <p:nvSpPr>
          <p:cNvPr id="10" name="내용 개체 틀 9"/>
          <p:cNvSpPr>
            <a:spLocks noGrp="1"/>
          </p:cNvSpPr>
          <p:nvPr>
            <p:ph sz="quarter" idx="10" hasCustomPrompt="1"/>
          </p:nvPr>
        </p:nvSpPr>
        <p:spPr>
          <a:xfrm>
            <a:off x="5130676" y="2865389"/>
            <a:ext cx="5184576" cy="492621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3200" b="1" spc="-150" baseline="0">
                <a:solidFill>
                  <a:schemeClr val="tx1">
                    <a:lumMod val="65000"/>
                    <a:lumOff val="35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1</a:t>
            </a:r>
            <a:r>
              <a:rPr lang="ko-KR" altLang="en-US" dirty="0"/>
              <a:t>월 </a:t>
            </a:r>
            <a:r>
              <a:rPr lang="en-US" altLang="ko-KR" dirty="0"/>
              <a:t>Monthly Report</a:t>
            </a:r>
            <a:endParaRPr lang="ko-KR" altLang="en-US" dirty="0"/>
          </a:p>
        </p:txBody>
      </p:sp>
      <p:sp>
        <p:nvSpPr>
          <p:cNvPr id="11" name="내용 개체 틀 9"/>
          <p:cNvSpPr>
            <a:spLocks noGrp="1"/>
          </p:cNvSpPr>
          <p:nvPr>
            <p:ph sz="quarter" idx="11" hasCustomPrompt="1"/>
          </p:nvPr>
        </p:nvSpPr>
        <p:spPr>
          <a:xfrm>
            <a:off x="5634732" y="3500687"/>
            <a:ext cx="4680520" cy="50311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2600" b="0" spc="-150" baseline="0">
                <a:solidFill>
                  <a:schemeClr val="tx1">
                    <a:lumMod val="50000"/>
                    <a:lumOff val="50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</a:lstStyle>
          <a:p>
            <a:pPr lvl="0"/>
            <a:r>
              <a:rPr lang="ko-KR" altLang="en-US" dirty="0" err="1"/>
              <a:t>그랑서울빌딩</a:t>
            </a:r>
            <a:endParaRPr lang="ko-KR" altLang="en-US" dirty="0"/>
          </a:p>
        </p:txBody>
      </p:sp>
      <p:sp>
        <p:nvSpPr>
          <p:cNvPr id="12" name="내용 개체 틀 9"/>
          <p:cNvSpPr>
            <a:spLocks noGrp="1"/>
          </p:cNvSpPr>
          <p:nvPr>
            <p:ph sz="quarter" idx="12" hasCustomPrompt="1"/>
          </p:nvPr>
        </p:nvSpPr>
        <p:spPr>
          <a:xfrm>
            <a:off x="3474492" y="3130178"/>
            <a:ext cx="1728192" cy="4840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3200" b="0" spc="-3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ko-KR" dirty="0"/>
              <a:t>2016</a:t>
            </a:r>
            <a:r>
              <a:rPr lang="ko-KR" altLang="en-US" dirty="0"/>
              <a:t>년</a:t>
            </a:r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663605" y="7003759"/>
            <a:ext cx="2495128" cy="402313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B686AB-25C3-45D7-8571-0AB58706FBE8}" type="slidenum">
              <a:rPr lang="ko-KR" altLang="en-US" smtClean="0"/>
              <a:t>‹#›</a:t>
            </a:fld>
            <a:endParaRPr lang="ko-KR" altLang="en-US" dirty="0"/>
          </a:p>
        </p:txBody>
      </p:sp>
      <p:grpSp>
        <p:nvGrpSpPr>
          <p:cNvPr id="4" name="그룹 3"/>
          <p:cNvGrpSpPr/>
          <p:nvPr userDrawn="1"/>
        </p:nvGrpSpPr>
        <p:grpSpPr>
          <a:xfrm>
            <a:off x="4194572" y="6700132"/>
            <a:ext cx="7056784" cy="570506"/>
            <a:chOff x="4194572" y="6700132"/>
            <a:chExt cx="7056784" cy="570506"/>
          </a:xfrm>
        </p:grpSpPr>
        <p:pic>
          <p:nvPicPr>
            <p:cNvPr id="2" name="그림 1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77907" y="6700132"/>
              <a:ext cx="1001241" cy="318478"/>
            </a:xfrm>
            <a:prstGeom prst="rect">
              <a:avLst/>
            </a:prstGeom>
          </p:spPr>
        </p:pic>
        <p:sp>
          <p:nvSpPr>
            <p:cNvPr id="3" name="TextBox 2"/>
            <p:cNvSpPr txBox="1"/>
            <p:nvPr userDrawn="1"/>
          </p:nvSpPr>
          <p:spPr>
            <a:xfrm>
              <a:off x="4194572" y="7032111"/>
              <a:ext cx="7056784" cy="2385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50" dirty="0" err="1">
                  <a:solidFill>
                    <a:schemeClr val="bg1">
                      <a:lumMod val="65000"/>
                    </a:schemeClr>
                  </a:solidFill>
                  <a:latin typeface="LG스마트체2.0 Bold" panose="020B0600000101010101" pitchFamily="50" charset="-127"/>
                  <a:ea typeface="LG스마트체2.0 Bold" panose="020B0600000101010101" pitchFamily="50" charset="-127"/>
                </a:rPr>
                <a:t>에스앤아이의</a:t>
              </a:r>
              <a:r>
                <a:rPr lang="ko-KR" altLang="en-US" sz="950" dirty="0">
                  <a:solidFill>
                    <a:schemeClr val="bg1">
                      <a:lumMod val="65000"/>
                    </a:schemeClr>
                  </a:solidFill>
                  <a:latin typeface="LG스마트체2.0 Bold" panose="020B0600000101010101" pitchFamily="50" charset="-127"/>
                  <a:ea typeface="LG스마트체2.0 Bold" panose="020B0600000101010101" pitchFamily="50" charset="-127"/>
                </a:rPr>
                <a:t> 사전 승인 없이 본 내용의 전부 또는 일부에 대한 복사</a:t>
              </a:r>
              <a:r>
                <a:rPr lang="en-US" altLang="ko-KR" sz="950" dirty="0">
                  <a:solidFill>
                    <a:schemeClr val="bg1">
                      <a:lumMod val="65000"/>
                    </a:schemeClr>
                  </a:solidFill>
                  <a:latin typeface="LG스마트체2.0 Bold" panose="020B0600000101010101" pitchFamily="50" charset="-127"/>
                  <a:ea typeface="LG스마트체2.0 Bold" panose="020B0600000101010101" pitchFamily="50" charset="-127"/>
                </a:rPr>
                <a:t>, </a:t>
              </a:r>
              <a:r>
                <a:rPr lang="ko-KR" altLang="en-US" sz="950" dirty="0">
                  <a:solidFill>
                    <a:schemeClr val="bg1">
                      <a:lumMod val="65000"/>
                    </a:schemeClr>
                  </a:solidFill>
                  <a:latin typeface="LG스마트체2.0 Bold" panose="020B0600000101010101" pitchFamily="50" charset="-127"/>
                  <a:ea typeface="LG스마트체2.0 Bold" panose="020B0600000101010101" pitchFamily="50" charset="-127"/>
                </a:rPr>
                <a:t>전재</a:t>
              </a:r>
              <a:r>
                <a:rPr lang="en-US" altLang="ko-KR" sz="950" dirty="0">
                  <a:solidFill>
                    <a:schemeClr val="bg1">
                      <a:lumMod val="65000"/>
                    </a:schemeClr>
                  </a:solidFill>
                  <a:latin typeface="LG스마트체2.0 Bold" panose="020B0600000101010101" pitchFamily="50" charset="-127"/>
                  <a:ea typeface="LG스마트체2.0 Bold" panose="020B0600000101010101" pitchFamily="50" charset="-127"/>
                </a:rPr>
                <a:t>, </a:t>
              </a:r>
              <a:r>
                <a:rPr lang="ko-KR" altLang="en-US" sz="950" dirty="0">
                  <a:solidFill>
                    <a:schemeClr val="bg1">
                      <a:lumMod val="65000"/>
                    </a:schemeClr>
                  </a:solidFill>
                  <a:latin typeface="LG스마트체2.0 Bold" panose="020B0600000101010101" pitchFamily="50" charset="-127"/>
                  <a:ea typeface="LG스마트체2.0 Bold" panose="020B0600000101010101" pitchFamily="50" charset="-127"/>
                </a:rPr>
                <a:t>배포</a:t>
              </a:r>
              <a:r>
                <a:rPr lang="en-US" altLang="ko-KR" sz="950" dirty="0">
                  <a:solidFill>
                    <a:schemeClr val="bg1">
                      <a:lumMod val="65000"/>
                    </a:schemeClr>
                  </a:solidFill>
                  <a:latin typeface="LG스마트체2.0 Bold" panose="020B0600000101010101" pitchFamily="50" charset="-127"/>
                  <a:ea typeface="LG스마트체2.0 Bold" panose="020B0600000101010101" pitchFamily="50" charset="-127"/>
                </a:rPr>
                <a:t>, </a:t>
              </a:r>
              <a:r>
                <a:rPr lang="ko-KR" altLang="en-US" sz="950" dirty="0">
                  <a:solidFill>
                    <a:schemeClr val="bg1">
                      <a:lumMod val="65000"/>
                    </a:schemeClr>
                  </a:solidFill>
                  <a:latin typeface="LG스마트체2.0 Bold" panose="020B0600000101010101" pitchFamily="50" charset="-127"/>
                  <a:ea typeface="LG스마트체2.0 Bold" panose="020B0600000101010101" pitchFamily="50" charset="-127"/>
                </a:rPr>
                <a:t>사용 등을 금합니다</a:t>
              </a:r>
              <a:r>
                <a:rPr lang="en-US" altLang="ko-KR" sz="950" dirty="0">
                  <a:solidFill>
                    <a:schemeClr val="bg1">
                      <a:lumMod val="65000"/>
                    </a:schemeClr>
                  </a:solidFill>
                  <a:latin typeface="LG스마트체2.0 Bold" panose="020B0600000101010101" pitchFamily="50" charset="-127"/>
                  <a:ea typeface="LG스마트체2.0 Bold" panose="020B0600000101010101" pitchFamily="50" charset="-127"/>
                </a:rPr>
                <a:t>.</a:t>
              </a:r>
              <a:endParaRPr lang="ko-KR" altLang="en-US" sz="950" dirty="0">
                <a:solidFill>
                  <a:schemeClr val="bg1">
                    <a:lumMod val="65000"/>
                  </a:schemeClr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92339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9"/>
          <p:cNvSpPr>
            <a:spLocks noGrp="1"/>
          </p:cNvSpPr>
          <p:nvPr>
            <p:ph sz="quarter" idx="13" hasCustomPrompt="1"/>
          </p:nvPr>
        </p:nvSpPr>
        <p:spPr>
          <a:xfrm>
            <a:off x="8846516" y="946151"/>
            <a:ext cx="1152648" cy="575469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3600" spc="-300"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dirty="0"/>
              <a:t>목차</a:t>
            </a:r>
          </a:p>
        </p:txBody>
      </p:sp>
      <p:pic>
        <p:nvPicPr>
          <p:cNvPr id="4" name="Picture 2" descr="\\psf\Home\Desktop\04 PNG file\04 엣스퍼트 BI 슬로건 상하 조합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8148" y="518979"/>
            <a:ext cx="1231468" cy="66698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4134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6620" y="6686377"/>
            <a:ext cx="5314950" cy="504825"/>
          </a:xfrm>
          <a:prstGeom prst="rect">
            <a:avLst/>
          </a:prstGeom>
        </p:spPr>
      </p:pic>
      <p:sp>
        <p:nvSpPr>
          <p:cNvPr id="10" name="내용 개체 틀 9"/>
          <p:cNvSpPr>
            <a:spLocks noGrp="1"/>
          </p:cNvSpPr>
          <p:nvPr>
            <p:ph sz="quarter" idx="13" hasCustomPrompt="1"/>
          </p:nvPr>
        </p:nvSpPr>
        <p:spPr>
          <a:xfrm>
            <a:off x="2487614" y="3130104"/>
            <a:ext cx="7395592" cy="576138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4400" b="1" i="0" spc="-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2</a:t>
            </a:r>
            <a:r>
              <a:rPr lang="ko-KR" altLang="en-US" dirty="0"/>
              <a:t>월 </a:t>
            </a:r>
            <a:r>
              <a:rPr lang="ko-KR" altLang="en-US" dirty="0" err="1"/>
              <a:t>상주형</a:t>
            </a:r>
            <a:r>
              <a:rPr lang="ko-KR" altLang="en-US" dirty="0"/>
              <a:t> 고객 리포트</a:t>
            </a:r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176" y="753914"/>
            <a:ext cx="3914775" cy="504825"/>
          </a:xfrm>
          <a:prstGeom prst="rect">
            <a:avLst/>
          </a:prstGeom>
        </p:spPr>
      </p:pic>
      <p:sp>
        <p:nvSpPr>
          <p:cNvPr id="5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663605" y="7003759"/>
            <a:ext cx="2495128" cy="402313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B686AB-25C3-45D7-8571-0AB58706FBE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1104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콘텐츠 2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9"/>
          <p:cNvSpPr>
            <a:spLocks noGrp="1"/>
          </p:cNvSpPr>
          <p:nvPr>
            <p:ph sz="quarter" idx="13" hasCustomPrompt="1"/>
          </p:nvPr>
        </p:nvSpPr>
        <p:spPr>
          <a:xfrm>
            <a:off x="255464" y="280715"/>
            <a:ext cx="4350567" cy="429766"/>
          </a:xfrm>
        </p:spPr>
        <p:txBody>
          <a:bodyPr>
            <a:normAutofit/>
          </a:bodyPr>
          <a:lstStyle>
            <a:lvl1pPr marL="0" indent="0" algn="l">
              <a:buFontTx/>
              <a:buNone/>
              <a:defRPr sz="2400" b="1" spc="-300" baseline="0">
                <a:solidFill>
                  <a:schemeClr val="bg1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05. </a:t>
            </a:r>
            <a:r>
              <a:rPr lang="ko-KR" altLang="en-US" dirty="0"/>
              <a:t>서비스 수행실적 </a:t>
            </a:r>
            <a:r>
              <a:rPr lang="en-US" altLang="ko-KR" dirty="0"/>
              <a:t>– </a:t>
            </a:r>
            <a:r>
              <a:rPr lang="ko-KR" altLang="en-US" dirty="0"/>
              <a:t>미화</a:t>
            </a:r>
          </a:p>
        </p:txBody>
      </p:sp>
      <p:sp>
        <p:nvSpPr>
          <p:cNvPr id="11" name="내용 개체 틀 9"/>
          <p:cNvSpPr>
            <a:spLocks noGrp="1"/>
          </p:cNvSpPr>
          <p:nvPr>
            <p:ph sz="quarter" idx="14" hasCustomPrompt="1"/>
          </p:nvPr>
        </p:nvSpPr>
        <p:spPr>
          <a:xfrm>
            <a:off x="6031807" y="431974"/>
            <a:ext cx="4350567" cy="321940"/>
          </a:xfrm>
        </p:spPr>
        <p:txBody>
          <a:bodyPr>
            <a:normAutofit/>
          </a:bodyPr>
          <a:lstStyle>
            <a:lvl1pPr marL="0" indent="0" algn="r">
              <a:buFontTx/>
              <a:buNone/>
              <a:defRPr sz="1800" b="0" spc="-150" baseline="0">
                <a:solidFill>
                  <a:schemeClr val="bg1">
                    <a:lumMod val="85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0000 </a:t>
            </a:r>
            <a:r>
              <a:rPr lang="ko-KR" altLang="en-US" dirty="0"/>
              <a:t>센터</a:t>
            </a:r>
          </a:p>
        </p:txBody>
      </p:sp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749" y="7083376"/>
            <a:ext cx="685800" cy="257175"/>
          </a:xfrm>
          <a:prstGeom prst="rect">
            <a:avLst/>
          </a:prstGeom>
        </p:spPr>
      </p:pic>
      <p:sp>
        <p:nvSpPr>
          <p:cNvPr id="14" name="직사각형 13"/>
          <p:cNvSpPr/>
          <p:nvPr userDrawn="1"/>
        </p:nvSpPr>
        <p:spPr>
          <a:xfrm>
            <a:off x="950020" y="7232824"/>
            <a:ext cx="9221217" cy="457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089107" y="7029296"/>
            <a:ext cx="2495128" cy="402313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B686AB-25C3-45D7-8571-0AB58706FBE8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2" name="직사각형 1"/>
          <p:cNvSpPr/>
          <p:nvPr userDrawn="1"/>
        </p:nvSpPr>
        <p:spPr>
          <a:xfrm>
            <a:off x="10027219" y="7173659"/>
            <a:ext cx="5549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08B686AB-25C3-45D7-8571-0AB58706FBE8}" type="slidenum">
              <a:rPr lang="ko-KR" altLang="en-US" sz="120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pPr algn="r"/>
              <a:t>‹#›</a:t>
            </a:fld>
            <a:endParaRPr lang="ko-KR" altLang="en-US" sz="1200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0696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콘텐츠 2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9"/>
          <p:cNvSpPr>
            <a:spLocks noGrp="1"/>
          </p:cNvSpPr>
          <p:nvPr>
            <p:ph sz="quarter" idx="13" hasCustomPrompt="1"/>
          </p:nvPr>
        </p:nvSpPr>
        <p:spPr>
          <a:xfrm>
            <a:off x="2394372" y="540173"/>
            <a:ext cx="5328592" cy="429766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800" b="1" spc="-3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대청소 서비스 확인서</a:t>
            </a:r>
          </a:p>
        </p:txBody>
      </p:sp>
      <p:cxnSp>
        <p:nvCxnSpPr>
          <p:cNvPr id="3" name="직선 연결선 2"/>
          <p:cNvCxnSpPr/>
          <p:nvPr userDrawn="1"/>
        </p:nvCxnSpPr>
        <p:spPr>
          <a:xfrm>
            <a:off x="3330477" y="1041946"/>
            <a:ext cx="3528392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140" y="424732"/>
            <a:ext cx="685800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120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336676" y="1236664"/>
            <a:ext cx="8020050" cy="263048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36676" y="3968750"/>
            <a:ext cx="8020050" cy="18240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23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71" indent="0" algn="ctr">
              <a:buNone/>
              <a:defRPr sz="1600"/>
            </a:lvl4pPr>
            <a:lvl5pPr marL="1828894" indent="0" algn="ctr">
              <a:buNone/>
              <a:defRPr sz="1600"/>
            </a:lvl5pPr>
            <a:lvl6pPr marL="2286117" indent="0" algn="ctr">
              <a:buNone/>
              <a:defRPr sz="1600"/>
            </a:lvl6pPr>
            <a:lvl7pPr marL="2743340" indent="0" algn="ctr">
              <a:buNone/>
              <a:defRPr sz="1600"/>
            </a:lvl7pPr>
            <a:lvl8pPr marL="3200564" indent="0" algn="ctr">
              <a:buNone/>
              <a:defRPr sz="1600"/>
            </a:lvl8pPr>
            <a:lvl9pPr marL="3657787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2025-10-14</a:t>
            </a:fld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61192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2025-10-14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849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0250" y="1884363"/>
            <a:ext cx="9221788" cy="31432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0250" y="5056188"/>
            <a:ext cx="9221788" cy="16541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23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4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7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9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1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3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5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78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2025-10-14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11248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735014" y="2011363"/>
            <a:ext cx="4535487" cy="47942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422901" y="2011363"/>
            <a:ext cx="4535487" cy="47942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2025-10-14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3082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6600" y="401638"/>
            <a:ext cx="9223376" cy="14605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6602" y="1852613"/>
            <a:ext cx="4524374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23" indent="0">
              <a:buNone/>
              <a:defRPr sz="2000" b="1"/>
            </a:lvl2pPr>
            <a:lvl3pPr marL="914446" indent="0">
              <a:buNone/>
              <a:defRPr sz="1800" b="1"/>
            </a:lvl3pPr>
            <a:lvl4pPr marL="1371671" indent="0">
              <a:buNone/>
              <a:defRPr sz="1600" b="1"/>
            </a:lvl4pPr>
            <a:lvl5pPr marL="1828894" indent="0">
              <a:buNone/>
              <a:defRPr sz="1600" b="1"/>
            </a:lvl5pPr>
            <a:lvl6pPr marL="2286117" indent="0">
              <a:buNone/>
              <a:defRPr sz="1600" b="1"/>
            </a:lvl6pPr>
            <a:lvl7pPr marL="2743340" indent="0">
              <a:buNone/>
              <a:defRPr sz="1600" b="1"/>
            </a:lvl7pPr>
            <a:lvl8pPr marL="3200564" indent="0">
              <a:buNone/>
              <a:defRPr sz="1600" b="1"/>
            </a:lvl8pPr>
            <a:lvl9pPr marL="3657787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736602" y="2760664"/>
            <a:ext cx="4524374" cy="405923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413376" y="1852613"/>
            <a:ext cx="4546600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23" indent="0">
              <a:buNone/>
              <a:defRPr sz="2000" b="1"/>
            </a:lvl2pPr>
            <a:lvl3pPr marL="914446" indent="0">
              <a:buNone/>
              <a:defRPr sz="1800" b="1"/>
            </a:lvl3pPr>
            <a:lvl4pPr marL="1371671" indent="0">
              <a:buNone/>
              <a:defRPr sz="1600" b="1"/>
            </a:lvl4pPr>
            <a:lvl5pPr marL="1828894" indent="0">
              <a:buNone/>
              <a:defRPr sz="1600" b="1"/>
            </a:lvl5pPr>
            <a:lvl6pPr marL="2286117" indent="0">
              <a:buNone/>
              <a:defRPr sz="1600" b="1"/>
            </a:lvl6pPr>
            <a:lvl7pPr marL="2743340" indent="0">
              <a:buNone/>
              <a:defRPr sz="1600" b="1"/>
            </a:lvl7pPr>
            <a:lvl8pPr marL="3200564" indent="0">
              <a:buNone/>
              <a:defRPr sz="1600" b="1"/>
            </a:lvl8pPr>
            <a:lvl9pPr marL="3657787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413376" y="2760664"/>
            <a:ext cx="4546600" cy="405923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2025-10-14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0148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2025-10-14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80353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2025-10-14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6926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6600" y="503238"/>
            <a:ext cx="3449639" cy="17637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46601" y="1087438"/>
            <a:ext cx="5413375" cy="53705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36600" y="2266951"/>
            <a:ext cx="3449639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23" indent="0">
              <a:buNone/>
              <a:defRPr sz="1400"/>
            </a:lvl2pPr>
            <a:lvl3pPr marL="914446" indent="0">
              <a:buNone/>
              <a:defRPr sz="1200"/>
            </a:lvl3pPr>
            <a:lvl4pPr marL="1371671" indent="0">
              <a:buNone/>
              <a:defRPr sz="1000"/>
            </a:lvl4pPr>
            <a:lvl5pPr marL="1828894" indent="0">
              <a:buNone/>
              <a:defRPr sz="1000"/>
            </a:lvl5pPr>
            <a:lvl6pPr marL="2286117" indent="0">
              <a:buNone/>
              <a:defRPr sz="1000"/>
            </a:lvl6pPr>
            <a:lvl7pPr marL="2743340" indent="0">
              <a:buNone/>
              <a:defRPr sz="1000"/>
            </a:lvl7pPr>
            <a:lvl8pPr marL="3200564" indent="0">
              <a:buNone/>
              <a:defRPr sz="1000"/>
            </a:lvl8pPr>
            <a:lvl9pPr marL="3657787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2025-10-14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41678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6600" y="503238"/>
            <a:ext cx="3449639" cy="17637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546601" y="1087438"/>
            <a:ext cx="5413375" cy="5370512"/>
          </a:xfrm>
        </p:spPr>
        <p:txBody>
          <a:bodyPr/>
          <a:lstStyle>
            <a:lvl1pPr marL="0" indent="0">
              <a:buNone/>
              <a:defRPr sz="3200"/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71" indent="0">
              <a:buNone/>
              <a:defRPr sz="2000"/>
            </a:lvl4pPr>
            <a:lvl5pPr marL="1828894" indent="0">
              <a:buNone/>
              <a:defRPr sz="2000"/>
            </a:lvl5pPr>
            <a:lvl6pPr marL="2286117" indent="0">
              <a:buNone/>
              <a:defRPr sz="2000"/>
            </a:lvl6pPr>
            <a:lvl7pPr marL="2743340" indent="0">
              <a:buNone/>
              <a:defRPr sz="2000"/>
            </a:lvl7pPr>
            <a:lvl8pPr marL="3200564" indent="0">
              <a:buNone/>
              <a:defRPr sz="2000"/>
            </a:lvl8pPr>
            <a:lvl9pPr marL="3657787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36600" y="2266951"/>
            <a:ext cx="3449639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23" indent="0">
              <a:buNone/>
              <a:defRPr sz="1400"/>
            </a:lvl2pPr>
            <a:lvl3pPr marL="914446" indent="0">
              <a:buNone/>
              <a:defRPr sz="1200"/>
            </a:lvl3pPr>
            <a:lvl4pPr marL="1371671" indent="0">
              <a:buNone/>
              <a:defRPr sz="1000"/>
            </a:lvl4pPr>
            <a:lvl5pPr marL="1828894" indent="0">
              <a:buNone/>
              <a:defRPr sz="1000"/>
            </a:lvl5pPr>
            <a:lvl6pPr marL="2286117" indent="0">
              <a:buNone/>
              <a:defRPr sz="1000"/>
            </a:lvl6pPr>
            <a:lvl7pPr marL="2743340" indent="0">
              <a:buNone/>
              <a:defRPr sz="1000"/>
            </a:lvl7pPr>
            <a:lvl8pPr marL="3200564" indent="0">
              <a:buNone/>
              <a:defRPr sz="1000"/>
            </a:lvl8pPr>
            <a:lvl9pPr marL="3657787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2025-10-14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608941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2025-10-14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45715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653339" y="401638"/>
            <a:ext cx="2305049" cy="64039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735014" y="401638"/>
            <a:ext cx="6765926" cy="64039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B425-81EA-4539-BE6C-928227732D98}" type="datetimeFigureOut">
              <a:rPr lang="ko-KR" altLang="en-US" smtClean="0"/>
              <a:t>2025-10-14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25837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9"/>
          <p:cNvSpPr>
            <a:spLocks noGrp="1"/>
          </p:cNvSpPr>
          <p:nvPr>
            <p:ph sz="quarter" idx="13" hasCustomPrompt="1"/>
          </p:nvPr>
        </p:nvSpPr>
        <p:spPr>
          <a:xfrm>
            <a:off x="8846517" y="946150"/>
            <a:ext cx="1152648" cy="575469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3600" spc="-300"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dirty="0"/>
              <a:t>목차</a:t>
            </a:r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663605" y="7003758"/>
            <a:ext cx="2495127" cy="402313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B686AB-25C3-45D7-8571-0AB58706FBE8}" type="slidenum">
              <a:rPr lang="ko-KR" altLang="en-US" smtClean="0"/>
              <a:t>‹#›</a:t>
            </a:fld>
            <a:endParaRPr lang="ko-KR" altLang="en-US" dirty="0"/>
          </a:p>
        </p:txBody>
      </p:sp>
      <p:grpSp>
        <p:nvGrpSpPr>
          <p:cNvPr id="6" name="그룹 5"/>
          <p:cNvGrpSpPr/>
          <p:nvPr userDrawn="1"/>
        </p:nvGrpSpPr>
        <p:grpSpPr>
          <a:xfrm>
            <a:off x="3466927" y="6711619"/>
            <a:ext cx="6416277" cy="523015"/>
            <a:chOff x="3466927" y="6711619"/>
            <a:chExt cx="6416277" cy="523015"/>
          </a:xfrm>
        </p:grpSpPr>
        <p:pic>
          <p:nvPicPr>
            <p:cNvPr id="7" name="그림 6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057735" y="6711619"/>
              <a:ext cx="681453" cy="234983"/>
            </a:xfrm>
            <a:prstGeom prst="rect">
              <a:avLst/>
            </a:prstGeom>
          </p:spPr>
        </p:pic>
        <p:sp>
          <p:nvSpPr>
            <p:cNvPr id="11" name="직사각형 10"/>
            <p:cNvSpPr/>
            <p:nvPr userDrawn="1"/>
          </p:nvSpPr>
          <p:spPr>
            <a:xfrm>
              <a:off x="3466927" y="6973024"/>
              <a:ext cx="6416277" cy="261610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9pPr>
            </a:lstStyle>
            <a:p>
              <a:pPr marL="0" lvl="1" algn="ctr" eaLnBrk="1" latinLnBrk="1" hangingPunct="1">
                <a:spcBef>
                  <a:spcPts val="600"/>
                </a:spcBef>
                <a:spcAft>
                  <a:spcPts val="600"/>
                </a:spcAft>
                <a:defRPr/>
              </a:pPr>
              <a:r>
                <a:rPr lang="ko-KR" altLang="en-US" sz="1100" b="0" dirty="0" err="1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에스앤아이</a:t>
              </a:r>
              <a:r>
                <a:rPr lang="ko-KR" altLang="en-US" sz="1100" b="0" dirty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</a:t>
              </a:r>
              <a:r>
                <a:rPr lang="ko-KR" altLang="en-US" sz="1100" b="0" dirty="0" err="1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코퍼레이션의</a:t>
              </a:r>
              <a:r>
                <a:rPr lang="ko-KR" altLang="en-US" sz="1100" b="0" dirty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사전 승인 없이 본 내용의 전부 또는 일부에 대한 복사</a:t>
              </a:r>
              <a:r>
                <a:rPr lang="en-US" altLang="ko-KR" sz="1100" b="0" dirty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, </a:t>
              </a:r>
              <a:r>
                <a:rPr lang="ko-KR" altLang="en-US" sz="1100" b="0" dirty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전재</a:t>
              </a:r>
              <a:r>
                <a:rPr lang="en-US" altLang="ko-KR" sz="1100" b="0" dirty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, </a:t>
              </a:r>
              <a:r>
                <a:rPr lang="ko-KR" altLang="en-US" sz="1100" b="0" dirty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배포</a:t>
              </a:r>
              <a:r>
                <a:rPr lang="en-US" altLang="ko-KR" sz="1100" b="0" dirty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, </a:t>
              </a:r>
              <a:r>
                <a:rPr lang="ko-KR" altLang="en-US" sz="1100" b="0" dirty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사용 등을 금합니다</a:t>
              </a:r>
              <a:r>
                <a:rPr lang="en-US" altLang="ko-KR" sz="1100" b="0" dirty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.</a:t>
              </a:r>
              <a:endParaRPr lang="ko-KR" altLang="ko-KR" sz="1100" b="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  <p:pic>
        <p:nvPicPr>
          <p:cNvPr id="12" name="Picture 2" descr="\\psf\Home\Desktop\04 PNG file\04 엣스퍼트 BI 슬로건 상하 조합.pn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8148" y="518979"/>
            <a:ext cx="1231468" cy="66698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433438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336675" y="1236663"/>
            <a:ext cx="8020050" cy="263048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36675" y="3968750"/>
            <a:ext cx="8020050" cy="18240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89816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12755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0250" y="1884363"/>
            <a:ext cx="9221788" cy="31432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0250" y="5056188"/>
            <a:ext cx="9221788" cy="16541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16680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735013" y="2011363"/>
            <a:ext cx="4535487" cy="479425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422900" y="2011363"/>
            <a:ext cx="4535488" cy="479425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25349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6600" y="401638"/>
            <a:ext cx="9223375" cy="14605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6600" y="1852613"/>
            <a:ext cx="4524375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736600" y="2760663"/>
            <a:ext cx="4524375" cy="40592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413375" y="1852613"/>
            <a:ext cx="4546600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413375" y="2760663"/>
            <a:ext cx="4546600" cy="40592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93243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35606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02077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6600" y="503238"/>
            <a:ext cx="3449638" cy="17637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46600" y="1087438"/>
            <a:ext cx="5413375" cy="53705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36600" y="2266950"/>
            <a:ext cx="3449638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45923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6600" y="503238"/>
            <a:ext cx="3449638" cy="17637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546600" y="1087438"/>
            <a:ext cx="5413375" cy="53705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36600" y="2266950"/>
            <a:ext cx="3449638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52159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60096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653338" y="401638"/>
            <a:ext cx="2305050" cy="64039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735013" y="401638"/>
            <a:ext cx="6765925" cy="64039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F446-C1D4-4F46-9D8A-25CB61739800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28892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9"/>
          <p:cNvSpPr>
            <a:spLocks noGrp="1"/>
          </p:cNvSpPr>
          <p:nvPr>
            <p:ph sz="quarter" idx="10" hasCustomPrompt="1"/>
          </p:nvPr>
        </p:nvSpPr>
        <p:spPr>
          <a:xfrm>
            <a:off x="5130676" y="2865388"/>
            <a:ext cx="5184576" cy="492621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3200" b="1" spc="-150" baseline="0">
                <a:solidFill>
                  <a:schemeClr val="tx1">
                    <a:lumMod val="65000"/>
                    <a:lumOff val="35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1</a:t>
            </a:r>
            <a:r>
              <a:rPr lang="ko-KR" altLang="en-US" dirty="0"/>
              <a:t>월 </a:t>
            </a:r>
            <a:r>
              <a:rPr lang="en-US" altLang="ko-KR" dirty="0"/>
              <a:t>Monthly Report</a:t>
            </a:r>
            <a:endParaRPr lang="ko-KR" altLang="en-US" dirty="0"/>
          </a:p>
        </p:txBody>
      </p:sp>
      <p:sp>
        <p:nvSpPr>
          <p:cNvPr id="11" name="내용 개체 틀 9"/>
          <p:cNvSpPr>
            <a:spLocks noGrp="1"/>
          </p:cNvSpPr>
          <p:nvPr>
            <p:ph sz="quarter" idx="11" hasCustomPrompt="1"/>
          </p:nvPr>
        </p:nvSpPr>
        <p:spPr>
          <a:xfrm>
            <a:off x="5634732" y="3500686"/>
            <a:ext cx="4680520" cy="50311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2600" b="0" spc="-150" baseline="0">
                <a:solidFill>
                  <a:schemeClr val="tx1">
                    <a:lumMod val="50000"/>
                    <a:lumOff val="50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</a:lstStyle>
          <a:p>
            <a:pPr lvl="0"/>
            <a:r>
              <a:rPr lang="ko-KR" altLang="en-US" dirty="0" err="1"/>
              <a:t>그랑서울빌딩</a:t>
            </a:r>
            <a:endParaRPr lang="ko-KR" altLang="en-US" dirty="0"/>
          </a:p>
        </p:txBody>
      </p:sp>
      <p:sp>
        <p:nvSpPr>
          <p:cNvPr id="12" name="내용 개체 틀 9"/>
          <p:cNvSpPr>
            <a:spLocks noGrp="1"/>
          </p:cNvSpPr>
          <p:nvPr>
            <p:ph sz="quarter" idx="12" hasCustomPrompt="1"/>
          </p:nvPr>
        </p:nvSpPr>
        <p:spPr>
          <a:xfrm>
            <a:off x="3474492" y="3130178"/>
            <a:ext cx="1728192" cy="4840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3200" b="0" spc="-3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ko-KR" dirty="0"/>
              <a:t>2016</a:t>
            </a:r>
            <a:r>
              <a:rPr lang="ko-KR" altLang="en-US" dirty="0"/>
              <a:t>년</a:t>
            </a:r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663605" y="7003758"/>
            <a:ext cx="2495127" cy="402313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8B686AB-25C3-45D7-8571-0AB58706FBE8}" type="slidenum">
              <a:rPr kumimoji="1" lang="ko-KR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3466927" y="6711619"/>
            <a:ext cx="6416277" cy="523015"/>
            <a:chOff x="3466927" y="6711619"/>
            <a:chExt cx="6416277" cy="523015"/>
          </a:xfrm>
        </p:grpSpPr>
        <p:pic>
          <p:nvPicPr>
            <p:cNvPr id="14" name="그림 13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057735" y="6711619"/>
              <a:ext cx="681453" cy="234983"/>
            </a:xfrm>
            <a:prstGeom prst="rect">
              <a:avLst/>
            </a:prstGeom>
          </p:spPr>
        </p:pic>
        <p:sp>
          <p:nvSpPr>
            <p:cNvPr id="15" name="직사각형 14"/>
            <p:cNvSpPr/>
            <p:nvPr userDrawn="1"/>
          </p:nvSpPr>
          <p:spPr>
            <a:xfrm>
              <a:off x="3466927" y="6973024"/>
              <a:ext cx="6416277" cy="261610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9pPr>
            </a:lstStyle>
            <a:p>
              <a:pPr marL="0" marR="0" lvl="1" indent="0" algn="ctr" defTabSz="914400" rtl="0" eaLnBrk="1" fontAlgn="base" latinLnBrk="1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에스앤아이</a:t>
              </a:r>
              <a:r>
                <a:rPr kumimoji="1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 </a:t>
              </a:r>
              <a:r>
                <a:rPr kumimoji="1" lang="ko-KR" alt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코퍼레이션의</a:t>
              </a:r>
              <a:r>
                <a:rPr kumimoji="1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 사전 승인 없이 본 내용의 전부 또는 일부에 대한 복사</a:t>
              </a:r>
              <a:r>
                <a:rPr kumimoji="1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1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전재</a:t>
              </a:r>
              <a:r>
                <a:rPr kumimoji="1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1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배포</a:t>
              </a:r>
              <a:r>
                <a:rPr kumimoji="1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1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사용 등을 금합니다</a:t>
              </a:r>
              <a:r>
                <a:rPr kumimoji="1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.</a:t>
              </a:r>
              <a:endParaRPr kumimoji="1" lang="ko-KR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endParaRPr>
            </a:p>
          </p:txBody>
        </p:sp>
      </p:grpSp>
      <p:pic>
        <p:nvPicPr>
          <p:cNvPr id="16" name="Picture 2" descr="\\psf\Home\Desktop\04 PNG file\04 엣스퍼트 BI 슬로건 상하 조합.pn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8148" y="681906"/>
            <a:ext cx="1231468" cy="66698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9859216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9"/>
          <p:cNvSpPr>
            <a:spLocks noGrp="1"/>
          </p:cNvSpPr>
          <p:nvPr>
            <p:ph sz="quarter" idx="13" hasCustomPrompt="1"/>
          </p:nvPr>
        </p:nvSpPr>
        <p:spPr>
          <a:xfrm>
            <a:off x="8846517" y="946150"/>
            <a:ext cx="1152648" cy="575469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3600" spc="-300"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dirty="0"/>
              <a:t>목차</a:t>
            </a:r>
          </a:p>
        </p:txBody>
      </p:sp>
      <p:grpSp>
        <p:nvGrpSpPr>
          <p:cNvPr id="4" name="그룹 3"/>
          <p:cNvGrpSpPr/>
          <p:nvPr userDrawn="1"/>
        </p:nvGrpSpPr>
        <p:grpSpPr>
          <a:xfrm>
            <a:off x="3466927" y="6711619"/>
            <a:ext cx="6416277" cy="523015"/>
            <a:chOff x="3466927" y="6711619"/>
            <a:chExt cx="6416277" cy="523015"/>
          </a:xfrm>
        </p:grpSpPr>
        <p:pic>
          <p:nvPicPr>
            <p:cNvPr id="5" name="그림 4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057735" y="6711619"/>
              <a:ext cx="681453" cy="234983"/>
            </a:xfrm>
            <a:prstGeom prst="rect">
              <a:avLst/>
            </a:prstGeom>
          </p:spPr>
        </p:pic>
        <p:sp>
          <p:nvSpPr>
            <p:cNvPr id="6" name="직사각형 5"/>
            <p:cNvSpPr/>
            <p:nvPr userDrawn="1"/>
          </p:nvSpPr>
          <p:spPr>
            <a:xfrm>
              <a:off x="3466927" y="6973024"/>
              <a:ext cx="6416277" cy="261610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9pPr>
            </a:lstStyle>
            <a:p>
              <a:pPr marL="0" marR="0" lvl="1" indent="0" algn="ctr" defTabSz="914400" rtl="0" eaLnBrk="1" fontAlgn="base" latinLnBrk="1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에스앤아이</a:t>
              </a:r>
              <a:r>
                <a:rPr kumimoji="1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 </a:t>
              </a:r>
              <a:r>
                <a:rPr kumimoji="1" lang="ko-KR" alt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코퍼레이션의</a:t>
              </a:r>
              <a:r>
                <a:rPr kumimoji="1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 사전 승인 없이 본 내용의 전부 또는 일부에 대한 복사</a:t>
              </a:r>
              <a:r>
                <a:rPr kumimoji="1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1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전재</a:t>
              </a:r>
              <a:r>
                <a:rPr kumimoji="1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1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배포</a:t>
              </a:r>
              <a:r>
                <a:rPr kumimoji="1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1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사용 등을 금합니다</a:t>
              </a:r>
              <a:r>
                <a:rPr kumimoji="1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.</a:t>
              </a:r>
              <a:endParaRPr kumimoji="1" lang="ko-KR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endParaRPr>
            </a:p>
          </p:txBody>
        </p:sp>
      </p:grpSp>
      <p:pic>
        <p:nvPicPr>
          <p:cNvPr id="7" name="Picture 2" descr="\\psf\Home\Desktop\04 PNG file\04 엣스퍼트 BI 슬로건 상하 조합.pn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8148" y="518979"/>
            <a:ext cx="1231468" cy="66698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740959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9"/>
          <p:cNvSpPr>
            <a:spLocks noGrp="1"/>
          </p:cNvSpPr>
          <p:nvPr>
            <p:ph sz="quarter" idx="13" hasCustomPrompt="1"/>
          </p:nvPr>
        </p:nvSpPr>
        <p:spPr>
          <a:xfrm>
            <a:off x="2487613" y="3130104"/>
            <a:ext cx="7395591" cy="576138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4400" b="1" i="0" spc="-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2</a:t>
            </a:r>
            <a:r>
              <a:rPr lang="ko-KR" altLang="en-US" dirty="0"/>
              <a:t>월 </a:t>
            </a:r>
            <a:r>
              <a:rPr lang="ko-KR" altLang="en-US" dirty="0" err="1"/>
              <a:t>상주형</a:t>
            </a:r>
            <a:r>
              <a:rPr lang="ko-KR" altLang="en-US" dirty="0"/>
              <a:t> 고객 리포트</a:t>
            </a:r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663605" y="7003758"/>
            <a:ext cx="2495127" cy="402313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8B686AB-25C3-45D7-8571-0AB58706FBE8}" type="slidenum">
              <a:rPr kumimoji="1" lang="ko-KR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grpSp>
        <p:nvGrpSpPr>
          <p:cNvPr id="6" name="그룹 5"/>
          <p:cNvGrpSpPr/>
          <p:nvPr userDrawn="1"/>
        </p:nvGrpSpPr>
        <p:grpSpPr>
          <a:xfrm>
            <a:off x="3466927" y="6711619"/>
            <a:ext cx="6416277" cy="523015"/>
            <a:chOff x="3466927" y="6711619"/>
            <a:chExt cx="6416277" cy="523015"/>
          </a:xfrm>
        </p:grpSpPr>
        <p:pic>
          <p:nvPicPr>
            <p:cNvPr id="7" name="그림 6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057735" y="6711619"/>
              <a:ext cx="681453" cy="234983"/>
            </a:xfrm>
            <a:prstGeom prst="rect">
              <a:avLst/>
            </a:prstGeom>
          </p:spPr>
        </p:pic>
        <p:sp>
          <p:nvSpPr>
            <p:cNvPr id="11" name="직사각형 10"/>
            <p:cNvSpPr/>
            <p:nvPr userDrawn="1"/>
          </p:nvSpPr>
          <p:spPr>
            <a:xfrm>
              <a:off x="3466927" y="6973024"/>
              <a:ext cx="6416277" cy="261610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200" b="1" kern="1200">
                  <a:solidFill>
                    <a:schemeClr val="bg1"/>
                  </a:solidFill>
                  <a:latin typeface="Trebuchet MS" pitchFamily="34" charset="0"/>
                  <a:ea typeface="굴림" charset="-127"/>
                  <a:cs typeface="+mn-cs"/>
                </a:defRPr>
              </a:lvl9pPr>
            </a:lstStyle>
            <a:p>
              <a:pPr marL="0" marR="0" lvl="1" indent="0" algn="ctr" defTabSz="914400" rtl="0" eaLnBrk="1" fontAlgn="base" latinLnBrk="1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에스앤아이</a:t>
              </a:r>
              <a:r>
                <a:rPr kumimoji="1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 </a:t>
              </a:r>
              <a:r>
                <a:rPr kumimoji="1" lang="ko-KR" alt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코퍼레이션의</a:t>
              </a:r>
              <a:r>
                <a:rPr kumimoji="1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 사전 승인 없이 본 내용의 전부 또는 일부에 대한 복사</a:t>
              </a:r>
              <a:r>
                <a:rPr kumimoji="1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1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전재</a:t>
              </a:r>
              <a:r>
                <a:rPr kumimoji="1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1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배포</a:t>
              </a:r>
              <a:r>
                <a:rPr kumimoji="1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1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사용 등을 금합니다</a:t>
              </a:r>
              <a:r>
                <a:rPr kumimoji="1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.</a:t>
              </a:r>
              <a:endParaRPr kumimoji="1" lang="ko-KR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endParaRPr>
            </a:p>
          </p:txBody>
        </p:sp>
      </p:grpSp>
      <p:pic>
        <p:nvPicPr>
          <p:cNvPr id="12" name="Picture 2" descr="\\psf\Home\Desktop\04 PNG file\04 엣스퍼트 BI 슬로건 상하 조합.pn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8148" y="681906"/>
            <a:ext cx="1231468" cy="66698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3030342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콘텐츠 2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9"/>
          <p:cNvSpPr>
            <a:spLocks noGrp="1"/>
          </p:cNvSpPr>
          <p:nvPr>
            <p:ph sz="quarter" idx="13" hasCustomPrompt="1"/>
          </p:nvPr>
        </p:nvSpPr>
        <p:spPr>
          <a:xfrm>
            <a:off x="255464" y="280715"/>
            <a:ext cx="4350568" cy="429766"/>
          </a:xfrm>
        </p:spPr>
        <p:txBody>
          <a:bodyPr>
            <a:normAutofit/>
          </a:bodyPr>
          <a:lstStyle>
            <a:lvl1pPr marL="0" indent="0" algn="l">
              <a:buFontTx/>
              <a:buNone/>
              <a:defRPr sz="2400" b="1" spc="-300" baseline="0">
                <a:solidFill>
                  <a:schemeClr val="bg1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05. </a:t>
            </a:r>
            <a:r>
              <a:rPr lang="ko-KR" altLang="en-US" dirty="0"/>
              <a:t>서비스 수행실적 </a:t>
            </a:r>
            <a:r>
              <a:rPr lang="en-US" altLang="ko-KR" dirty="0"/>
              <a:t>– </a:t>
            </a:r>
            <a:r>
              <a:rPr lang="ko-KR" altLang="en-US" dirty="0"/>
              <a:t>미화</a:t>
            </a:r>
          </a:p>
        </p:txBody>
      </p:sp>
      <p:sp>
        <p:nvSpPr>
          <p:cNvPr id="11" name="내용 개체 틀 9"/>
          <p:cNvSpPr>
            <a:spLocks noGrp="1"/>
          </p:cNvSpPr>
          <p:nvPr>
            <p:ph sz="quarter" idx="14" hasCustomPrompt="1"/>
          </p:nvPr>
        </p:nvSpPr>
        <p:spPr>
          <a:xfrm>
            <a:off x="6031806" y="431974"/>
            <a:ext cx="4350568" cy="321940"/>
          </a:xfrm>
        </p:spPr>
        <p:txBody>
          <a:bodyPr>
            <a:normAutofit/>
          </a:bodyPr>
          <a:lstStyle>
            <a:lvl1pPr marL="0" indent="0" algn="r">
              <a:buFontTx/>
              <a:buNone/>
              <a:defRPr sz="1800" b="0" spc="-150" baseline="0">
                <a:solidFill>
                  <a:schemeClr val="bg1">
                    <a:lumMod val="85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0000 </a:t>
            </a:r>
            <a:r>
              <a:rPr lang="ko-KR" altLang="en-US" dirty="0"/>
              <a:t>센터</a:t>
            </a:r>
          </a:p>
        </p:txBody>
      </p:sp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748" y="7083375"/>
            <a:ext cx="685800" cy="257175"/>
          </a:xfrm>
          <a:prstGeom prst="rect">
            <a:avLst/>
          </a:prstGeom>
        </p:spPr>
      </p:pic>
      <p:sp>
        <p:nvSpPr>
          <p:cNvPr id="14" name="직사각형 13"/>
          <p:cNvSpPr/>
          <p:nvPr userDrawn="1"/>
        </p:nvSpPr>
        <p:spPr>
          <a:xfrm>
            <a:off x="950019" y="7232824"/>
            <a:ext cx="9221217" cy="457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089107" y="7029295"/>
            <a:ext cx="2495127" cy="402313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8B686AB-25C3-45D7-8571-0AB58706FBE8}" type="slidenum">
              <a:rPr kumimoji="1" lang="ko-KR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2" name="직사각형 1"/>
          <p:cNvSpPr/>
          <p:nvPr userDrawn="1"/>
        </p:nvSpPr>
        <p:spPr>
          <a:xfrm>
            <a:off x="10027220" y="7173659"/>
            <a:ext cx="5549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8B686AB-25C3-45D7-8571-0AB58706FBE8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2.0 Regular" panose="020B0600000101010101" pitchFamily="50" charset="-127"/>
              <a:ea typeface="LG스마트체2.0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885729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콘텐츠 2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9"/>
          <p:cNvSpPr>
            <a:spLocks noGrp="1"/>
          </p:cNvSpPr>
          <p:nvPr>
            <p:ph sz="quarter" idx="13" hasCustomPrompt="1"/>
          </p:nvPr>
        </p:nvSpPr>
        <p:spPr>
          <a:xfrm>
            <a:off x="2394372" y="540172"/>
            <a:ext cx="5328592" cy="429766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800" b="1" spc="-3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대청소 서비스 확인서</a:t>
            </a:r>
          </a:p>
        </p:txBody>
      </p:sp>
      <p:cxnSp>
        <p:nvCxnSpPr>
          <p:cNvPr id="3" name="직선 연결선 2"/>
          <p:cNvCxnSpPr/>
          <p:nvPr userDrawn="1"/>
        </p:nvCxnSpPr>
        <p:spPr>
          <a:xfrm>
            <a:off x="3330476" y="1041946"/>
            <a:ext cx="3528392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140" y="424731"/>
            <a:ext cx="685800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62723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336675" y="1236663"/>
            <a:ext cx="8020050" cy="263048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36675" y="3968750"/>
            <a:ext cx="8020050" cy="18240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2025-10-14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823082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2025-10-14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802419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0250" y="1884363"/>
            <a:ext cx="9221788" cy="31432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0250" y="5056188"/>
            <a:ext cx="9221788" cy="16541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2025-10-14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248331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735013" y="2011363"/>
            <a:ext cx="4535487" cy="47942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422900" y="2011363"/>
            <a:ext cx="4535488" cy="47942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2025-10-14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919231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6600" y="401638"/>
            <a:ext cx="9223375" cy="14605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6600" y="1852613"/>
            <a:ext cx="4524375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736600" y="2760663"/>
            <a:ext cx="4524375" cy="405923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413375" y="1852613"/>
            <a:ext cx="4546600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413375" y="2760663"/>
            <a:ext cx="4546600" cy="405923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2025-10-14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479620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2025-10-14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65006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2025-10-14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132812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6600" y="503238"/>
            <a:ext cx="3449638" cy="17637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46600" y="1087438"/>
            <a:ext cx="5413375" cy="53705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36600" y="2266950"/>
            <a:ext cx="3449638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2025-10-14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537223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6600" y="503238"/>
            <a:ext cx="3449638" cy="17637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546600" y="1087438"/>
            <a:ext cx="5413375" cy="53705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36600" y="2266950"/>
            <a:ext cx="3449638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2025-10-14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988450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2025-10-14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698675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653338" y="401638"/>
            <a:ext cx="2305050" cy="64039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735013" y="401638"/>
            <a:ext cx="6765925" cy="64039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2025-10-14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562126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 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 userDrawn="1"/>
        </p:nvSpPr>
        <p:spPr>
          <a:xfrm>
            <a:off x="2676525" y="2798586"/>
            <a:ext cx="5524500" cy="861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104243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4997" b="0" i="0" u="none" strike="noStrike" kern="1200" cap="none" spc="0" normalizeH="0" baseline="0" noProof="0" dirty="0">
                <a:ln>
                  <a:noFill/>
                </a:ln>
                <a:solidFill>
                  <a:srgbClr val="CD0F46"/>
                </a:solidFill>
                <a:effectLst/>
                <a:uLnTx/>
                <a:uFillTx/>
                <a:latin typeface="LG스마트체 SemiBold" pitchFamily="50" charset="-127"/>
                <a:ea typeface="LG스마트체 SemiBold" pitchFamily="50" charset="-127"/>
                <a:cs typeface="+mn-cs"/>
              </a:rPr>
              <a:t>Thank you</a:t>
            </a:r>
            <a:endParaRPr kumimoji="1" lang="ko-KR" altLang="en-US" sz="499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pic>
        <p:nvPicPr>
          <p:cNvPr id="1026" name="Picture 2" descr="\\psf\Home\Desktop\04 PNG file\04 엣스퍼트 BI 슬로건 상하 조합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19640" y="6092161"/>
            <a:ext cx="1505806" cy="79800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20075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17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44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735013" y="401638"/>
            <a:ext cx="9223376" cy="1460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5013" y="2011363"/>
            <a:ext cx="9223376" cy="4794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735014" y="7004050"/>
            <a:ext cx="24066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85B425-81EA-4539-BE6C-928227732D98}" type="datetimeFigureOut">
              <a:rPr lang="ko-KR" altLang="en-US" smtClean="0"/>
              <a:t>2025-10-14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541714" y="7004050"/>
            <a:ext cx="3609975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551739" y="7004050"/>
            <a:ext cx="24066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CEA930-309B-4B37-A455-00AE93665D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3033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  <p:sldLayoutId id="2147483671" r:id="rId16"/>
  </p:sldLayoutIdLst>
  <p:txStyles>
    <p:titleStyle>
      <a:lvl1pPr algn="l" defTabSz="914446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2" indent="-228612" algn="l" defTabSz="914446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35" indent="-228612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58" indent="-228612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81" indent="-228612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06" indent="-228612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29" indent="-228612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52" indent="-228612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5" indent="-228612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400" indent="-228612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71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4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7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40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4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7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735013" y="401638"/>
            <a:ext cx="9223375" cy="1460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5013" y="2011363"/>
            <a:ext cx="9223375" cy="4794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735013" y="7004050"/>
            <a:ext cx="24066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E0F446-C1D4-4F46-9D8A-25CB61739800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541713" y="7004050"/>
            <a:ext cx="3609975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551738" y="7004050"/>
            <a:ext cx="24066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402B0A-37FF-429C-BD26-C01C6A465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1454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735013" y="401638"/>
            <a:ext cx="9223375" cy="1460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5013" y="2011363"/>
            <a:ext cx="9223375" cy="4794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735013" y="7004050"/>
            <a:ext cx="24066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5B425-81EA-4539-BE6C-928227732D98}" type="datetimeFigureOut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2025-10-14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541713" y="7004050"/>
            <a:ext cx="3609975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551738" y="7004050"/>
            <a:ext cx="24066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CEA930-309B-4B37-A455-00AE93665DA6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1891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1"/>
          <p:cNvSpPr>
            <a:spLocks noGrp="1"/>
          </p:cNvSpPr>
          <p:nvPr>
            <p:ph sz="quarter" idx="13"/>
          </p:nvPr>
        </p:nvSpPr>
        <p:spPr>
          <a:xfrm>
            <a:off x="263849" y="249858"/>
            <a:ext cx="5190863" cy="465771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사택 </a:t>
            </a:r>
            <a:r>
              <a:rPr lang="en-US" altLang="ko-KR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9-204 </a:t>
            </a:r>
            <a:r>
              <a:rPr lang="ko-KR" altLang="en-US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현관 </a:t>
            </a:r>
            <a:r>
              <a:rPr lang="ko-KR" altLang="en-US" dirty="0" err="1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방화문</a:t>
            </a:r>
            <a:r>
              <a:rPr lang="ko-KR" altLang="en-US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 수리 예상 공정표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6974918"/>
              </p:ext>
            </p:extLst>
          </p:nvPr>
        </p:nvGraphicFramePr>
        <p:xfrm>
          <a:off x="306140" y="1942046"/>
          <a:ext cx="10076236" cy="349239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484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0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0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00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00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0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00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00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006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006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006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006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006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89521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36549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세부 추진 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13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2025</a:t>
                      </a:r>
                      <a:r>
                        <a:rPr lang="ko-KR" altLang="en-US" sz="14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년도 </a:t>
                      </a:r>
                      <a:r>
                        <a:rPr lang="en-US" altLang="ko-KR" sz="14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10</a:t>
                      </a:r>
                      <a:r>
                        <a:rPr lang="ko-KR" altLang="en-US" sz="14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월 추진 계획일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54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20</a:t>
                      </a:r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21</a:t>
                      </a:r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22</a:t>
                      </a:r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23</a:t>
                      </a:r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24</a:t>
                      </a:r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25</a:t>
                      </a:r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26</a:t>
                      </a:r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27</a:t>
                      </a:r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28</a:t>
                      </a:r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29</a:t>
                      </a:r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30</a:t>
                      </a:r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31</a:t>
                      </a:r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비고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5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현관문 용접</a:t>
                      </a:r>
                      <a:r>
                        <a:rPr lang="en-US" altLang="ko-KR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</a:t>
                      </a:r>
                      <a:r>
                        <a:rPr lang="ko-KR" altLang="en-US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알곤</a:t>
                      </a:r>
                      <a:r>
                        <a:rPr lang="en-US" altLang="ko-KR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  <a:r>
                        <a:rPr lang="ko-KR" altLang="en-US" sz="13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dirty="0">
                          <a:solidFill>
                            <a:srgbClr val="FF000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sym typeface="Wingdings" panose="05000000000000000000" pitchFamily="2" charset="2"/>
                        </a:rPr>
                        <a:t></a:t>
                      </a:r>
                      <a:endParaRPr lang="ko-KR" altLang="en-US" sz="1300" b="1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kumimoji="0" lang="ko-KR" altLang="en-US" sz="13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kumimoji="0" lang="ko-KR" altLang="en-US" sz="13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kumimoji="0" lang="ko-KR" altLang="en-US" sz="13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3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kumimoji="0" lang="ko-KR" altLang="en-US" sz="13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kumimoji="0" lang="ko-KR" altLang="en-US" sz="13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kumimoji="0" lang="ko-KR" altLang="en-US" sz="13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kumimoji="0" lang="ko-KR" altLang="en-US" sz="13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kumimoji="0" lang="ko-KR" altLang="en-US" sz="13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3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kumimoji="0" lang="ko-KR" altLang="en-US" sz="13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549"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b="1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550"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b="1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549"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b="1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549"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b="1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549"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4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>
                        <a:solidFill>
                          <a:srgbClr val="FF0000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091355"/>
      </p:ext>
    </p:extLst>
  </p:cSld>
  <p:clrMapOvr>
    <a:masterClrMapping/>
  </p:clrMapOvr>
</p:sld>
</file>

<file path=ppt/theme/theme1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23446</TotalTime>
  <Words>45</Words>
  <Application>Microsoft Office PowerPoint</Application>
  <PresentationFormat>사용자 지정</PresentationFormat>
  <Paragraphs>27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1</vt:i4>
      </vt:variant>
    </vt:vector>
  </HeadingPairs>
  <TitlesOfParts>
    <vt:vector size="12" baseType="lpstr">
      <vt:lpstr>LG스마트체2.0 SemiBold</vt:lpstr>
      <vt:lpstr>LG스마트체 SemiBold</vt:lpstr>
      <vt:lpstr>Arial</vt:lpstr>
      <vt:lpstr>LG스마트체 Regular</vt:lpstr>
      <vt:lpstr>LG스마트체2.0 Bold</vt:lpstr>
      <vt:lpstr>LG스마트체2.0 Regular</vt:lpstr>
      <vt:lpstr>굴림</vt:lpstr>
      <vt:lpstr>맑은 고딕</vt:lpstr>
      <vt:lpstr>1_디자인 사용자 지정</vt:lpstr>
      <vt:lpstr>디자인 사용자 지정</vt:lpstr>
      <vt:lpstr>2_디자인 사용자 지정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PI TFT</dc:creator>
  <cp:lastModifiedBy>종근 이</cp:lastModifiedBy>
  <cp:revision>1124</cp:revision>
  <cp:lastPrinted>2019-10-03T21:41:12Z</cp:lastPrinted>
  <dcterms:created xsi:type="dcterms:W3CDTF">2014-09-22T05:44:49Z</dcterms:created>
  <dcterms:modified xsi:type="dcterms:W3CDTF">2025-10-14T05:58:58Z</dcterms:modified>
</cp:coreProperties>
</file>