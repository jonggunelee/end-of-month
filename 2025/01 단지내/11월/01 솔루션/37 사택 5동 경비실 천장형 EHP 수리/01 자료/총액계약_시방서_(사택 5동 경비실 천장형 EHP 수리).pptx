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</a:t>
            </a:r>
            <a:r>
              <a:rPr lang="ko-KR" altLang="en-US" b="1">
                <a:latin typeface="+mn-ea"/>
              </a:rPr>
              <a:t>동 경비실 천장형 </a:t>
            </a:r>
            <a:r>
              <a:rPr lang="en-US" altLang="ko-KR" b="1">
                <a:latin typeface="+mn-ea"/>
              </a:rPr>
              <a:t>EHP </a:t>
            </a:r>
            <a:r>
              <a:rPr lang="ko-KR" altLang="en-US" b="1">
                <a:latin typeface="+mn-ea"/>
              </a:rPr>
              <a:t>수리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 경비실 천장형 </a:t>
            </a:r>
            <a:r>
              <a:rPr lang="en-US" altLang="ko-KR" sz="1000">
                <a:latin typeface="+mn-ea"/>
              </a:rPr>
              <a:t>EHP </a:t>
            </a:r>
            <a:r>
              <a:rPr lang="ko-KR" altLang="en-US" sz="1000">
                <a:latin typeface="+mn-ea"/>
              </a:rPr>
              <a:t>수리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실외기 내부 분리 작업
실외기 </a:t>
            </a:r>
            <a:r>
              <a:rPr lang="en-US" altLang="ko-KR" sz="1000"/>
              <a:t>PCB </a:t>
            </a:r>
            <a:r>
              <a:rPr lang="ko-KR" altLang="en-US" sz="1000"/>
              <a:t>교체
실외기 모터 교체
교체 완료후 시운전 및 테스트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806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2025-10-24T02:46:33Z</dcterms:modified>
</cp:coreProperties>
</file>