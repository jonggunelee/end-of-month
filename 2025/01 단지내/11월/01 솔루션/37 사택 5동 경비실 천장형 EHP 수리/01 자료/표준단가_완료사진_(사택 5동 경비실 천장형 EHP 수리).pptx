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87" r:id="rId1"/>
  </p:sldMasterIdLst>
  <p:notesMasterIdLst>
    <p:notesMasterId r:id="rId5"/>
  </p:notesMasterIdLst>
  <p:sldIdLst>
    <p:sldId id="500" r:id="rId2"/>
    <p:sldId id="609" r:id="rId3"/>
    <p:sldId id="610" r:id="rId4"/>
  </p:sldIdLst>
  <p:sldSz cx="9144000" cy="6858000" type="screen4x3"/>
  <p:notesSz cx="6858000" cy="9979025"/>
  <p:embeddedFontLst>
    <p:embeddedFont>
      <p:font typeface="HY견고딕" panose="02030600000101010101" pitchFamily="18" charset="-127"/>
      <p:regular r:id="rId6"/>
    </p:embeddedFont>
    <p:embeddedFont>
      <p:font typeface="맑은 고딕" panose="020B0503020000020004" pitchFamily="50" charset="-127"/>
      <p:regular r:id="rId7"/>
      <p:bold r:id="rId8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110">
          <p15:clr>
            <a:srgbClr val="A4A3A4"/>
          </p15:clr>
        </p15:guide>
        <p15:guide id="2" pos="3288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ster" initials="m" lastIdx="5" clrIdx="0">
    <p:extLst>
      <p:ext uri="{19B8F6BF-5375-455C-9EA6-DF929625EA0E}">
        <p15:presenceInfo xmlns:p15="http://schemas.microsoft.com/office/powerpoint/2012/main" userId="mast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66"/>
    <a:srgbClr val="76787B"/>
    <a:srgbClr val="CD4465"/>
    <a:srgbClr val="747679"/>
    <a:srgbClr val="A90044"/>
    <a:srgbClr val="BC0951"/>
    <a:srgbClr val="D46175"/>
    <a:srgbClr val="D0536E"/>
    <a:srgbClr val="C8004B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359" autoAdjust="0"/>
    <p:restoredTop sz="94660"/>
  </p:normalViewPr>
  <p:slideViewPr>
    <p:cSldViewPr showGuides="1">
      <p:cViewPr varScale="1">
        <p:scale>
          <a:sx n="116" d="100"/>
          <a:sy n="116" d="100"/>
        </p:scale>
        <p:origin x="906" y="132"/>
      </p:cViewPr>
      <p:guideLst>
        <p:guide orient="horz" pos="4110"/>
        <p:guide pos="328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viewProps" Target="viewProps.xml"/><Relationship Id="rId5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8951"/>
          </a:xfrm>
          <a:prstGeom prst="rect">
            <a:avLst/>
          </a:prstGeom>
        </p:spPr>
        <p:txBody>
          <a:bodyPr vert="horz" lIns="96196" tIns="48099" rIns="96196" bIns="48099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98951"/>
          </a:xfrm>
          <a:prstGeom prst="rect">
            <a:avLst/>
          </a:prstGeom>
        </p:spPr>
        <p:txBody>
          <a:bodyPr vert="horz" lIns="96196" tIns="48099" rIns="96196" bIns="48099" rtlCol="0"/>
          <a:lstStyle>
            <a:lvl1pPr algn="r">
              <a:defRPr sz="1300"/>
            </a:lvl1pPr>
          </a:lstStyle>
          <a:p>
            <a:fld id="{86E5C4D5-C456-473B-A8F6-817BFB643621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33450" y="747713"/>
            <a:ext cx="4991100" cy="37433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196" tIns="48099" rIns="96196" bIns="48099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740037"/>
            <a:ext cx="5486400" cy="4490562"/>
          </a:xfrm>
          <a:prstGeom prst="rect">
            <a:avLst/>
          </a:prstGeom>
        </p:spPr>
        <p:txBody>
          <a:bodyPr vert="horz" lIns="96196" tIns="48099" rIns="96196" bIns="48099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78342"/>
            <a:ext cx="2971800" cy="498951"/>
          </a:xfrm>
          <a:prstGeom prst="rect">
            <a:avLst/>
          </a:prstGeom>
        </p:spPr>
        <p:txBody>
          <a:bodyPr vert="horz" lIns="96196" tIns="48099" rIns="96196" bIns="48099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9478342"/>
            <a:ext cx="2971800" cy="498951"/>
          </a:xfrm>
          <a:prstGeom prst="rect">
            <a:avLst/>
          </a:prstGeom>
        </p:spPr>
        <p:txBody>
          <a:bodyPr vert="horz" lIns="96196" tIns="48099" rIns="96196" bIns="48099" rtlCol="0" anchor="b"/>
          <a:lstStyle>
            <a:lvl1pPr algn="r">
              <a:defRPr sz="1300"/>
            </a:lvl1pPr>
          </a:lstStyle>
          <a:p>
            <a:fld id="{5A1DB697-446A-45B3-8FFD-B426BCAD97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73987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5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1</a:t>
            </a:r>
            <a:endParaRPr lang="ko-KR" altLang="en-US"/>
          </a:p>
          <a:p>
            <a:r>
              <a:rPr lang="en-US" altLang="ko-KR"/>
              <a:t>Welcome to the LG Electronics Air Conditioning &amp; Energy Solution Company.</a:t>
            </a:r>
          </a:p>
        </p:txBody>
      </p:sp>
      <p:sp>
        <p:nvSpPr>
          <p:cNvPr id="33796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04E199F-8DF4-4D74-BC96-A25445BD3AA4}" type="slidenum">
              <a:rPr lang="en-US" altLang="ko-KR">
                <a:solidFill>
                  <a:prstClr val="black"/>
                </a:solidFill>
              </a:rPr>
              <a:pPr eaLnBrk="1" hangingPunct="1"/>
              <a:t>1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39637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2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68336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3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70890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png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W:\LGPT_110105_2011 AE 사업본부 소개 PPT 제작\PNG\226\bg_001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3" descr="W:\LGPT_110105_2011 AE 사업본부 소개 PPT 제작\PNG\226\bottom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571039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W:\LGPT_110105_2011 AE 사업본부 소개 PPT 제작\PNG\226\bg_002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3" descr="W:\LGPT_110105_2011 AE 사업본부 소개 PPT 제작\PNG\226\bottom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522426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W:\LGPT_110105_2011 AE 사업본부 소개 PPT 제작\PNG\226\bg_003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3" descr="W:\LGPT_110105_2011 AE 사업본부 소개 PPT 제작\PNG\226\bottom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010775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W:\LGPT_110105_2011 AE 사업본부 소개 PPT 제작\PNG\226\bg_001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3" descr="W:\LGPT_110105_2011 AE 사업본부 소개 PPT 제작\PNG\226\bottom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2" descr="W:\LGPT_110105_2011 AE 사업본부 소개 PPT 제작\PNG\226\navi_01.png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802507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W:\LGPT_110105_2011 AE 사업본부 소개 PPT 제작\PNG\226\bg_001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3" descr="W:\LGPT_110105_2011 AE 사업본부 소개 PPT 제작\PNG\226\bottom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660522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W:\LGPT_110105_2011 AE 사업본부 소개 PPT 제작\PNG\226\bg_001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3" descr="W:\LGPT_110105_2011 AE 사업본부 소개 PPT 제작\PNG\226\bottom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880437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W:\LGPT_110105_2011 AE 사업본부 소개 PPT 제작\PNG\226\bg_002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3" descr="W:\LGPT_110105_2011 AE 사업본부 소개 PPT 제작\PNG\226\bottom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362575"/>
            <a:ext cx="9144000" cy="1495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4" descr="W:\LGPT_110105_2011 AE 사업본부 소개 PPT 제작\PNG\226\navi_03.png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111"/>
          <a:stretch>
            <a:fillRect/>
          </a:stretch>
        </p:blipFill>
        <p:spPr bwMode="auto">
          <a:xfrm>
            <a:off x="0" y="762000"/>
            <a:ext cx="9144000" cy="609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957080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W:\LGPT_110105_2011 AE 사업본부 소개 PPT 제작\PNG\226\bg_002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3" descr="W:\LGPT_110105_2011 AE 사업본부 소개 PPT 제작\PNG\226\bottom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362575"/>
            <a:ext cx="9144000" cy="1495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494192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W:\LGPT_110105_2011 AE 사업본부 소개 PPT 제작\PNG\226\bg_003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3" descr="W:\LGPT_110105_2011 AE 사업본부 소개 PPT 제작\PNG\226\bottom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5" descr="W:\LGPT_110105_2011 AE 사업본부 소개 PPT 제작\PNG\226\navi_04.png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625"/>
          <a:stretch>
            <a:fillRect/>
          </a:stretch>
        </p:blipFill>
        <p:spPr bwMode="auto">
          <a:xfrm>
            <a:off x="0" y="0"/>
            <a:ext cx="9144000" cy="578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732008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 descr="W:\LGPT_110105_2011 AE 사업본부 소개 PPT 제작\PNG\226\bottom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12881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W:\LGPT_110105_2011 AE 사업본부 소개 PPT 제작\PNG\226\bg_002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3" descr="W:\LGPT_110105_2011 AE 사업본부 소개 PPT 제작\PNG\226\bottom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그림 8" descr="08.png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67678434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W:\LGPT_110105_2011 AE 사업본부 소개 PPT 제작\PNG\226\bg_002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3" descr="W:\LGPT_110105_2011 AE 사업본부 소개 PPT 제작\PNG\226\bottom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그림 8" descr="08.png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342247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 b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C11EC1B3-06A7-4046-8908-CF0411A4D735}" type="datetimeFigureOut">
              <a:rPr lang="ko-KR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2025-11-12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 b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 b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1E4D3389-9F03-43C2-AB7E-B90FF6ACF10C}" type="slidenum">
              <a:rPr lang="ko-KR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89870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7.jpg"/><Relationship Id="rId4" Type="http://schemas.openxmlformats.org/officeDocument/2006/relationships/image" Target="../media/image16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9.jpg"/><Relationship Id="rId4" Type="http://schemas.openxmlformats.org/officeDocument/2006/relationships/image" Target="../media/image1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6" descr="1-5">
            <a:extLst>
              <a:ext uri="{FF2B5EF4-FFF2-40B4-BE49-F238E27FC236}">
                <a16:creationId xmlns:a16="http://schemas.microsoft.com/office/drawing/2014/main" xmlns="" id="{9A73E1AB-6066-44FA-9669-2224C2CB39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283" b="83630"/>
          <a:stretch>
            <a:fillRect/>
          </a:stretch>
        </p:blipFill>
        <p:spPr bwMode="auto">
          <a:xfrm>
            <a:off x="-23266" y="-140578"/>
            <a:ext cx="9167266" cy="3756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xmlns="" id="{7A1A5714-D6A7-4E8D-8322-95365062F7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25" y="908720"/>
            <a:ext cx="8960684" cy="1086144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296049" y="1170113"/>
            <a:ext cx="6768752" cy="430887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contourClr>
                <a:schemeClr val="accent4">
                  <a:alpha val="95000"/>
                </a:schemeClr>
              </a:contourClr>
            </a:sp3d>
          </a:bodyPr>
          <a:lstStyle>
            <a:defPPr>
              <a:defRPr lang="ko-KR"/>
            </a:defPPr>
            <a:lvl1pPr marL="0" defTabSz="914400" eaLnBrk="1" hangingPunct="1">
              <a:lnSpc>
                <a:spcPct val="90000"/>
              </a:lnSpc>
              <a:buClr>
                <a:prstClr val="white"/>
              </a:buClr>
              <a:defRPr sz="1200" b="1" spc="-100">
                <a:ln>
                  <a:prstDash val="solid"/>
                </a:ln>
                <a:latin typeface="-윤고딕330" pitchFamily="18" charset="-127"/>
                <a:ea typeface="-윤고딕330" pitchFamily="18" charset="-127"/>
                <a:cs typeface="Arial" pitchFamily="34" charset="0"/>
              </a:defRPr>
            </a:lvl1pPr>
            <a:lvl2pPr defTabSz="914400" eaLnBrk="1" hangingPunct="1">
              <a:defRPr sz="1800">
                <a:latin typeface="+mn-lt"/>
                <a:ea typeface="+mn-ea"/>
              </a:defRPr>
            </a:lvl2pPr>
            <a:lvl3pPr defTabSz="914400" eaLnBrk="1" hangingPunct="1">
              <a:defRPr sz="1800">
                <a:latin typeface="+mn-lt"/>
                <a:ea typeface="+mn-ea"/>
              </a:defRPr>
            </a:lvl3pPr>
            <a:lvl4pPr defTabSz="914400" eaLnBrk="1" hangingPunct="1">
              <a:defRPr sz="1800">
                <a:latin typeface="+mn-lt"/>
                <a:ea typeface="+mn-ea"/>
              </a:defRPr>
            </a:lvl4pPr>
            <a:lvl5pPr defTabSz="914400" eaLnBrk="1" hangingPunct="1"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>
              <a:lnSpc>
                <a:spcPct val="100000"/>
              </a:lnSpc>
              <a:defRPr/>
            </a:pPr>
            <a:r>
              <a:rPr lang="ko-KR" altLang="en-US" sz="2800" dirty="0">
                <a:ln>
                  <a:noFill/>
                  <a:prstDash val="solid"/>
                </a:ln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기술연구원 </a:t>
            </a:r>
            <a:r>
              <a:rPr lang="ko-KR" altLang="en-US" sz="2800" dirty="0" smtClean="0">
                <a:ln>
                  <a:noFill/>
                  <a:prstDash val="solid"/>
                </a:ln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기숙사 </a:t>
            </a:r>
            <a:r>
              <a:rPr lang="ko-KR" altLang="en-US" sz="2800" dirty="0" smtClean="0">
                <a:ln>
                  <a:noFill/>
                  <a:prstDash val="solid"/>
                </a:ln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경비실 실외기 </a:t>
            </a:r>
            <a:r>
              <a:rPr lang="ko-KR" altLang="en-US" sz="2800" dirty="0" smtClean="0">
                <a:ln>
                  <a:noFill/>
                  <a:prstDash val="solid"/>
                </a:ln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수리</a:t>
            </a:r>
            <a:endParaRPr lang="ko-KR" altLang="en-US" sz="2800" b="0" dirty="0">
              <a:ln>
                <a:noFill/>
                <a:prstDash val="solid"/>
              </a:ln>
              <a:solidFill>
                <a:schemeClr val="bg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95037450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xmlns="" id="{EF3ADAD4-ACFE-4BA5-BC29-8CB3FBEFA569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xmlns="" id="{208CC5B0-3E18-4167-AED9-0D5663B3F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69507"/>
            <a:ext cx="7487391" cy="2769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100000"/>
              </a:lnSpc>
              <a:defRPr/>
            </a:pPr>
            <a:r>
              <a:rPr lang="ko-KR" altLang="en-US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기술연구원 기숙사 </a:t>
            </a:r>
            <a:r>
              <a:rPr lang="ko-KR" altLang="en-US" dirty="0" smtClean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경비실 실외기 수리</a:t>
            </a:r>
            <a:endParaRPr lang="ko-KR" altLang="en-US" dirty="0">
              <a:ln>
                <a:noFill/>
                <a:prstDash val="solid"/>
              </a:ln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xmlns="" id="{C6DECF70-3146-4166-B411-5000D1C73273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xmlns="" id="{146DF5E9-3CFA-49FB-A4E6-C0F7FDC99B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xmlns="" id="{3BD3E2EE-B1CC-46CD-AF6B-863C2C133120}"/>
              </a:ext>
            </a:extLst>
          </p:cNvPr>
          <p:cNvSpPr/>
          <p:nvPr/>
        </p:nvSpPr>
        <p:spPr>
          <a:xfrm rot="5400000">
            <a:off x="190303" y="1340768"/>
            <a:ext cx="4320000" cy="4320000"/>
          </a:xfrm>
          <a:prstGeom prst="roundRect">
            <a:avLst/>
          </a:prstGeom>
          <a:blipFill dpi="0" rotWithShape="1">
            <a:blip r:embed="rId4"/>
            <a:srcRect/>
            <a:stretch>
              <a:fillRect/>
            </a:stretch>
          </a:blip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/>
          </a:p>
          <a:p>
            <a:pPr algn="ctr"/>
            <a:endParaRPr lang="ko-KR" altLang="en-US" dirty="0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xmlns="" id="{684AC412-2C65-40B4-8332-D5A7FB9B2044}"/>
              </a:ext>
            </a:extLst>
          </p:cNvPr>
          <p:cNvSpPr/>
          <p:nvPr/>
        </p:nvSpPr>
        <p:spPr>
          <a:xfrm>
            <a:off x="4627585" y="1340768"/>
            <a:ext cx="4320000" cy="4320000"/>
          </a:xfrm>
          <a:prstGeom prst="roundRect">
            <a:avLst/>
          </a:prstGeom>
          <a:blipFill dpi="0" rotWithShape="1">
            <a:blip r:embed="rId5"/>
            <a:srcRect/>
            <a:stretch>
              <a:fillRect/>
            </a:stretch>
          </a:blip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/>
          </a:p>
          <a:p>
            <a:pPr algn="ctr"/>
            <a:endParaRPr lang="ko-KR" altLang="en-US" dirty="0"/>
          </a:p>
        </p:txBody>
      </p:sp>
      <p:sp>
        <p:nvSpPr>
          <p:cNvPr id="14" name="Rectangle 21">
            <a:extLst>
              <a:ext uri="{FF2B5EF4-FFF2-40B4-BE49-F238E27FC236}">
                <a16:creationId xmlns:a16="http://schemas.microsoft.com/office/drawing/2014/main" xmlns="" id="{E75D3645-9EE2-45F9-AB5D-D696FFF35B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5656" y="5688882"/>
            <a:ext cx="2304256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pc="-100" dirty="0" smtClean="0">
                <a:ln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  <a:cs typeface="Arial" pitchFamily="34" charset="0"/>
              </a:rPr>
              <a:t>실외기 </a:t>
            </a:r>
            <a:r>
              <a:rPr lang="ko-KR" altLang="en-US" spc="-100" dirty="0" smtClean="0">
                <a:ln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  <a:cs typeface="Arial" pitchFamily="34" charset="0"/>
              </a:rPr>
              <a:t>제품 사진</a:t>
            </a:r>
            <a:r>
              <a:rPr lang="en-US" altLang="ko-KR" spc="-100" dirty="0" smtClean="0">
                <a:ln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  <a:cs typeface="Arial" pitchFamily="34" charset="0"/>
              </a:rPr>
              <a:t> </a:t>
            </a:r>
            <a:endParaRPr lang="en-US" altLang="ko-KR" spc="-100" dirty="0">
              <a:ln>
                <a:prstDash val="solid"/>
              </a:ln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18" name="Rectangle 21">
            <a:extLst>
              <a:ext uri="{FF2B5EF4-FFF2-40B4-BE49-F238E27FC236}">
                <a16:creationId xmlns:a16="http://schemas.microsoft.com/office/drawing/2014/main" xmlns="" id="{A84A5454-E387-4981-B868-6AB29F0C90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4128" y="5688883"/>
            <a:ext cx="2249218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en-US" altLang="ko-KR" spc="-100" dirty="0" smtClean="0">
                <a:ln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  <a:cs typeface="Arial" pitchFamily="34" charset="0"/>
              </a:rPr>
              <a:t>PCB </a:t>
            </a:r>
            <a:r>
              <a:rPr lang="ko-KR" altLang="en-US" spc="-100" smtClean="0">
                <a:ln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  <a:cs typeface="Arial" pitchFamily="34" charset="0"/>
              </a:rPr>
              <a:t>및 모터 구품 </a:t>
            </a:r>
            <a:endParaRPr lang="en-US" altLang="ko-KR" spc="-100" dirty="0">
              <a:ln>
                <a:prstDash val="solid"/>
              </a:ln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3378311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xmlns="" id="{EF3ADAD4-ACFE-4BA5-BC29-8CB3FBEFA569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xmlns="" id="{208CC5B0-3E18-4167-AED9-0D5663B3F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69507"/>
            <a:ext cx="7487391" cy="2769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100000"/>
              </a:lnSpc>
              <a:defRPr/>
            </a:pPr>
            <a:r>
              <a:rPr lang="ko-KR" altLang="en-US" dirty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기술연구원 기숙사 </a:t>
            </a:r>
            <a:r>
              <a:rPr lang="ko-KR" altLang="en-US" dirty="0" smtClean="0">
                <a:ln>
                  <a:noFill/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경비실 실외기 수리</a:t>
            </a:r>
            <a:endParaRPr lang="ko-KR" altLang="en-US" dirty="0">
              <a:ln>
                <a:noFill/>
                <a:prstDash val="solid"/>
              </a:ln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xmlns="" id="{C6DECF70-3146-4166-B411-5000D1C73273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xmlns="" id="{146DF5E9-3CFA-49FB-A4E6-C0F7FDC99B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xmlns="" id="{3BD3E2EE-B1CC-46CD-AF6B-863C2C133120}"/>
              </a:ext>
            </a:extLst>
          </p:cNvPr>
          <p:cNvSpPr/>
          <p:nvPr/>
        </p:nvSpPr>
        <p:spPr>
          <a:xfrm rot="5400000">
            <a:off x="190303" y="1340768"/>
            <a:ext cx="4320000" cy="4320000"/>
          </a:xfrm>
          <a:prstGeom prst="roundRect">
            <a:avLst/>
          </a:prstGeom>
          <a:blipFill dpi="0" rotWithShape="1">
            <a:blip r:embed="rId4"/>
            <a:srcRect/>
            <a:stretch>
              <a:fillRect/>
            </a:stretch>
          </a:blip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/>
          </a:p>
          <a:p>
            <a:pPr algn="ctr"/>
            <a:endParaRPr lang="ko-KR" altLang="en-US" dirty="0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xmlns="" id="{684AC412-2C65-40B4-8332-D5A7FB9B2044}"/>
              </a:ext>
            </a:extLst>
          </p:cNvPr>
          <p:cNvSpPr/>
          <p:nvPr/>
        </p:nvSpPr>
        <p:spPr>
          <a:xfrm>
            <a:off x="4627585" y="1340768"/>
            <a:ext cx="4320000" cy="4320000"/>
          </a:xfrm>
          <a:prstGeom prst="roundRect">
            <a:avLst/>
          </a:prstGeom>
          <a:blipFill dpi="0" rotWithShape="1">
            <a:blip r:embed="rId5"/>
            <a:srcRect/>
            <a:stretch>
              <a:fillRect/>
            </a:stretch>
          </a:blip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/>
          </a:p>
          <a:p>
            <a:pPr algn="ctr"/>
            <a:endParaRPr lang="ko-KR" altLang="en-US" dirty="0"/>
          </a:p>
        </p:txBody>
      </p:sp>
      <p:sp>
        <p:nvSpPr>
          <p:cNvPr id="14" name="Rectangle 21">
            <a:extLst>
              <a:ext uri="{FF2B5EF4-FFF2-40B4-BE49-F238E27FC236}">
                <a16:creationId xmlns:a16="http://schemas.microsoft.com/office/drawing/2014/main" xmlns="" id="{E75D3645-9EE2-45F9-AB5D-D696FFF35B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5656" y="5688882"/>
            <a:ext cx="2304256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pc="-100" dirty="0" smtClean="0">
                <a:ln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  <a:cs typeface="Arial" pitchFamily="34" charset="0"/>
              </a:rPr>
              <a:t>모터 신품 사진</a:t>
            </a:r>
            <a:endParaRPr lang="en-US" altLang="ko-KR" spc="-100" dirty="0">
              <a:ln>
                <a:prstDash val="solid"/>
              </a:ln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18" name="Rectangle 21">
            <a:extLst>
              <a:ext uri="{FF2B5EF4-FFF2-40B4-BE49-F238E27FC236}">
                <a16:creationId xmlns:a16="http://schemas.microsoft.com/office/drawing/2014/main" xmlns="" id="{A84A5454-E387-4981-B868-6AB29F0C90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51174" y="5688883"/>
            <a:ext cx="2249218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en-US" altLang="ko-KR" spc="-100" dirty="0" smtClean="0">
                <a:ln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  <a:cs typeface="Arial" pitchFamily="34" charset="0"/>
              </a:rPr>
              <a:t>PCB </a:t>
            </a:r>
            <a:r>
              <a:rPr lang="ko-KR" altLang="en-US" spc="-100" smtClean="0">
                <a:ln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  <a:cs typeface="Arial" pitchFamily="34" charset="0"/>
              </a:rPr>
              <a:t>신품 </a:t>
            </a:r>
            <a:r>
              <a:rPr lang="ko-KR" altLang="en-US" spc="-100" smtClean="0">
                <a:ln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  <a:cs typeface="Arial" pitchFamily="34" charset="0"/>
              </a:rPr>
              <a:t>사진</a:t>
            </a:r>
            <a:endParaRPr lang="en-US" altLang="ko-KR" spc="-100" dirty="0">
              <a:ln>
                <a:prstDash val="solid"/>
              </a:ln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9876630"/>
      </p:ext>
    </p:extLst>
  </p:cSld>
  <p:clrMapOvr>
    <a:masterClrMapping/>
  </p:clrMapOvr>
  <p:transition>
    <p:fade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g"/></Relationships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dpi="0" rotWithShape="1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>
          <a:solidFill>
            <a:srgbClr val="C00000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7258</TotalTime>
  <Words>50</Words>
  <Application>Microsoft Office PowerPoint</Application>
  <PresentationFormat>화면 슬라이드 쇼(4:3)</PresentationFormat>
  <Paragraphs>14</Paragraphs>
  <Slides>3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8" baseType="lpstr">
      <vt:lpstr>HY견고딕</vt:lpstr>
      <vt:lpstr>Arial</vt:lpstr>
      <vt:lpstr>맑은 고딕</vt:lpstr>
      <vt:lpstr>굴림</vt:lpstr>
      <vt:lpstr>1_Office 테마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석지훈/사원/AE TMS팀(jihoon.seok@lge.com)</dc:creator>
  <cp:lastModifiedBy>권용주/주임/LGSAE 충남센터(yongju.kwon@lge.com)</cp:lastModifiedBy>
  <cp:revision>441</cp:revision>
  <cp:lastPrinted>2014-04-16T00:57:20Z</cp:lastPrinted>
  <dcterms:created xsi:type="dcterms:W3CDTF">2013-06-09T06:34:48Z</dcterms:created>
  <dcterms:modified xsi:type="dcterms:W3CDTF">2025-11-12T05:56:34Z</dcterms:modified>
</cp:coreProperties>
</file>