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</a:t>
            </a:r>
            <a:r>
              <a:rPr lang="ko-KR" altLang="en-US" b="1">
                <a:latin typeface="+mn-ea"/>
              </a:rPr>
              <a:t>동</a:t>
            </a:r>
            <a:r>
              <a:rPr lang="en-US" altLang="ko-KR" b="1">
                <a:latin typeface="+mn-ea"/>
              </a:rPr>
              <a:t>-9</a:t>
            </a:r>
            <a:r>
              <a:rPr lang="ko-KR" altLang="en-US" b="1">
                <a:latin typeface="+mn-ea"/>
              </a:rPr>
              <a:t>동 주차장 주차면 정리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</a:t>
            </a:r>
            <a:r>
              <a:rPr lang="ko-KR" altLang="en-US" sz="1000">
                <a:latin typeface="+mn-ea"/>
              </a:rPr>
              <a:t>동</a:t>
            </a:r>
            <a:r>
              <a:rPr lang="en-US" altLang="ko-KR" sz="1000">
                <a:latin typeface="+mn-ea"/>
              </a:rPr>
              <a:t>-9</a:t>
            </a:r>
            <a:r>
              <a:rPr lang="ko-KR" altLang="en-US" sz="1000">
                <a:latin typeface="+mn-ea"/>
              </a:rPr>
              <a:t>동 주차장 주차면 정리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</a:t>
            </a:r>
            <a:r>
              <a:rPr lang="ko-KR" altLang="en-US" sz="1000">
                <a:latin typeface="+mn-ea"/>
              </a:rPr>
              <a:t>동</a:t>
            </a:r>
            <a:r>
              <a:rPr lang="en-US" altLang="ko-KR" sz="1000">
                <a:latin typeface="+mn-ea"/>
              </a:rPr>
              <a:t>-9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1</a:t>
            </a:r>
            <a:r>
              <a:rPr lang="ko-KR" altLang="en-US" sz="1000"/>
              <a:t>동 주차라인</a:t>
            </a:r>
            <a:r>
              <a:rPr lang="en-US" altLang="ko-KR" sz="1000"/>
              <a:t>: 1</a:t>
            </a:r>
            <a:r>
              <a:rPr lang="ko-KR" altLang="en-US" sz="1000"/>
              <a:t>면 
</a:t>
            </a:r>
            <a:r>
              <a:rPr lang="en-US" altLang="ko-KR" sz="1000"/>
              <a:t>2</a:t>
            </a:r>
            <a:r>
              <a:rPr lang="ko-KR" altLang="en-US" sz="1000"/>
              <a:t>동 주차라인제거</a:t>
            </a:r>
            <a:r>
              <a:rPr lang="en-US" altLang="ko-KR" sz="1000"/>
              <a:t>: 1</a:t>
            </a:r>
            <a:r>
              <a:rPr lang="ko-KR" altLang="en-US" sz="1000"/>
              <a:t>면
</a:t>
            </a:r>
            <a:r>
              <a:rPr lang="en-US" altLang="ko-KR" sz="1000"/>
              <a:t>3</a:t>
            </a:r>
            <a:r>
              <a:rPr lang="ko-KR" altLang="en-US" sz="1000"/>
              <a:t>동 시간제주차라인</a:t>
            </a:r>
            <a:r>
              <a:rPr lang="en-US" altLang="ko-KR" sz="1000"/>
              <a:t>: 2</a:t>
            </a:r>
            <a:r>
              <a:rPr lang="ko-KR" altLang="en-US" sz="1000"/>
              <a:t>면
</a:t>
            </a:r>
            <a:r>
              <a:rPr lang="en-US" altLang="ko-KR" sz="1000"/>
              <a:t>8</a:t>
            </a:r>
            <a:r>
              <a:rPr lang="ko-KR" altLang="en-US" sz="1000"/>
              <a:t>동 경차를 일반으로 명칭제거</a:t>
            </a:r>
            <a:r>
              <a:rPr lang="en-US" altLang="ko-KR" sz="1000"/>
              <a:t>(</a:t>
            </a:r>
            <a:r>
              <a:rPr lang="ko-KR" altLang="en-US" sz="1000"/>
              <a:t>바닥면</a:t>
            </a:r>
            <a:r>
              <a:rPr lang="en-US" altLang="ko-KR" sz="1000"/>
              <a:t>): 4</a:t>
            </a:r>
            <a:r>
              <a:rPr lang="ko-KR" altLang="en-US" sz="1000"/>
              <a:t>면
</a:t>
            </a:r>
            <a:r>
              <a:rPr lang="en-US" altLang="ko-KR" sz="1000"/>
              <a:t>9</a:t>
            </a:r>
            <a:r>
              <a:rPr lang="ko-KR" altLang="en-US" sz="1000"/>
              <a:t>동 시간제 주차 라인</a:t>
            </a:r>
            <a:r>
              <a:rPr lang="en-US" altLang="ko-KR" sz="1000"/>
              <a:t>(</a:t>
            </a:r>
            <a:r>
              <a:rPr lang="ko-KR" altLang="en-US" sz="1000"/>
              <a:t>임시</a:t>
            </a:r>
            <a:r>
              <a:rPr lang="en-US" altLang="ko-KR" sz="1000"/>
              <a:t>): 2</a:t>
            </a:r>
            <a:r>
              <a:rPr lang="ko-KR" altLang="en-US" sz="1000"/>
              <a:t>면
시간제주차 안내판 부착</a:t>
            </a:r>
            <a:r>
              <a:rPr lang="en-US" altLang="ko-KR" sz="1000"/>
              <a:t>: 6</a:t>
            </a:r>
            <a:r>
              <a:rPr lang="ko-KR" altLang="en-US" sz="1000"/>
              <a:t>개
작업시 신호수 상주 및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2025-09-25T03:25:17Z</dcterms:modified>
</cp:coreProperties>
</file>