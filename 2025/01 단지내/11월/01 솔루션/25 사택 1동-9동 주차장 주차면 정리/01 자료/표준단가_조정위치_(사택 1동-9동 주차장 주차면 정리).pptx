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FF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94660"/>
  </p:normalViewPr>
  <p:slideViewPr>
    <p:cSldViewPr snapToGrid="0">
      <p:cViewPr>
        <p:scale>
          <a:sx n="100" d="100"/>
          <a:sy n="100" d="100"/>
        </p:scale>
        <p:origin x="103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9D18B-8B68-BBC5-4F7C-B1EFE10305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E808DAD-6F1C-DDBB-11E1-06BDB80C85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25408E-481A-3495-CCAC-D74D16709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21DD5F-10D5-4798-B5C6-6057E07F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BACF5C-E643-0F3E-9EE6-F2CAF9800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853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216B25-9859-9EB5-2A7B-9C8A2C8C7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877912-54A8-83D9-1E23-3FB0187C1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5CB44D-5BC6-0A4C-C39D-0AA1631EA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844EF4-8423-A7DD-870A-9C8A2724C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6F22EA-C9FE-4579-EF92-1136E368B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568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0C8653-3A8F-5A15-5FE0-5346061DB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BF4378-93CA-D199-2482-B6864AEAC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DAF8F4-1738-A3A1-EA05-8ECCDBEA5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63F71E-EBC2-BC74-0091-62AB4F4AD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64E49F-0BA9-0FA3-0371-1B68A79D8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806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DDE736-A25B-26FA-E392-F54C9C94D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0F0160-78FF-67BD-3388-F61DC87607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2AF3F0-A5A2-1405-674F-3FB8160AB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971481-F524-7EC4-EE1C-7D4222F24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E8925A-116C-2A4D-D827-38C5E816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F7E31C-B9F4-F039-2854-0B00912C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5613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BAD63-DF2C-106E-E3C2-CF5EF87D6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CCF0DE-A7CC-A295-6EBC-56C251078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AC24057-580D-AEAD-838F-7A7926658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F6A7CAB-BFC9-50D8-6F5A-8D2A9561DB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0F1A2DF-8640-83E6-C6E9-2F4DB57E6D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9AABB5-6B6F-2239-3279-673E5EF44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95876B6-A3E6-B56D-3302-AE65E6AF7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E5B040-5F2F-1720-97D6-4174F222F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828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F33BF-21B2-51BA-73AC-8FA4CC85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082387-3262-CAED-3A9F-E829C3C7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FBD3F3-4580-191C-B2B2-AA562AE12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42C19CF-5487-EE74-2577-EBB931BF2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90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BB3342F-B32D-BDA9-6834-E295AA134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014692-80BB-4843-329A-0084EA13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7D2D59-BCC8-37DB-3418-D125E30D0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79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06AD2-DC2D-15FE-2FDC-72252B51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F84FC0-CE69-AC31-6D06-4A57003C3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EC6CE6-07C5-073C-2D1C-7DCFC209D1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73C2533-7044-CE3E-1D98-E7D73CD5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3DCF7F-F34B-0E8D-4EBA-AB404AAAB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4AC37D-296C-9F9E-9EC9-4C6F03F2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594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8249B1-B945-D32E-6BA5-914965546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D6349AB-E1C3-3A59-5DB8-4677952DF9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9EB3B2-2442-523B-908C-81B2130650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1608CB-BB3C-6C0D-72DE-88499CF91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74549A-00A9-C6E3-266D-9D4E8A225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F2400B-CB56-07F2-0564-58582563F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530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9FC97D-B526-11E6-CF6A-17E61AD23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03C0AF-6EFF-4717-176F-D1526595A3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A6B47B-8A6B-98F4-77B7-99433FD62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E576D8-B27C-155F-6C54-3BFF7D01F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F359D6-6A81-A0CE-74E5-80B1B32B4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4097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CA1C43-2CD4-19F3-AD07-550E4031D6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4A01CE-A2E0-9D92-FECB-746DE1C8A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FA0140-B98D-4E3F-13FB-97A2D351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64FE85-731A-5C07-E372-D5A6C1CA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9C05A1-836D-9FB3-810B-49E2CBB76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129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D4FA80-8AD6-A751-303D-71833D5CF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E3DAC8-1E60-B963-5882-5E5CDF2B0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F5148-904B-80D2-7008-C3C9DE392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5334-F147-4B04-9699-478B50CF765E}" type="datetimeFigureOut">
              <a:rPr lang="ko-KR" altLang="en-US" smtClean="0"/>
              <a:t>2025-09-25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43FE04-5FA1-4837-E489-12B818EB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6C98E6-6F08-586E-A9A8-D0DA3BF36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05CED-79AE-42E1-BE2D-49974B5969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971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99448F2-0E5B-42DA-B2D1-11A14E947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E8A7552-20E1-4F34-ADAB-C1DB6634D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4DDE083-EB56-4CB0-4C40-350A28D41C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894"/>
          <a:stretch>
            <a:fillRect/>
          </a:stretch>
        </p:blipFill>
        <p:spPr>
          <a:xfrm>
            <a:off x="6244025" y="2032247"/>
            <a:ext cx="5825277" cy="286304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B5AC5F4-97F3-A268-6F8B-2BF105231F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3789"/>
          <a:stretch>
            <a:fillRect/>
          </a:stretch>
        </p:blipFill>
        <p:spPr>
          <a:xfrm>
            <a:off x="457202" y="546222"/>
            <a:ext cx="5426764" cy="24561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697A6D-1840-7E5E-9607-46C8614F50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1850"/>
          <a:stretch>
            <a:fillRect/>
          </a:stretch>
        </p:blipFill>
        <p:spPr>
          <a:xfrm>
            <a:off x="457201" y="4020132"/>
            <a:ext cx="5426764" cy="243968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B93EBFB-C711-FE5A-4658-F6AF3136008F}"/>
              </a:ext>
            </a:extLst>
          </p:cNvPr>
          <p:cNvSpPr/>
          <p:nvPr/>
        </p:nvSpPr>
        <p:spPr>
          <a:xfrm>
            <a:off x="1511149" y="5787522"/>
            <a:ext cx="666377" cy="409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1152144">
              <a:spcAft>
                <a:spcPts val="600"/>
              </a:spcAft>
            </a:pPr>
            <a:r>
              <a:rPr lang="en-US" altLang="ko-KR" sz="1890" b="1" kern="120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1</a:t>
            </a:r>
            <a:r>
              <a:rPr lang="ko-KR" altLang="en-US" sz="1890" b="1" kern="120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동</a:t>
            </a:r>
            <a:endParaRPr lang="en-US" altLang="ko-KR" sz="1500" b="1" cap="none" spc="0" dirty="0">
              <a:ln w="9525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  <a:solidFill>
                <a:schemeClr val="bg1">
                  <a:lumMod val="8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C50ADF-CA73-4635-AD5A-742C91E9DC87}"/>
              </a:ext>
            </a:extLst>
          </p:cNvPr>
          <p:cNvSpPr/>
          <p:nvPr/>
        </p:nvSpPr>
        <p:spPr>
          <a:xfrm>
            <a:off x="1511149" y="4705423"/>
            <a:ext cx="666377" cy="409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1152144">
              <a:spcAft>
                <a:spcPts val="600"/>
              </a:spcAft>
            </a:pPr>
            <a:r>
              <a:rPr lang="en-US" altLang="ko-KR" sz="1890" b="1" kern="120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2</a:t>
            </a:r>
            <a:r>
              <a:rPr lang="ko-KR" altLang="en-US" sz="1890" b="1" kern="120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동</a:t>
            </a:r>
            <a:endParaRPr lang="en-US" altLang="ko-KR" sz="1500" b="1" cap="none" spc="0" dirty="0">
              <a:ln w="9525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  <a:solidFill>
                <a:schemeClr val="bg1">
                  <a:lumMod val="8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7CDCB8-45DB-5E4A-00F1-6897807BA3DF}"/>
              </a:ext>
            </a:extLst>
          </p:cNvPr>
          <p:cNvSpPr/>
          <p:nvPr/>
        </p:nvSpPr>
        <p:spPr>
          <a:xfrm>
            <a:off x="4392512" y="4705423"/>
            <a:ext cx="666377" cy="409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1152144">
              <a:spcAft>
                <a:spcPts val="600"/>
              </a:spcAft>
            </a:pPr>
            <a:r>
              <a:rPr lang="en-US" altLang="ko-KR" sz="1890" b="1" kern="120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3</a:t>
            </a:r>
            <a:r>
              <a:rPr lang="ko-KR" altLang="en-US" sz="1890" b="1" kern="120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동</a:t>
            </a:r>
            <a:endParaRPr lang="en-US" altLang="ko-KR" sz="1500" b="1" cap="none" spc="0" dirty="0">
              <a:ln w="9525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  <a:solidFill>
                <a:schemeClr val="bg1">
                  <a:lumMod val="8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BE85048-C74B-BE2E-95A9-5467351C179E}"/>
              </a:ext>
            </a:extLst>
          </p:cNvPr>
          <p:cNvSpPr/>
          <p:nvPr/>
        </p:nvSpPr>
        <p:spPr>
          <a:xfrm>
            <a:off x="1511149" y="2843224"/>
            <a:ext cx="666377" cy="3831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1152144">
              <a:spcAft>
                <a:spcPts val="600"/>
              </a:spcAft>
            </a:pPr>
            <a:r>
              <a:rPr lang="en-US" altLang="ko-KR" sz="1890" b="1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5</a:t>
            </a:r>
            <a:r>
              <a:rPr lang="ko-KR" altLang="en-US" sz="1890" b="1" kern="120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동</a:t>
            </a:r>
            <a:endParaRPr lang="en-US" altLang="ko-KR" sz="1500" b="1" cap="none" spc="0" dirty="0">
              <a:ln w="9525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  <a:solidFill>
                <a:schemeClr val="bg1">
                  <a:lumMod val="8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AFD11CC-188E-F453-9151-A067F5EACBD3}"/>
              </a:ext>
            </a:extLst>
          </p:cNvPr>
          <p:cNvSpPr/>
          <p:nvPr/>
        </p:nvSpPr>
        <p:spPr>
          <a:xfrm>
            <a:off x="4273399" y="2843224"/>
            <a:ext cx="666377" cy="3831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1152144">
              <a:spcAft>
                <a:spcPts val="600"/>
              </a:spcAft>
            </a:pPr>
            <a:r>
              <a:rPr lang="en-US" altLang="ko-KR" sz="1890" b="1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9</a:t>
            </a:r>
            <a:r>
              <a:rPr lang="ko-KR" altLang="en-US" sz="1890" b="1" kern="120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동</a:t>
            </a:r>
            <a:endParaRPr lang="en-US" altLang="ko-KR" sz="1500" b="1" cap="none" spc="0" dirty="0">
              <a:ln w="9525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  <a:solidFill>
                <a:schemeClr val="bg1">
                  <a:lumMod val="8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B4B2ED5-8DAE-346C-17F9-FA12ACA036D2}"/>
              </a:ext>
            </a:extLst>
          </p:cNvPr>
          <p:cNvSpPr/>
          <p:nvPr/>
        </p:nvSpPr>
        <p:spPr>
          <a:xfrm>
            <a:off x="2837394" y="1362561"/>
            <a:ext cx="666377" cy="3831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1152144">
              <a:spcAft>
                <a:spcPts val="600"/>
              </a:spcAft>
            </a:pPr>
            <a:r>
              <a:rPr lang="en-US" altLang="ko-KR" sz="1890" b="1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8</a:t>
            </a:r>
            <a:r>
              <a:rPr lang="ko-KR" altLang="en-US" sz="1890" b="1" kern="120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동</a:t>
            </a:r>
            <a:endParaRPr lang="en-US" altLang="ko-KR" sz="1500" b="1" cap="none" spc="0" dirty="0">
              <a:ln w="9525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  <a:solidFill>
                <a:schemeClr val="bg1">
                  <a:lumMod val="8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0BBE935-EF9F-D632-C4EA-0E4012913D8B}"/>
              </a:ext>
            </a:extLst>
          </p:cNvPr>
          <p:cNvGrpSpPr/>
          <p:nvPr/>
        </p:nvGrpSpPr>
        <p:grpSpPr>
          <a:xfrm>
            <a:off x="63318" y="29124"/>
            <a:ext cx="2214271" cy="296049"/>
            <a:chOff x="63318" y="2459650"/>
            <a:chExt cx="2214271" cy="296049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0331551-2E0C-717D-1682-42F6FF75731C}"/>
                </a:ext>
              </a:extLst>
            </p:cNvPr>
            <p:cNvSpPr/>
            <p:nvPr/>
          </p:nvSpPr>
          <p:spPr>
            <a:xfrm>
              <a:off x="63318" y="2541095"/>
              <a:ext cx="355600" cy="128409"/>
            </a:xfrm>
            <a:prstGeom prst="rect">
              <a:avLst/>
            </a:prstGeom>
            <a:solidFill>
              <a:srgbClr val="09FF7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17101B9-8B97-1798-37BA-E07567577DA3}"/>
                </a:ext>
              </a:extLst>
            </p:cNvPr>
            <p:cNvSpPr txBox="1"/>
            <p:nvPr/>
          </p:nvSpPr>
          <p:spPr>
            <a:xfrm>
              <a:off x="395624" y="2478700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:</a:t>
              </a:r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기존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C80D92C-0E3C-3F4B-92D8-14C4824CC6F3}"/>
                </a:ext>
              </a:extLst>
            </p:cNvPr>
            <p:cNvSpPr/>
            <p:nvPr/>
          </p:nvSpPr>
          <p:spPr>
            <a:xfrm>
              <a:off x="1018612" y="2541095"/>
              <a:ext cx="355600" cy="12840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E5B874C-A805-B100-F72E-6DC9095600BA}"/>
                </a:ext>
              </a:extLst>
            </p:cNvPr>
            <p:cNvSpPr txBox="1"/>
            <p:nvPr/>
          </p:nvSpPr>
          <p:spPr>
            <a:xfrm>
              <a:off x="1369968" y="2459650"/>
              <a:ext cx="9076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</a:t>
              </a:r>
              <a:r>
                <a:rPr lang="ko-KR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신설</a:t>
              </a:r>
              <a:r>
                <a:rPr lang="en-US" altLang="ko-K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개선</a:t>
              </a:r>
            </a:p>
          </p:txBody>
        </p: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E37BC51C-E2D6-244A-C828-5135C479B8ED}"/>
              </a:ext>
            </a:extLst>
          </p:cNvPr>
          <p:cNvGrpSpPr/>
          <p:nvPr/>
        </p:nvGrpSpPr>
        <p:grpSpPr>
          <a:xfrm>
            <a:off x="63318" y="3527161"/>
            <a:ext cx="2214271" cy="296049"/>
            <a:chOff x="63318" y="2459650"/>
            <a:chExt cx="2214271" cy="296049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62E7D3B4-904E-1374-8817-D7AA3690CCD2}"/>
                </a:ext>
              </a:extLst>
            </p:cNvPr>
            <p:cNvSpPr/>
            <p:nvPr/>
          </p:nvSpPr>
          <p:spPr>
            <a:xfrm>
              <a:off x="63318" y="2541095"/>
              <a:ext cx="355600" cy="128409"/>
            </a:xfrm>
            <a:prstGeom prst="rect">
              <a:avLst/>
            </a:prstGeom>
            <a:solidFill>
              <a:srgbClr val="09FF7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B38C012-B6B3-11E1-D525-6C90A45F34B6}"/>
                </a:ext>
              </a:extLst>
            </p:cNvPr>
            <p:cNvSpPr txBox="1"/>
            <p:nvPr/>
          </p:nvSpPr>
          <p:spPr>
            <a:xfrm>
              <a:off x="395624" y="2478700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:</a:t>
              </a:r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기존</a:t>
              </a:r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7CFB66ED-558D-6E2C-B48E-230A181A6539}"/>
                </a:ext>
              </a:extLst>
            </p:cNvPr>
            <p:cNvSpPr/>
            <p:nvPr/>
          </p:nvSpPr>
          <p:spPr>
            <a:xfrm>
              <a:off x="1018612" y="2541095"/>
              <a:ext cx="355600" cy="12840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B4995C9-831F-8C6F-9178-D4EA94F49ED0}"/>
                </a:ext>
              </a:extLst>
            </p:cNvPr>
            <p:cNvSpPr txBox="1"/>
            <p:nvPr/>
          </p:nvSpPr>
          <p:spPr>
            <a:xfrm>
              <a:off x="1369968" y="2459650"/>
              <a:ext cx="9076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</a:t>
              </a:r>
              <a:r>
                <a:rPr lang="ko-KR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신설</a:t>
              </a:r>
              <a:r>
                <a:rPr lang="en-US" altLang="ko-K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개선</a:t>
              </a:r>
            </a:p>
          </p:txBody>
        </p:sp>
      </p:grp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307A2029-C46F-9E70-CF65-198F1F82971D}"/>
              </a:ext>
            </a:extLst>
          </p:cNvPr>
          <p:cNvGrpSpPr/>
          <p:nvPr/>
        </p:nvGrpSpPr>
        <p:grpSpPr>
          <a:xfrm>
            <a:off x="6251378" y="38648"/>
            <a:ext cx="2214271" cy="296049"/>
            <a:chOff x="63318" y="2459650"/>
            <a:chExt cx="2214271" cy="296049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A21E26D2-607E-BB1E-E469-F1C8E7D5DF36}"/>
                </a:ext>
              </a:extLst>
            </p:cNvPr>
            <p:cNvSpPr/>
            <p:nvPr/>
          </p:nvSpPr>
          <p:spPr>
            <a:xfrm>
              <a:off x="63318" y="2541095"/>
              <a:ext cx="355600" cy="128409"/>
            </a:xfrm>
            <a:prstGeom prst="rect">
              <a:avLst/>
            </a:prstGeom>
            <a:solidFill>
              <a:srgbClr val="09FF78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C92D85E-DD84-188C-52E3-1C347E52E10E}"/>
                </a:ext>
              </a:extLst>
            </p:cNvPr>
            <p:cNvSpPr txBox="1"/>
            <p:nvPr/>
          </p:nvSpPr>
          <p:spPr>
            <a:xfrm>
              <a:off x="395624" y="2478700"/>
              <a:ext cx="52610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:</a:t>
              </a:r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기존</a:t>
              </a: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01124C80-850A-E45F-65D9-E61759C84F9F}"/>
                </a:ext>
              </a:extLst>
            </p:cNvPr>
            <p:cNvSpPr/>
            <p:nvPr/>
          </p:nvSpPr>
          <p:spPr>
            <a:xfrm>
              <a:off x="1018612" y="2541095"/>
              <a:ext cx="355600" cy="128409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highlight>
                  <a:srgbClr val="FFFF00"/>
                </a:highlight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131BA68C-BE86-5771-5C06-0E4640818834}"/>
                </a:ext>
              </a:extLst>
            </p:cNvPr>
            <p:cNvSpPr txBox="1"/>
            <p:nvPr/>
          </p:nvSpPr>
          <p:spPr>
            <a:xfrm>
              <a:off x="1369968" y="2459650"/>
              <a:ext cx="90762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</a:t>
              </a:r>
              <a:r>
                <a:rPr lang="ko-KR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신설</a:t>
              </a:r>
              <a:r>
                <a:rPr lang="en-US" altLang="ko-KR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/</a:t>
              </a:r>
              <a:r>
                <a:rPr lang="ko-KR" alt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개선</a:t>
              </a:r>
            </a:p>
          </p:txBody>
        </p: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AB9FBF2-8BFA-8FB7-163B-91225590B432}"/>
              </a:ext>
            </a:extLst>
          </p:cNvPr>
          <p:cNvSpPr/>
          <p:nvPr/>
        </p:nvSpPr>
        <p:spPr>
          <a:xfrm>
            <a:off x="8294102" y="4932304"/>
            <a:ext cx="1725122" cy="38318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defTabSz="1152144">
              <a:spcAft>
                <a:spcPts val="600"/>
              </a:spcAft>
            </a:pPr>
            <a:r>
              <a:rPr lang="en-US" altLang="ko-KR" sz="1890" b="1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8</a:t>
            </a:r>
            <a:r>
              <a:rPr lang="ko-KR" altLang="en-US" sz="1890" b="1" kern="120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동 지하 </a:t>
            </a:r>
            <a:r>
              <a:rPr lang="en-US" altLang="ko-KR" sz="1890" b="1" kern="120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1</a:t>
            </a:r>
            <a:r>
              <a:rPr lang="ko-KR" altLang="en-US" sz="1890" b="1" kern="1200" dirty="0">
                <a:ln w="9525">
                  <a:solidFill>
                    <a:schemeClr val="tx1">
                      <a:lumMod val="75000"/>
                      <a:lumOff val="25000"/>
                    </a:schemeClr>
                  </a:solidFill>
                  <a:prstDash val="solid"/>
                </a:ln>
                <a:solidFill>
                  <a:schemeClr val="bg1">
                    <a:lumMod val="8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n-lt"/>
                <a:ea typeface="+mn-ea"/>
                <a:cs typeface="+mn-cs"/>
              </a:rPr>
              <a:t>층</a:t>
            </a:r>
            <a:endParaRPr lang="en-US" altLang="ko-KR" sz="1500" b="1" cap="none" spc="0" dirty="0">
              <a:ln w="9525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</a:ln>
              <a:solidFill>
                <a:schemeClr val="bg1">
                  <a:lumMod val="85000"/>
                </a:schemeClr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73235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</TotalTime>
  <Words>35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승덕 박</dc:creator>
  <cp:lastModifiedBy>종근 이</cp:lastModifiedBy>
  <cp:revision>40</cp:revision>
  <dcterms:created xsi:type="dcterms:W3CDTF">2024-08-29T23:43:46Z</dcterms:created>
  <dcterms:modified xsi:type="dcterms:W3CDTF">2025-09-25T03:12:25Z</dcterms:modified>
</cp:coreProperties>
</file>