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B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1001</a:t>
            </a:r>
            <a:r>
              <a:rPr lang="ko-KR" altLang="en-US" b="1">
                <a:latin typeface="+mn-ea"/>
              </a:rPr>
              <a:t>호옆 발코니 타일교체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1001</a:t>
            </a:r>
            <a:r>
              <a:rPr lang="ko-KR" altLang="en-US" sz="1000">
                <a:latin typeface="+mn-ea"/>
              </a:rPr>
              <a:t>호옆 발코니 타일교체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위치</a:t>
            </a:r>
            <a:r>
              <a:rPr lang="en-US" altLang="ko-KR" sz="1000"/>
              <a:t>: B</a:t>
            </a:r>
            <a:r>
              <a:rPr lang="ko-KR" altLang="en-US" sz="1000"/>
              <a:t>동 </a:t>
            </a:r>
            <a:r>
              <a:rPr lang="en-US" altLang="ko-KR" sz="1000"/>
              <a:t>10</a:t>
            </a:r>
            <a:r>
              <a:rPr lang="ko-KR" altLang="en-US" sz="1000"/>
              <a:t>층 </a:t>
            </a:r>
            <a:r>
              <a:rPr lang="en-US" altLang="ko-KR" sz="1000"/>
              <a:t>1001</a:t>
            </a:r>
            <a:r>
              <a:rPr lang="ko-KR" altLang="en-US" sz="1000"/>
              <a:t>호 옆 발코니
발코니 바닥 타일 교체 동선 바닥 보양 작업
발코니 바닥 타일 철거 및 반출 작업
발코니 바닥 모래 다짐 작업
발코니 바닥 타일 설치 작업
발코니 바닥 방수턱 도장 제거 작업
발코니 바닥 방수턱 도장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2025-06-25T06:55:52Z</dcterms:modified>
</cp:coreProperties>
</file>