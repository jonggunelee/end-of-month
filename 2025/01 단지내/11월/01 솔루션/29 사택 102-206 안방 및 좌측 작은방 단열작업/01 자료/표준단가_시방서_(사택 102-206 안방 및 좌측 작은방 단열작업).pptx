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102-206 </a:t>
            </a:r>
            <a:r>
              <a:rPr lang="ko-KR" altLang="en-US" b="1">
                <a:latin typeface="+mn-ea"/>
              </a:rPr>
              <a:t>안방 및 좌측 작은방 단열작업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102-206 </a:t>
            </a:r>
            <a:r>
              <a:rPr lang="ko-KR" altLang="en-US" sz="1000">
                <a:latin typeface="+mn-ea"/>
              </a:rPr>
              <a:t>안방 및 좌측 작은방 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창문측 벽면 단열재 시공 </a:t>
            </a:r>
            <a:r>
              <a:rPr lang="en-US" altLang="ko-KR" sz="1000"/>
              <a:t>- 2</a:t>
            </a:r>
            <a:r>
              <a:rPr lang="ko-KR" altLang="en-US" sz="1000"/>
              <a:t>군데</a:t>
            </a:r>
            <a:r>
              <a:rPr lang="en-US" altLang="ko-KR" sz="1000"/>
              <a:t>(</a:t>
            </a:r>
            <a:r>
              <a:rPr lang="ko-KR" altLang="en-US" sz="1000"/>
              <a:t>안방</a:t>
            </a:r>
            <a:r>
              <a:rPr lang="en-US" altLang="ko-KR" sz="1000"/>
              <a:t>_ </a:t>
            </a:r>
            <a:r>
              <a:rPr lang="ko-KR" altLang="en-US" sz="1000"/>
              <a:t>주방좌측방 </a:t>
            </a:r>
            <a:r>
              <a:rPr lang="en-US" altLang="ko-KR" sz="1000"/>
              <a:t>- </a:t>
            </a:r>
            <a:r>
              <a:rPr lang="ko-KR" altLang="en-US" sz="1000"/>
              <a:t>걸레받이 교체포함</a:t>
            </a:r>
            <a:r>
              <a:rPr lang="en-US" altLang="ko-KR" sz="1000"/>
              <a:t>)
</a:t>
            </a:r>
            <a:r>
              <a:rPr lang="ko-KR" altLang="en-US" sz="1000"/>
              <a:t>걸레받이 교체 </a:t>
            </a:r>
            <a:r>
              <a:rPr lang="en-US" altLang="ko-KR" sz="1000"/>
              <a:t>- 6</a:t>
            </a:r>
            <a:r>
              <a:rPr lang="ko-KR" altLang="en-US" sz="1000"/>
              <a:t>군데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(2</a:t>
            </a:r>
            <a:r>
              <a:rPr lang="ko-KR" altLang="en-US" sz="1000"/>
              <a:t>군데</a:t>
            </a:r>
            <a:r>
              <a:rPr lang="en-US" altLang="ko-KR" sz="1000"/>
              <a:t>)_ </a:t>
            </a:r>
            <a:r>
              <a:rPr lang="ko-KR" altLang="en-US" sz="1000"/>
              <a:t>주방좌측방입구</a:t>
            </a:r>
            <a:r>
              <a:rPr lang="en-US" altLang="ko-KR" sz="1000"/>
              <a:t>(3</a:t>
            </a:r>
            <a:r>
              <a:rPr lang="ko-KR" altLang="en-US" sz="1000"/>
              <a:t>군데</a:t>
            </a:r>
            <a:r>
              <a:rPr lang="en-US" altLang="ko-KR" sz="1000"/>
              <a:t>)_ </a:t>
            </a:r>
            <a:r>
              <a:rPr lang="ko-KR" altLang="en-US" sz="1000"/>
              <a:t>안방</a:t>
            </a:r>
            <a:r>
              <a:rPr lang="en-US" altLang="ko-KR" sz="1000"/>
              <a:t>(1</a:t>
            </a:r>
            <a:r>
              <a:rPr lang="ko-KR" altLang="en-US" sz="1000"/>
              <a:t>군데</a:t>
            </a:r>
            <a:r>
              <a:rPr lang="en-US" altLang="ko-KR" sz="1000"/>
              <a:t>))
</a:t>
            </a:r>
            <a:r>
              <a:rPr lang="ko-KR" altLang="en-US" sz="1000"/>
              <a:t>기존 단열재 철거후 신규 설치 및 걸레받이 탈락보수
천장 몰딩 및 바닥 걸레받이 철거 작업
기존 단열재 설치 부분 열반사 시트 설치 작업
기존 단열재 철거후 신규 설치 작업
천장 몰딩 및 바닥 걸레받이 설치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2025-09-29T19:18:33Z</dcterms:modified>
</cp:coreProperties>
</file>