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2025-06-25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어린이집 전열교환기 고효율 필터교체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어린이집 전열교환기 고효율 필터교체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/>
              <a:t>26</a:t>
            </a:r>
            <a:r>
              <a:rPr lang="ko-KR" altLang="en-US" sz="1000"/>
              <a:t>년 상반기용 고효율 필터 확보후 별도 보관
고효율 필터 교체 및 취출구 청소 작업후 미세먼지 측정 보고서 </a:t>
            </a:r>
            <a:r>
              <a:rPr lang="en-US" altLang="ko-KR" sz="1000"/>
              <a:t>7</a:t>
            </a:r>
            <a:r>
              <a:rPr lang="ko-KR" altLang="en-US" sz="1000"/>
              <a:t>일이내 제출
카트리지 및 부직포형 고효율 필터의 제조사 성적서 제출
기존 부직포형</a:t>
            </a:r>
            <a:r>
              <a:rPr lang="en-US" altLang="ko-KR" sz="1000"/>
              <a:t>(10</a:t>
            </a:r>
            <a:r>
              <a:rPr lang="ko-KR" altLang="en-US" sz="1000"/>
              <a:t>개</a:t>
            </a:r>
            <a:r>
              <a:rPr lang="en-US" altLang="ko-KR" sz="1000"/>
              <a:t>) </a:t>
            </a:r>
            <a:r>
              <a:rPr lang="ko-KR" altLang="en-US" sz="1000"/>
              <a:t>고효율 필터에서 카트리지형</a:t>
            </a:r>
            <a:r>
              <a:rPr lang="en-US" altLang="ko-KR" sz="1000"/>
              <a:t>(9</a:t>
            </a:r>
            <a:r>
              <a:rPr lang="ko-KR" altLang="en-US" sz="1000"/>
              <a:t>개</a:t>
            </a:r>
            <a:r>
              <a:rPr lang="en-US" altLang="ko-KR" sz="1000"/>
              <a:t>) </a:t>
            </a:r>
            <a:r>
              <a:rPr lang="ko-KR" altLang="en-US" sz="1000"/>
              <a:t>고효율 필터로 교체
규격이 맞지 원장실 전열교환기 필터는 기존 부직포형</a:t>
            </a:r>
            <a:r>
              <a:rPr lang="en-US" altLang="ko-KR" sz="1000"/>
              <a:t>(1</a:t>
            </a:r>
            <a:r>
              <a:rPr lang="ko-KR" altLang="en-US" sz="1000"/>
              <a:t>개</a:t>
            </a:r>
            <a:r>
              <a:rPr lang="en-US" altLang="ko-KR" sz="1000"/>
              <a:t>)</a:t>
            </a:r>
            <a:r>
              <a:rPr lang="ko-KR" altLang="en-US" sz="1000"/>
              <a:t>유지
전열교환기 실내기 취출구</a:t>
            </a:r>
            <a:r>
              <a:rPr lang="en-US" altLang="ko-KR" sz="1000"/>
              <a:t>(62</a:t>
            </a:r>
            <a:r>
              <a:rPr lang="ko-KR" altLang="en-US" sz="1000"/>
              <a:t>개</a:t>
            </a:r>
            <a:r>
              <a:rPr lang="en-US" altLang="ko-KR" sz="1000"/>
              <a:t>) </a:t>
            </a:r>
            <a:r>
              <a:rPr lang="ko-KR" altLang="en-US" sz="1000"/>
              <a:t>분리후 흡착 및 고압 물세척후 원복 작업
평일 작업 불가에 따른 주말 작업 계획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867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2025-06-25T05:18:43Z</dcterms:modified>
</cp:coreProperties>
</file>