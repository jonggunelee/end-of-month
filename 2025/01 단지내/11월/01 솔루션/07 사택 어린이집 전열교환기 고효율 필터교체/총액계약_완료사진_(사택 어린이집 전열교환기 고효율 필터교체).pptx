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18"/>
  </p:notesMasterIdLst>
  <p:sldIdLst>
    <p:sldId id="288" r:id="rId2"/>
    <p:sldId id="399" r:id="rId3"/>
    <p:sldId id="400" r:id="rId4"/>
    <p:sldId id="406" r:id="rId5"/>
    <p:sldId id="407" r:id="rId6"/>
    <p:sldId id="408" r:id="rId7"/>
    <p:sldId id="385" r:id="rId8"/>
    <p:sldId id="397" r:id="rId9"/>
    <p:sldId id="402" r:id="rId10"/>
    <p:sldId id="403" r:id="rId11"/>
    <p:sldId id="404" r:id="rId12"/>
    <p:sldId id="409" r:id="rId13"/>
    <p:sldId id="410" r:id="rId14"/>
    <p:sldId id="411" r:id="rId15"/>
    <p:sldId id="412" r:id="rId16"/>
    <p:sldId id="413" r:id="rId17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1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8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642" y="132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D304DE5-DBA9-0AB2-8905-402010F0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8B5E2182-94DD-A460-0C56-8C68C19D0F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06C93FAA-7349-7620-B77B-FECD97A7F7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CA669ECC-EA61-613A-7D86-56270AC08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B3ACCB7-D84D-6713-D0C7-29A52A02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EBAA8809-EE0E-8AED-3A63-15A394484A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B230E70F-36EA-0237-BB95-BAC9737F74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B2CC8829-66B6-5ED6-60FF-DE3078F13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3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F9EBF7-8854-B40D-5FA8-DE1966DD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C0F58FA1-2F66-FE50-5D29-EBFEE9E8D4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81102D8A-10ED-3F60-B96F-9B68A35BA0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4DE35840-1AB0-4CB5-A345-1CB1FEC45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155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597B7F3-8BDE-EFD7-1E12-2B18EEB8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1E717EC7-BCE8-9BCD-14CE-E44FEF539E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CEC9DDAC-81A5-5452-69F1-6BB006DD3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93FC3472-03CB-2E04-6B16-4BEE9D1E7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23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C04373-7E87-0D3C-CD15-BDF75F71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1F9A1079-09C1-B8CA-1A98-2C774FBC49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E1E3B1E1-039E-A971-F0B8-B726A71031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95FFCCAA-E0B4-A7BA-057F-D38BA3D72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858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62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65FF1D0-36C1-A676-8C3D-6874B2D1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6E0F0005-FB6F-CCE4-49E5-84DE3BA917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6E54123B-DD16-1F8C-6C8F-00374ACE2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E5912D46-C9C6-8FCA-37B2-0AF60B39C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382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91FCB20-38D0-C49E-67EF-C90F30C0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78E7CAB3-7E41-22B4-7A8E-1126C9D20A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1B82BE76-1164-C9A4-B926-241D5D2894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40F0CB5F-78F1-D2B2-C691-013C7AD16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02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8BAED2-4822-9AC6-2A94-E53C569B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33D23FA8-A944-3964-6A95-451D021273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8F65996C-D4EA-5D0D-5316-3E2829D8C6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7E711793-D8DA-26D2-B569-5D2D9EBDF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160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C955DE-0FCC-5C06-5DA5-CD8EEEEF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="" xmlns:a16="http://schemas.microsoft.com/office/drawing/2014/main" id="{FA5DDB6A-D4CE-479A-3B12-2FFF28F4C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="" xmlns:a16="http://schemas.microsoft.com/office/drawing/2014/main" id="{F5141465-0B72-C60A-7CE3-4A1EF6D4E0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="" xmlns:a16="http://schemas.microsoft.com/office/drawing/2014/main" id="{BF1D2790-2B01-3EAD-D299-29B5E0C64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031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7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882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0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1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24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5.gi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jpeg"/><Relationship Id="rId11" Type="http://schemas.openxmlformats.org/officeDocument/2006/relationships/image" Target="../media/image31.jpe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jpeg"/><Relationship Id="rId9" Type="http://schemas.openxmlformats.org/officeDocument/2006/relationships/image" Target="../media/image2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5.gif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jpeg"/><Relationship Id="rId5" Type="http://schemas.openxmlformats.org/officeDocument/2006/relationships/image" Target="../media/image33.jpeg"/><Relationship Id="rId10" Type="http://schemas.openxmlformats.org/officeDocument/2006/relationships/image" Target="../media/image38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15.gif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jpe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0" Type="http://schemas.openxmlformats.org/officeDocument/2006/relationships/image" Target="../media/image46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15.gif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jpeg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15.gif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jpeg"/><Relationship Id="rId11" Type="http://schemas.openxmlformats.org/officeDocument/2006/relationships/image" Target="../media/image67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15.gif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jpeg"/><Relationship Id="rId11" Type="http://schemas.openxmlformats.org/officeDocument/2006/relationships/image" Target="../media/image75.jpeg"/><Relationship Id="rId5" Type="http://schemas.openxmlformats.org/officeDocument/2006/relationships/image" Target="../media/image69.jpeg"/><Relationship Id="rId10" Type="http://schemas.openxmlformats.org/officeDocument/2006/relationships/image" Target="../media/image74.jpeg"/><Relationship Id="rId4" Type="http://schemas.openxmlformats.org/officeDocument/2006/relationships/image" Target="../media/image68.jpeg"/><Relationship Id="rId9" Type="http://schemas.openxmlformats.org/officeDocument/2006/relationships/image" Target="../media/image7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3" Type="http://schemas.openxmlformats.org/officeDocument/2006/relationships/image" Target="../media/image15.gif"/><Relationship Id="rId7" Type="http://schemas.openxmlformats.org/officeDocument/2006/relationships/image" Target="../media/image7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8.jpeg"/><Relationship Id="rId11" Type="http://schemas.openxmlformats.org/officeDocument/2006/relationships/image" Target="../media/image83.jpeg"/><Relationship Id="rId5" Type="http://schemas.openxmlformats.org/officeDocument/2006/relationships/image" Target="../media/image77.jpeg"/><Relationship Id="rId10" Type="http://schemas.openxmlformats.org/officeDocument/2006/relationships/image" Target="../media/image82.jpeg"/><Relationship Id="rId4" Type="http://schemas.openxmlformats.org/officeDocument/2006/relationships/image" Target="../media/image76.jpeg"/><Relationship Id="rId9" Type="http://schemas.openxmlformats.org/officeDocument/2006/relationships/image" Target="../media/image8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g"/><Relationship Id="rId3" Type="http://schemas.openxmlformats.org/officeDocument/2006/relationships/image" Target="../media/image15.gif"/><Relationship Id="rId7" Type="http://schemas.openxmlformats.org/officeDocument/2006/relationships/image" Target="../media/image9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jpg"/><Relationship Id="rId5" Type="http://schemas.openxmlformats.org/officeDocument/2006/relationships/image" Target="../media/image88.jpg"/><Relationship Id="rId4" Type="http://schemas.openxmlformats.org/officeDocument/2006/relationships/image" Target="../media/image87.jpg"/><Relationship Id="rId9" Type="http://schemas.openxmlformats.org/officeDocument/2006/relationships/image" Target="../media/image9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g"/><Relationship Id="rId3" Type="http://schemas.openxmlformats.org/officeDocument/2006/relationships/image" Target="../media/image15.gif"/><Relationship Id="rId7" Type="http://schemas.openxmlformats.org/officeDocument/2006/relationships/image" Target="../media/image9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5.jpg"/><Relationship Id="rId5" Type="http://schemas.openxmlformats.org/officeDocument/2006/relationships/image" Target="../media/image94.jpg"/><Relationship Id="rId4" Type="http://schemas.openxmlformats.org/officeDocument/2006/relationships/image" Target="../media/image93.jpg"/><Relationship Id="rId9" Type="http://schemas.openxmlformats.org/officeDocument/2006/relationships/image" Target="../media/image9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15.gif"/><Relationship Id="rId7" Type="http://schemas.openxmlformats.org/officeDocument/2006/relationships/image" Target="../media/image10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1.jpg"/><Relationship Id="rId5" Type="http://schemas.openxmlformats.org/officeDocument/2006/relationships/image" Target="../media/image100.jpg"/><Relationship Id="rId4" Type="http://schemas.openxmlformats.org/officeDocument/2006/relationships/image" Target="../media/image99.jpg"/><Relationship Id="rId9" Type="http://schemas.openxmlformats.org/officeDocument/2006/relationships/image" Target="../media/image104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3" Type="http://schemas.openxmlformats.org/officeDocument/2006/relationships/image" Target="../media/image15.gif"/><Relationship Id="rId7" Type="http://schemas.openxmlformats.org/officeDocument/2006/relationships/image" Target="../media/image10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7.jpg"/><Relationship Id="rId5" Type="http://schemas.openxmlformats.org/officeDocument/2006/relationships/image" Target="../media/image106.jpg"/><Relationship Id="rId4" Type="http://schemas.openxmlformats.org/officeDocument/2006/relationships/image" Target="../media/image105.jpg"/><Relationship Id="rId9" Type="http://schemas.openxmlformats.org/officeDocument/2006/relationships/image" Target="../media/image110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jpg"/><Relationship Id="rId3" Type="http://schemas.openxmlformats.org/officeDocument/2006/relationships/image" Target="../media/image15.gif"/><Relationship Id="rId7" Type="http://schemas.openxmlformats.org/officeDocument/2006/relationships/image" Target="../media/image1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3.jpg"/><Relationship Id="rId5" Type="http://schemas.openxmlformats.org/officeDocument/2006/relationships/image" Target="../media/image112.jpg"/><Relationship Id="rId4" Type="http://schemas.openxmlformats.org/officeDocument/2006/relationships/image" Target="../media/image111.jpg"/><Relationship Id="rId9" Type="http://schemas.openxmlformats.org/officeDocument/2006/relationships/image" Target="../media/image1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LG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11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08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실내기 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=""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3" b="83630"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7584" y="432702"/>
            <a:ext cx="5437112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시스템에어컨 프리미엄 세척</a:t>
            </a:r>
            <a:endParaRPr lang="ko-KR" altLang="en-US" sz="32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=""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7961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C7A879A-BB25-CEB8-15BC-F83AF225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D2047593-B6BD-0988-48E8-887AFE8F05DF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8ED63579-562F-C44A-32FC-77A6F33A1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234FFB87-FD9C-B455-7141-0DCBA6A15BA0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0C3688A0-5FD4-99B3-ACAA-AACC1499DF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71366E75-398C-F264-03EE-BB3B13FAD057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BA45E504-F400-89A0-E04D-360190C70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2991376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="" xmlns:a16="http://schemas.microsoft.com/office/drawing/2014/main" id="{978E0839-AF2A-3810-75D8-C56E30CDC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세척 중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="" xmlns:a16="http://schemas.microsoft.com/office/drawing/2014/main" id="{A09AB92A-1665-5C44-BF57-F9F4752D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에어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7454BDCC-9F40-C66A-9664-8119D11D8A97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D72BC411-3EBD-4457-A350-7EA11718B976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="" xmlns:a16="http://schemas.microsoft.com/office/drawing/2014/main" id="{5D28409D-ECF6-270E-2D43-2274D59EE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="" xmlns:a16="http://schemas.microsoft.com/office/drawing/2014/main" id="{2C11CAC9-F3DB-2454-7A6A-346C4F1C76B7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E6501392-5186-7777-02CD-89921AC19A5E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="" xmlns:a16="http://schemas.microsoft.com/office/drawing/2014/main" id="{7E4EA192-C06C-08ED-D254-BC251A34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233155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="" xmlns:a16="http://schemas.microsoft.com/office/drawing/2014/main" id="{20819132-70AF-8AB7-D7D3-F7B946B79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중</a:t>
            </a:r>
            <a:endParaRPr lang="en-US" altLang="ko-KR" sz="1500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="" xmlns:a16="http://schemas.microsoft.com/office/drawing/2014/main" id="{B31886B1-1920-C9B3-589E-58787E756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에어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="" xmlns:a16="http://schemas.microsoft.com/office/drawing/2014/main" id="{5EF2258A-F010-C495-8264-FFE0CD7781D6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="" xmlns:a16="http://schemas.microsoft.com/office/drawing/2014/main" id="{3E3D95EC-5258-F0E1-501F-C10923E47AB4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Rectangle 21">
            <a:extLst>
              <a:ext uri="{FF2B5EF4-FFF2-40B4-BE49-F238E27FC236}">
                <a16:creationId xmlns="" xmlns:a16="http://schemas.microsoft.com/office/drawing/2014/main" id="{DDAB1352-8C59-703E-FBB0-CD93C715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6233155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="" xmlns:a16="http://schemas.microsoft.com/office/drawing/2014/main" id="{122BDE9E-BFA5-1ECD-1E70-CE7EB450E238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48575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0C15B70-6FB1-ED4C-12F1-96172B34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CA6DDE3B-7FA3-2D93-3BF9-F5F769157C9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A401BB24-5A6C-88BA-4275-4C432397F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디퓨저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E3C13F10-89BB-DDED-3545-5D21E8C32D7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CF05B3F4-54C8-E839-E0AC-D01D48B9EC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7C962403-0E2D-A8C0-8436-B5058866FA69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BB87742A-ECBD-8055-8B3C-3F209321F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2991376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="" xmlns:a16="http://schemas.microsoft.com/office/drawing/2014/main" id="{006107E0-844B-0B24-4DCD-836D0E939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="" xmlns:a16="http://schemas.microsoft.com/office/drawing/2014/main" id="{ECE25790-238F-B181-8136-16F5C4ABF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C38DF6C4-0513-79CB-915B-9291F1706E85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7A598A04-B979-BC6B-E07F-9C18AC3C48EA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="" xmlns:a16="http://schemas.microsoft.com/office/drawing/2014/main" id="{BC3576F7-2497-E57E-DA56-7F2C9AA1E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="" xmlns:a16="http://schemas.microsoft.com/office/drawing/2014/main" id="{26CC09AB-4EF8-611A-9FD7-FAFE75E17DF7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16BC8FA5-24D1-BE24-0451-3860391EA16D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="" xmlns:a16="http://schemas.microsoft.com/office/drawing/2014/main" id="{04461FC7-0332-F1D9-1B79-92CEFC9AB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233155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="" xmlns:a16="http://schemas.microsoft.com/office/drawing/2014/main" id="{A100345D-7E64-8CC7-4EC1-166D28F4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="" xmlns:a16="http://schemas.microsoft.com/office/drawing/2014/main" id="{9F58A94B-28A8-5C32-71C2-E35EC10E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="" xmlns:a16="http://schemas.microsoft.com/office/drawing/2014/main" id="{1FF9BAA0-6C7A-6CFF-3F99-9F5762C077D0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="" xmlns:a16="http://schemas.microsoft.com/office/drawing/2014/main" id="{4E2CCEA1-C89F-BE93-E28F-5BBCA349EBD3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Rectangle 21">
            <a:extLst>
              <a:ext uri="{FF2B5EF4-FFF2-40B4-BE49-F238E27FC236}">
                <a16:creationId xmlns="" xmlns:a16="http://schemas.microsoft.com/office/drawing/2014/main" id="{06173C09-A417-A0EC-35ED-AA893DA2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6233155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="" xmlns:a16="http://schemas.microsoft.com/office/drawing/2014/main" id="{A487EE4B-1107-EBD8-9455-D70F1BE96C8E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2757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87DDD2-7F4B-5272-42DB-2EF7A594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9428F1C0-5432-005A-C83A-95A830A56A8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932115AC-024C-52DF-1871-CE5348A9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07C5F5B6-C501-DA2D-C2E8-1ED93EB5FBF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53C227E0-8730-A7BC-7537-6FAD170A0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47DAC02A-0AD9-25D0-950B-9D70ABC85B0F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378C7FE9-ED57-0DB8-139D-A5C7EEDCA98D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783493C4-512F-5735-D2B8-E691CD69B5A2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="" xmlns:a16="http://schemas.microsoft.com/office/drawing/2014/main" id="{EE91F54E-678C-BBC4-957E-77B529F752F8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11514267-2ED1-F475-BEC9-7F8A9150ECA2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="" xmlns:a16="http://schemas.microsoft.com/office/drawing/2014/main" id="{B02F5D54-224B-345F-0187-1F5F0B464D08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="" xmlns:a16="http://schemas.microsoft.com/office/drawing/2014/main" id="{CC021E09-868E-E710-6ECD-8BD9EC1494C4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="" xmlns:a16="http://schemas.microsoft.com/office/drawing/2014/main" id="{D7058F64-E158-2201-5345-95AE54E9239B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52278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3DAFDE8-C1CD-F055-6BBA-26B083EE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4D114CD8-A3D7-45E3-B233-31888488AAD2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1A0BD11F-4312-97DD-4067-47EB4E092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9C887C12-72F9-E451-C715-3EDDD705579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27763883-9396-EA58-53C7-F70E7AAFA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F8A146EE-DC6E-50FD-0652-F8B6E8D7A2EC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2718EFE7-7168-5BA7-4D0E-3D86D5CEEF45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2D78AE65-A928-227E-D05A-5BB52C1E285F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="" xmlns:a16="http://schemas.microsoft.com/office/drawing/2014/main" id="{59B23761-4E41-965E-97CC-40DA68C109F8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287F79A1-FF71-BC3F-0DF2-28525E43DC3F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="" xmlns:a16="http://schemas.microsoft.com/office/drawing/2014/main" id="{166F419D-3CED-8A42-6729-2584EB44E17A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="" xmlns:a16="http://schemas.microsoft.com/office/drawing/2014/main" id="{2761DDA8-04E4-B8F5-6A26-545A526066D7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="" xmlns:a16="http://schemas.microsoft.com/office/drawing/2014/main" id="{B93DF090-B041-D5D2-E46E-57DC14E5FF9B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34016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620346E-F656-25EF-E869-5A510795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262D3E1A-EDE9-4C47-DCA2-94E8F4418C5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D63336AD-76A2-D257-6DE2-763BFB17B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BDF666A6-6F1C-053C-7DE6-10E43CD55E7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D9C4B481-C23C-12CC-7D26-F79F61D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13354879-CDEE-A3CC-8702-DE4AB45E3037}"/>
              </a:ext>
            </a:extLst>
          </p:cNvPr>
          <p:cNvSpPr/>
          <p:nvPr/>
        </p:nvSpPr>
        <p:spPr>
          <a:xfrm>
            <a:off x="2364840" y="2349000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1865ADE4-2244-6401-218B-31418BF05775}"/>
              </a:ext>
            </a:extLst>
          </p:cNvPr>
          <p:cNvSpPr/>
          <p:nvPr/>
        </p:nvSpPr>
        <p:spPr>
          <a:xfrm>
            <a:off x="131676" y="2349000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EDB4089E-A370-ECA2-1025-E6017C2E42A1}"/>
              </a:ext>
            </a:extLst>
          </p:cNvPr>
          <p:cNvSpPr/>
          <p:nvPr/>
        </p:nvSpPr>
        <p:spPr>
          <a:xfrm>
            <a:off x="4598004" y="2349000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="" xmlns:a16="http://schemas.microsoft.com/office/drawing/2014/main" id="{6E1EE838-4EFC-6D45-9B89-5EA17A84BB04}"/>
              </a:ext>
            </a:extLst>
          </p:cNvPr>
          <p:cNvSpPr/>
          <p:nvPr/>
        </p:nvSpPr>
        <p:spPr>
          <a:xfrm>
            <a:off x="6831167" y="2349000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8285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="" xmlns:a16="http://schemas.microsoft.com/office/drawing/2014/main" id="{BFF10AB1-FF0F-4F3D-BAAE-FE19560E6954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94BC345C-CD71-4656-9163-37AD9A72F698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="" xmlns:a16="http://schemas.microsoft.com/office/drawing/2014/main" id="{66494464-9D2A-4767-B53E-062317F07A7E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="" xmlns:a16="http://schemas.microsoft.com/office/drawing/2014/main" id="{882A15F3-62CF-4655-8381-D5A1A5139C04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="" xmlns:a16="http://schemas.microsoft.com/office/drawing/2014/main" id="{09BDF32C-BEE3-4365-BD6F-252B4DDB5C16}"/>
              </a:ext>
            </a:extLst>
          </p:cNvPr>
          <p:cNvSpPr/>
          <p:nvPr/>
        </p:nvSpPr>
        <p:spPr>
          <a:xfrm rot="16200000"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78E132EF-967D-4212-8C62-4FCE492223A8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="" xmlns:a16="http://schemas.microsoft.com/office/drawing/2014/main" id="{3EC58BA4-64D5-4C7A-832E-DBA729B61AFA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9534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DACEA5-B2BB-0D90-1AD5-C6EF24594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DC98C5D7-E624-72C2-237D-F432328C951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69B73CA5-6363-750F-32CB-4D073815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9F192DC0-8C7D-F192-AE2B-6BFB0743A3C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0393D305-31EE-8389-2A0E-2F1B2743D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="" xmlns:a16="http://schemas.microsoft.com/office/drawing/2014/main" id="{9F05FD14-F06D-EAD5-43E9-7F56EB71FBEE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D8EFD40E-785E-A6D7-BD30-101EEDF5E489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="" xmlns:a16="http://schemas.microsoft.com/office/drawing/2014/main" id="{716C79E0-E4EF-434B-588F-31C8B529B21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="" xmlns:a16="http://schemas.microsoft.com/office/drawing/2014/main" id="{215A63DC-22A4-F7F4-202B-D1FF6815A3B4}"/>
              </a:ext>
            </a:extLst>
          </p:cNvPr>
          <p:cNvSpPr/>
          <p:nvPr/>
        </p:nvSpPr>
        <p:spPr>
          <a:xfrm rot="16200000"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="" xmlns:a16="http://schemas.microsoft.com/office/drawing/2014/main" id="{A81EAAD8-9170-1F14-2332-99D431A4A3D8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752729E-DF04-B6BA-3E01-70A33CA2026B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CA94317B-8FB7-1036-8F57-6AEE51294DFB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="" xmlns:a16="http://schemas.microsoft.com/office/drawing/2014/main" id="{FD77A522-02D4-53C7-BA6F-0B4080179FDC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31319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6F3527-3802-F347-79F5-B4DAA4C1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606F1222-1282-93C7-A1D7-0408591CB905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86698458-FCE8-E911-C713-D106C731B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A2CAAF92-6974-486B-DA99-99260355B4B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87B9DB39-E931-984C-EE60-F36C8D4083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="" xmlns:a16="http://schemas.microsoft.com/office/drawing/2014/main" id="{EA0A7C83-9EB8-1C65-0FCF-A74EDF6C15FF}"/>
              </a:ext>
            </a:extLst>
          </p:cNvPr>
          <p:cNvSpPr/>
          <p:nvPr/>
        </p:nvSpPr>
        <p:spPr>
          <a:xfrm rot="16200000"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837C7829-7281-7132-B489-A41441A3C97B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="" xmlns:a16="http://schemas.microsoft.com/office/drawing/2014/main" id="{E59D2E24-16A1-B9E4-7361-E74FA3961B5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="" xmlns:a16="http://schemas.microsoft.com/office/drawing/2014/main" id="{5FAD0AC4-5FE4-D69F-BC03-8D6B1522A2D9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="" xmlns:a16="http://schemas.microsoft.com/office/drawing/2014/main" id="{36DF95B2-2453-78B0-753A-8FEC3A6467EF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6D7680AE-802C-2A62-6B0A-7F23357E46B8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5E5F36F9-0852-ACFC-9EEA-3D915FC19F18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="" xmlns:a16="http://schemas.microsoft.com/office/drawing/2014/main" id="{53C0E139-CC38-DA8E-42FB-92974CFC40A8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1525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EE6FC7-D46B-4295-5D48-E2D91EB3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3816D500-E147-6982-B491-F79195B7DD12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3375D567-69AF-F6EC-01A2-7BAE84C9B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DB611BF2-F237-A8C7-9ECF-1FDB18EA05F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C2635B64-561B-1105-286A-E19FC5D6C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="" xmlns:a16="http://schemas.microsoft.com/office/drawing/2014/main" id="{9B4833D1-41BC-13C1-4E9A-37E2E5180DE8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1AEC9C80-0711-DAFA-FC8E-9E33DE50457C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="" xmlns:a16="http://schemas.microsoft.com/office/drawing/2014/main" id="{434E090E-8C13-CEAC-2C95-5925A1D393B6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="" xmlns:a16="http://schemas.microsoft.com/office/drawing/2014/main" id="{6B3219A8-06A5-2D90-6344-104BBE350C50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="" xmlns:a16="http://schemas.microsoft.com/office/drawing/2014/main" id="{B2A7E11D-6183-AF8A-899D-A24110DFC33D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082C95EB-8087-9D0F-3685-F52C27BDFE35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6527D62E-9BD9-4CED-F42F-6D0B9046DCB5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="" xmlns:a16="http://schemas.microsoft.com/office/drawing/2014/main" id="{69F14720-EB1C-A9FC-4DF3-43CFBE63BE92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208794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378DB7D-2574-A1AA-7C67-F4B18817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D5F57231-D160-78EC-E887-608C6E9C11D1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A34BBF70-5A7F-05AC-57BC-56162170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9F938107-5DAB-AC80-E2D1-FFDDEB104FE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0AE8C463-A18F-87C8-7C84-D3A8834F3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="" xmlns:a16="http://schemas.microsoft.com/office/drawing/2014/main" id="{12B91745-1675-D684-F1D5-A3375B5579A4}"/>
              </a:ext>
            </a:extLst>
          </p:cNvPr>
          <p:cNvSpPr/>
          <p:nvPr/>
        </p:nvSpPr>
        <p:spPr>
          <a:xfrm>
            <a:off x="133631" y="1989000"/>
            <a:ext cx="2880000" cy="288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1897739E-3F10-2BDF-278C-3140EB11DE78}"/>
              </a:ext>
            </a:extLst>
          </p:cNvPr>
          <p:cNvSpPr/>
          <p:nvPr/>
        </p:nvSpPr>
        <p:spPr>
          <a:xfrm>
            <a:off x="3126208" y="1989000"/>
            <a:ext cx="2880000" cy="288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="" xmlns:a16="http://schemas.microsoft.com/office/drawing/2014/main" id="{5B1DFC74-5B0A-3653-5783-DF7064602679}"/>
              </a:ext>
            </a:extLst>
          </p:cNvPr>
          <p:cNvSpPr/>
          <p:nvPr/>
        </p:nvSpPr>
        <p:spPr>
          <a:xfrm>
            <a:off x="6118785" y="1989000"/>
            <a:ext cx="2880000" cy="288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948911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657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350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9603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409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=""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=""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=""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=""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=""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=""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6148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6364</TotalTime>
  <Words>216</Words>
  <Application>Microsoft Office PowerPoint</Application>
  <PresentationFormat>화면 슬라이드 쇼(4:3)</PresentationFormat>
  <Paragraphs>71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HY견고딕</vt:lpstr>
      <vt:lpstr>Arial</vt:lpstr>
      <vt:lpstr>맑은 고딕</vt:lpstr>
      <vt:lpstr>굴림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권용주/주임/LGSAE 충남센터(yongju.kwon@lge.com)</cp:lastModifiedBy>
  <cp:revision>441</cp:revision>
  <cp:lastPrinted>2014-04-16T00:57:20Z</cp:lastPrinted>
  <dcterms:created xsi:type="dcterms:W3CDTF">2013-06-09T06:34:48Z</dcterms:created>
  <dcterms:modified xsi:type="dcterms:W3CDTF">2025-11-12T05:33:45Z</dcterms:modified>
</cp:coreProperties>
</file>