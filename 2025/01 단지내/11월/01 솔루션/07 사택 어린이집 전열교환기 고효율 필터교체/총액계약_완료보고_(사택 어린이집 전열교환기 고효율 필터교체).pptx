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87" r:id="rId1"/>
  </p:sldMasterIdLst>
  <p:notesMasterIdLst>
    <p:notesMasterId r:id="rId19"/>
  </p:notesMasterIdLst>
  <p:sldIdLst>
    <p:sldId id="288" r:id="rId2"/>
    <p:sldId id="414" r:id="rId3"/>
    <p:sldId id="399" r:id="rId4"/>
    <p:sldId id="400" r:id="rId5"/>
    <p:sldId id="406" r:id="rId6"/>
    <p:sldId id="407" r:id="rId7"/>
    <p:sldId id="408" r:id="rId8"/>
    <p:sldId id="385" r:id="rId9"/>
    <p:sldId id="397" r:id="rId10"/>
    <p:sldId id="402" r:id="rId11"/>
    <p:sldId id="403" r:id="rId12"/>
    <p:sldId id="404" r:id="rId13"/>
    <p:sldId id="409" r:id="rId14"/>
    <p:sldId id="410" r:id="rId15"/>
    <p:sldId id="411" r:id="rId16"/>
    <p:sldId id="412" r:id="rId17"/>
    <p:sldId id="413" r:id="rId18"/>
  </p:sldIdLst>
  <p:sldSz cx="9144000" cy="6858000" type="screen4x3"/>
  <p:notesSz cx="6858000" cy="9979025"/>
  <p:embeddedFontLst>
    <p:embeddedFont>
      <p:font typeface="HY견고딕" panose="02030600000101010101" pitchFamily="18" charset="-127"/>
      <p:regular r:id="rId20"/>
    </p:embeddedFont>
    <p:embeddedFont>
      <p:font typeface="맑은 고딕" panose="020B0503020000020004" pitchFamily="50" charset="-127"/>
      <p:regular r:id="rId21"/>
      <p:bold r:id="rId22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110">
          <p15:clr>
            <a:srgbClr val="A4A3A4"/>
          </p15:clr>
        </p15:guide>
        <p15:guide id="2" pos="3288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ster" initials="m" lastIdx="1" clrIdx="0">
    <p:extLst>
      <p:ext uri="{19B8F6BF-5375-455C-9EA6-DF929625EA0E}">
        <p15:presenceInfo xmlns:p15="http://schemas.microsoft.com/office/powerpoint/2012/main" userId="mast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66"/>
    <a:srgbClr val="76787B"/>
    <a:srgbClr val="CD4465"/>
    <a:srgbClr val="747679"/>
    <a:srgbClr val="A90044"/>
    <a:srgbClr val="BC0951"/>
    <a:srgbClr val="D46175"/>
    <a:srgbClr val="D0536E"/>
    <a:srgbClr val="C8004B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958" autoAdjust="0"/>
    <p:restoredTop sz="94660"/>
  </p:normalViewPr>
  <p:slideViewPr>
    <p:cSldViewPr showGuides="1">
      <p:cViewPr varScale="1">
        <p:scale>
          <a:sx n="111" d="100"/>
          <a:sy n="111" d="100"/>
        </p:scale>
        <p:origin x="1002" y="144"/>
      </p:cViewPr>
      <p:guideLst>
        <p:guide orient="horz" pos="4110"/>
        <p:guide pos="328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98951"/>
          </a:xfrm>
          <a:prstGeom prst="rect">
            <a:avLst/>
          </a:prstGeom>
        </p:spPr>
        <p:txBody>
          <a:bodyPr vert="horz" lIns="96196" tIns="48099" rIns="96196" bIns="48099" rtlCol="0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98951"/>
          </a:xfrm>
          <a:prstGeom prst="rect">
            <a:avLst/>
          </a:prstGeom>
        </p:spPr>
        <p:txBody>
          <a:bodyPr vert="horz" lIns="96196" tIns="48099" rIns="96196" bIns="48099" rtlCol="0"/>
          <a:lstStyle>
            <a:lvl1pPr algn="r">
              <a:defRPr sz="1300"/>
            </a:lvl1pPr>
          </a:lstStyle>
          <a:p>
            <a:fld id="{86E5C4D5-C456-473B-A8F6-817BFB643621}" type="datetimeFigureOut">
              <a:rPr lang="ko-KR" altLang="en-US" smtClean="0"/>
              <a:t>2025-11-14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33450" y="747713"/>
            <a:ext cx="4991100" cy="37433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196" tIns="48099" rIns="96196" bIns="48099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740037"/>
            <a:ext cx="5486400" cy="4490562"/>
          </a:xfrm>
          <a:prstGeom prst="rect">
            <a:avLst/>
          </a:prstGeom>
        </p:spPr>
        <p:txBody>
          <a:bodyPr vert="horz" lIns="96196" tIns="48099" rIns="96196" bIns="48099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78342"/>
            <a:ext cx="2971800" cy="498951"/>
          </a:xfrm>
          <a:prstGeom prst="rect">
            <a:avLst/>
          </a:prstGeom>
        </p:spPr>
        <p:txBody>
          <a:bodyPr vert="horz" lIns="96196" tIns="48099" rIns="96196" bIns="48099" rtlCol="0" anchor="b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9478342"/>
            <a:ext cx="2971800" cy="498951"/>
          </a:xfrm>
          <a:prstGeom prst="rect">
            <a:avLst/>
          </a:prstGeom>
        </p:spPr>
        <p:txBody>
          <a:bodyPr vert="horz" lIns="96196" tIns="48099" rIns="96196" bIns="48099" rtlCol="0" anchor="b"/>
          <a:lstStyle>
            <a:lvl1pPr algn="r">
              <a:defRPr sz="1300"/>
            </a:lvl1pPr>
          </a:lstStyle>
          <a:p>
            <a:fld id="{5A1DB697-446A-45B3-8FFD-B426BCAD97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73987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3795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ko-KR" dirty="0"/>
          </a:p>
        </p:txBody>
      </p:sp>
      <p:sp>
        <p:nvSpPr>
          <p:cNvPr id="33796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04E199F-8DF4-4D74-BC96-A25445BD3AA4}" type="slidenum">
              <a:rPr lang="en-US" altLang="ko-KR">
                <a:solidFill>
                  <a:prstClr val="black"/>
                </a:solidFill>
              </a:rPr>
              <a:pPr eaLnBrk="1" hangingPunct="1"/>
              <a:t>1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49417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304DE5-DBA9-0AB2-8905-402010F0EC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>
            <a:extLst>
              <a:ext uri="{FF2B5EF4-FFF2-40B4-BE49-F238E27FC236}">
                <a16:creationId xmlns:a16="http://schemas.microsoft.com/office/drawing/2014/main" id="{8B5E2182-94DD-A460-0C56-8C68C19D0F9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>
            <a:extLst>
              <a:ext uri="{FF2B5EF4-FFF2-40B4-BE49-F238E27FC236}">
                <a16:creationId xmlns:a16="http://schemas.microsoft.com/office/drawing/2014/main" id="{06C93FAA-7349-7620-B77B-FECD97A7F75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ko-KR" dirty="0"/>
          </a:p>
        </p:txBody>
      </p:sp>
      <p:sp>
        <p:nvSpPr>
          <p:cNvPr id="34820" name="슬라이드 번호 개체 틀 3">
            <a:extLst>
              <a:ext uri="{FF2B5EF4-FFF2-40B4-BE49-F238E27FC236}">
                <a16:creationId xmlns:a16="http://schemas.microsoft.com/office/drawing/2014/main" id="{CA669ECC-EA61-613A-7D86-56270AC089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3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90129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3ACCB7-D84D-6713-D0C7-29A52A025A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>
            <a:extLst>
              <a:ext uri="{FF2B5EF4-FFF2-40B4-BE49-F238E27FC236}">
                <a16:creationId xmlns:a16="http://schemas.microsoft.com/office/drawing/2014/main" id="{EBAA8809-EE0E-8AED-3A63-15A394484A6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>
            <a:extLst>
              <a:ext uri="{FF2B5EF4-FFF2-40B4-BE49-F238E27FC236}">
                <a16:creationId xmlns:a16="http://schemas.microsoft.com/office/drawing/2014/main" id="{B230E70F-36EA-0237-BB95-BAC9737F74A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ko-KR" dirty="0"/>
          </a:p>
        </p:txBody>
      </p:sp>
      <p:sp>
        <p:nvSpPr>
          <p:cNvPr id="34820" name="슬라이드 번호 개체 틀 3">
            <a:extLst>
              <a:ext uri="{FF2B5EF4-FFF2-40B4-BE49-F238E27FC236}">
                <a16:creationId xmlns:a16="http://schemas.microsoft.com/office/drawing/2014/main" id="{B2CC8829-66B6-5ED6-60FF-DE3078F133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4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30398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9EBF7-8854-B40D-5FA8-DE1966DD28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>
            <a:extLst>
              <a:ext uri="{FF2B5EF4-FFF2-40B4-BE49-F238E27FC236}">
                <a16:creationId xmlns:a16="http://schemas.microsoft.com/office/drawing/2014/main" id="{C0F58FA1-2F66-FE50-5D29-EBFEE9E8D45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>
            <a:extLst>
              <a:ext uri="{FF2B5EF4-FFF2-40B4-BE49-F238E27FC236}">
                <a16:creationId xmlns:a16="http://schemas.microsoft.com/office/drawing/2014/main" id="{81102D8A-10ED-3F60-B96F-9B68A35BA0A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ko-KR" dirty="0"/>
          </a:p>
        </p:txBody>
      </p:sp>
      <p:sp>
        <p:nvSpPr>
          <p:cNvPr id="34820" name="슬라이드 번호 개체 틀 3">
            <a:extLst>
              <a:ext uri="{FF2B5EF4-FFF2-40B4-BE49-F238E27FC236}">
                <a16:creationId xmlns:a16="http://schemas.microsoft.com/office/drawing/2014/main" id="{4DE35840-1AB0-4CB5-A345-1CB1FEC458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5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81558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97B7F3-8BDE-EFD7-1E12-2B18EEB813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>
            <a:extLst>
              <a:ext uri="{FF2B5EF4-FFF2-40B4-BE49-F238E27FC236}">
                <a16:creationId xmlns:a16="http://schemas.microsoft.com/office/drawing/2014/main" id="{1E717EC7-BCE8-9BCD-14CE-E44FEF539EE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>
            <a:extLst>
              <a:ext uri="{FF2B5EF4-FFF2-40B4-BE49-F238E27FC236}">
                <a16:creationId xmlns:a16="http://schemas.microsoft.com/office/drawing/2014/main" id="{CEC9DDAC-81A5-5452-69F1-6BB006DD32C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ko-KR" dirty="0"/>
          </a:p>
        </p:txBody>
      </p:sp>
      <p:sp>
        <p:nvSpPr>
          <p:cNvPr id="34820" name="슬라이드 번호 개체 틀 3">
            <a:extLst>
              <a:ext uri="{FF2B5EF4-FFF2-40B4-BE49-F238E27FC236}">
                <a16:creationId xmlns:a16="http://schemas.microsoft.com/office/drawing/2014/main" id="{93FC3472-03CB-2E04-6B16-4BEE9D1E71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6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52308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C04373-7E87-0D3C-CD15-BDF75F719F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>
            <a:extLst>
              <a:ext uri="{FF2B5EF4-FFF2-40B4-BE49-F238E27FC236}">
                <a16:creationId xmlns:a16="http://schemas.microsoft.com/office/drawing/2014/main" id="{1F9A1079-09C1-B8CA-1A98-2C774FBC499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>
            <a:extLst>
              <a:ext uri="{FF2B5EF4-FFF2-40B4-BE49-F238E27FC236}">
                <a16:creationId xmlns:a16="http://schemas.microsoft.com/office/drawing/2014/main" id="{E1E3B1E1-039E-A971-F0B8-B726A71031F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ko-KR" dirty="0"/>
          </a:p>
        </p:txBody>
      </p:sp>
      <p:sp>
        <p:nvSpPr>
          <p:cNvPr id="34820" name="슬라이드 번호 개체 틀 3">
            <a:extLst>
              <a:ext uri="{FF2B5EF4-FFF2-40B4-BE49-F238E27FC236}">
                <a16:creationId xmlns:a16="http://schemas.microsoft.com/office/drawing/2014/main" id="{95FFCCAA-E0B4-A7BA-057F-D38BA3D72A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7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68585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ko-KR" dirty="0"/>
          </a:p>
        </p:txBody>
      </p:sp>
      <p:sp>
        <p:nvSpPr>
          <p:cNvPr id="34820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8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46290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5FF1D0-36C1-A676-8C3D-6874B2D135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>
            <a:extLst>
              <a:ext uri="{FF2B5EF4-FFF2-40B4-BE49-F238E27FC236}">
                <a16:creationId xmlns:a16="http://schemas.microsoft.com/office/drawing/2014/main" id="{6E0F0005-FB6F-CCE4-49E5-84DE3BA9173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>
            <a:extLst>
              <a:ext uri="{FF2B5EF4-FFF2-40B4-BE49-F238E27FC236}">
                <a16:creationId xmlns:a16="http://schemas.microsoft.com/office/drawing/2014/main" id="{6E54123B-DD16-1F8C-6C8F-00374ACE23D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ko-KR" dirty="0"/>
          </a:p>
        </p:txBody>
      </p:sp>
      <p:sp>
        <p:nvSpPr>
          <p:cNvPr id="34820" name="슬라이드 번호 개체 틀 3">
            <a:extLst>
              <a:ext uri="{FF2B5EF4-FFF2-40B4-BE49-F238E27FC236}">
                <a16:creationId xmlns:a16="http://schemas.microsoft.com/office/drawing/2014/main" id="{E5912D46-C9C6-8FCA-37B2-0AF60B39C6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9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63826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1FCB20-38D0-C49E-67EF-C90F30C0E5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>
            <a:extLst>
              <a:ext uri="{FF2B5EF4-FFF2-40B4-BE49-F238E27FC236}">
                <a16:creationId xmlns:a16="http://schemas.microsoft.com/office/drawing/2014/main" id="{78E7CAB3-7E41-22B4-7A8E-1126C9D20A0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>
            <a:extLst>
              <a:ext uri="{FF2B5EF4-FFF2-40B4-BE49-F238E27FC236}">
                <a16:creationId xmlns:a16="http://schemas.microsoft.com/office/drawing/2014/main" id="{1B82BE76-1164-C9A4-B926-241D5D28945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ko-KR" dirty="0"/>
          </a:p>
        </p:txBody>
      </p:sp>
      <p:sp>
        <p:nvSpPr>
          <p:cNvPr id="34820" name="슬라이드 번호 개체 틀 3">
            <a:extLst>
              <a:ext uri="{FF2B5EF4-FFF2-40B4-BE49-F238E27FC236}">
                <a16:creationId xmlns:a16="http://schemas.microsoft.com/office/drawing/2014/main" id="{40F0CB5F-78F1-D2B2-C691-013C7AD16D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10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60268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8BAED2-4822-9AC6-2A94-E53C569BE2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>
            <a:extLst>
              <a:ext uri="{FF2B5EF4-FFF2-40B4-BE49-F238E27FC236}">
                <a16:creationId xmlns:a16="http://schemas.microsoft.com/office/drawing/2014/main" id="{33D23FA8-A944-3964-6A95-451D021273A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>
            <a:extLst>
              <a:ext uri="{FF2B5EF4-FFF2-40B4-BE49-F238E27FC236}">
                <a16:creationId xmlns:a16="http://schemas.microsoft.com/office/drawing/2014/main" id="{8F65996C-D4EA-5D0D-5316-3E2829D8C6E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ko-KR" dirty="0"/>
          </a:p>
        </p:txBody>
      </p:sp>
      <p:sp>
        <p:nvSpPr>
          <p:cNvPr id="34820" name="슬라이드 번호 개체 틀 3">
            <a:extLst>
              <a:ext uri="{FF2B5EF4-FFF2-40B4-BE49-F238E27FC236}">
                <a16:creationId xmlns:a16="http://schemas.microsoft.com/office/drawing/2014/main" id="{7E711793-D8DA-26D2-B569-5D2D9EBDF3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11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316013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C955DE-0FCC-5C06-5DA5-CD8EEEEF84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>
            <a:extLst>
              <a:ext uri="{FF2B5EF4-FFF2-40B4-BE49-F238E27FC236}">
                <a16:creationId xmlns:a16="http://schemas.microsoft.com/office/drawing/2014/main" id="{FA5DDB6A-D4CE-479A-3B12-2FFF28F4CC0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>
            <a:extLst>
              <a:ext uri="{FF2B5EF4-FFF2-40B4-BE49-F238E27FC236}">
                <a16:creationId xmlns:a16="http://schemas.microsoft.com/office/drawing/2014/main" id="{F5141465-0B72-C60A-7CE3-4A1EF6D4E0D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ko-KR" dirty="0"/>
          </a:p>
        </p:txBody>
      </p:sp>
      <p:sp>
        <p:nvSpPr>
          <p:cNvPr id="34820" name="슬라이드 번호 개체 틀 3">
            <a:extLst>
              <a:ext uri="{FF2B5EF4-FFF2-40B4-BE49-F238E27FC236}">
                <a16:creationId xmlns:a16="http://schemas.microsoft.com/office/drawing/2014/main" id="{BF1D2790-2B01-3EAD-D299-29B5E0C641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12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503145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Thank you.</a:t>
            </a:r>
            <a:endParaRPr lang="ko-KR" altLang="ko-KR"/>
          </a:p>
          <a:p>
            <a:endParaRPr lang="en-US" altLang="ko-KR"/>
          </a:p>
        </p:txBody>
      </p:sp>
      <p:sp>
        <p:nvSpPr>
          <p:cNvPr id="34820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13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18754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Thank you.</a:t>
            </a:r>
            <a:endParaRPr lang="ko-KR" altLang="ko-KR"/>
          </a:p>
          <a:p>
            <a:endParaRPr lang="en-US" altLang="ko-KR"/>
          </a:p>
        </p:txBody>
      </p:sp>
      <p:sp>
        <p:nvSpPr>
          <p:cNvPr id="34820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14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688254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Thank you.</a:t>
            </a:r>
            <a:endParaRPr lang="ko-KR" altLang="ko-KR"/>
          </a:p>
          <a:p>
            <a:endParaRPr lang="en-US" altLang="ko-KR"/>
          </a:p>
        </p:txBody>
      </p:sp>
      <p:sp>
        <p:nvSpPr>
          <p:cNvPr id="34820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15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85091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Thank you.</a:t>
            </a:r>
            <a:endParaRPr lang="ko-KR" altLang="ko-KR"/>
          </a:p>
          <a:p>
            <a:endParaRPr lang="en-US" altLang="ko-KR"/>
          </a:p>
        </p:txBody>
      </p:sp>
      <p:sp>
        <p:nvSpPr>
          <p:cNvPr id="34820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16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508138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Thank you.</a:t>
            </a:r>
            <a:endParaRPr lang="ko-KR" altLang="ko-KR"/>
          </a:p>
          <a:p>
            <a:endParaRPr lang="en-US" altLang="ko-KR"/>
          </a:p>
        </p:txBody>
      </p:sp>
      <p:sp>
        <p:nvSpPr>
          <p:cNvPr id="34820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17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42449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W:\LGPT_110105_2011 AE 사업본부 소개 PPT 제작\PNG\226\bg_001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3" descr="W:\LGPT_110105_2011 AE 사업본부 소개 PPT 제작\PNG\226\bottom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571039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W:\LGPT_110105_2011 AE 사업본부 소개 PPT 제작\PNG\226\bg_002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3" descr="W:\LGPT_110105_2011 AE 사업본부 소개 PPT 제작\PNG\226\bottom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522426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W:\LGPT_110105_2011 AE 사업본부 소개 PPT 제작\PNG\226\bg_003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3" descr="W:\LGPT_110105_2011 AE 사업본부 소개 PPT 제작\PNG\226\bottom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010775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W:\LGPT_110105_2011 AE 사업본부 소개 PPT 제작\PNG\226\bg_001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3" descr="W:\LGPT_110105_2011 AE 사업본부 소개 PPT 제작\PNG\226\bottom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2" descr="W:\LGPT_110105_2011 AE 사업본부 소개 PPT 제작\PNG\226\navi_01.png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802507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W:\LGPT_110105_2011 AE 사업본부 소개 PPT 제작\PNG\226\bg_001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3" descr="W:\LGPT_110105_2011 AE 사업본부 소개 PPT 제작\PNG\226\bottom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660522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W:\LGPT_110105_2011 AE 사업본부 소개 PPT 제작\PNG\226\bg_001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3" descr="W:\LGPT_110105_2011 AE 사업본부 소개 PPT 제작\PNG\226\bottom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880437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W:\LGPT_110105_2011 AE 사업본부 소개 PPT 제작\PNG\226\bg_002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3" descr="W:\LGPT_110105_2011 AE 사업본부 소개 PPT 제작\PNG\226\bottom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5362575"/>
            <a:ext cx="9144000" cy="1495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4" descr="W:\LGPT_110105_2011 AE 사업본부 소개 PPT 제작\PNG\226\navi_03.png"/>
          <p:cNvPicPr>
            <a:picLocks noChangeAspect="1" noChangeArrowheads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762000"/>
            <a:ext cx="9144000" cy="609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957080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W:\LGPT_110105_2011 AE 사업본부 소개 PPT 제작\PNG\226\bg_002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3" descr="W:\LGPT_110105_2011 AE 사업본부 소개 PPT 제작\PNG\226\bottom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5362575"/>
            <a:ext cx="9144000" cy="1495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494192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W:\LGPT_110105_2011 AE 사업본부 소개 PPT 제작\PNG\226\bg_003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3" descr="W:\LGPT_110105_2011 AE 사업본부 소개 PPT 제작\PNG\226\bottom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5" descr="W:\LGPT_110105_2011 AE 사업본부 소개 PPT 제작\PNG\226\navi_04.png"/>
          <p:cNvPicPr>
            <a:picLocks noChangeAspect="1" noChangeArrowheads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786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732008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 descr="W:\LGPT_110105_2011 AE 사업본부 소개 PPT 제작\PNG\226\bottom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128814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W:\LGPT_110105_2011 AE 사업본부 소개 PPT 제작\PNG\226\bg_002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3" descr="W:\LGPT_110105_2011 AE 사업본부 소개 PPT 제작\PNG\226\bottom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그림 8" descr="08.png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67678434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W:\LGPT_110105_2011 AE 사업본부 소개 PPT 제작\PNG\226\bg_002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3" descr="W:\LGPT_110105_2011 AE 사업본부 소개 PPT 제작\PNG\226\bottom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그림 8" descr="08.png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342247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 b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C11EC1B3-06A7-4046-8908-CF0411A4D735}" type="datetimeFigureOut">
              <a:rPr lang="ko-KR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2025-11-14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 b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 b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1E4D3389-9F03-43C2-AB7E-B90FF6ACF10C}" type="slidenum">
              <a:rPr lang="ko-KR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89870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4.jpeg"/><Relationship Id="rId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gif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jpeg"/><Relationship Id="rId3" Type="http://schemas.openxmlformats.org/officeDocument/2006/relationships/image" Target="../media/image15.gif"/><Relationship Id="rId7" Type="http://schemas.openxmlformats.org/officeDocument/2006/relationships/image" Target="../media/image19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8.jpeg"/><Relationship Id="rId11" Type="http://schemas.openxmlformats.org/officeDocument/2006/relationships/image" Target="../media/image23.jpeg"/><Relationship Id="rId5" Type="http://schemas.openxmlformats.org/officeDocument/2006/relationships/image" Target="../media/image17.jpeg"/><Relationship Id="rId10" Type="http://schemas.openxmlformats.org/officeDocument/2006/relationships/image" Target="../media/image22.jpeg"/><Relationship Id="rId4" Type="http://schemas.openxmlformats.org/officeDocument/2006/relationships/image" Target="../media/image16.jpeg"/><Relationship Id="rId9" Type="http://schemas.openxmlformats.org/officeDocument/2006/relationships/image" Target="../media/image21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jpeg"/><Relationship Id="rId3" Type="http://schemas.openxmlformats.org/officeDocument/2006/relationships/image" Target="../media/image15.gif"/><Relationship Id="rId7" Type="http://schemas.openxmlformats.org/officeDocument/2006/relationships/image" Target="../media/image27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6.jpeg"/><Relationship Id="rId11" Type="http://schemas.openxmlformats.org/officeDocument/2006/relationships/image" Target="../media/image31.jpeg"/><Relationship Id="rId5" Type="http://schemas.openxmlformats.org/officeDocument/2006/relationships/image" Target="../media/image25.jpeg"/><Relationship Id="rId10" Type="http://schemas.openxmlformats.org/officeDocument/2006/relationships/image" Target="../media/image30.jpeg"/><Relationship Id="rId4" Type="http://schemas.openxmlformats.org/officeDocument/2006/relationships/image" Target="../media/image24.jpeg"/><Relationship Id="rId9" Type="http://schemas.openxmlformats.org/officeDocument/2006/relationships/image" Target="../media/image29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jpeg"/><Relationship Id="rId3" Type="http://schemas.openxmlformats.org/officeDocument/2006/relationships/image" Target="../media/image15.gif"/><Relationship Id="rId7" Type="http://schemas.openxmlformats.org/officeDocument/2006/relationships/image" Target="../media/image3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34.jpeg"/><Relationship Id="rId11" Type="http://schemas.openxmlformats.org/officeDocument/2006/relationships/image" Target="../media/image39.jpeg"/><Relationship Id="rId5" Type="http://schemas.openxmlformats.org/officeDocument/2006/relationships/image" Target="../media/image33.jpeg"/><Relationship Id="rId10" Type="http://schemas.openxmlformats.org/officeDocument/2006/relationships/image" Target="../media/image38.jpeg"/><Relationship Id="rId4" Type="http://schemas.openxmlformats.org/officeDocument/2006/relationships/image" Target="../media/image32.jpeg"/><Relationship Id="rId9" Type="http://schemas.openxmlformats.org/officeDocument/2006/relationships/image" Target="../media/image37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jpeg"/><Relationship Id="rId3" Type="http://schemas.openxmlformats.org/officeDocument/2006/relationships/image" Target="../media/image15.gif"/><Relationship Id="rId7" Type="http://schemas.openxmlformats.org/officeDocument/2006/relationships/image" Target="../media/image4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42.jpeg"/><Relationship Id="rId11" Type="http://schemas.openxmlformats.org/officeDocument/2006/relationships/image" Target="../media/image47.jpeg"/><Relationship Id="rId5" Type="http://schemas.openxmlformats.org/officeDocument/2006/relationships/image" Target="../media/image41.jpeg"/><Relationship Id="rId10" Type="http://schemas.openxmlformats.org/officeDocument/2006/relationships/image" Target="../media/image46.jpeg"/><Relationship Id="rId4" Type="http://schemas.openxmlformats.org/officeDocument/2006/relationships/image" Target="../media/image40.jpeg"/><Relationship Id="rId9" Type="http://schemas.openxmlformats.org/officeDocument/2006/relationships/image" Target="../media/image45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7" Type="http://schemas.openxmlformats.org/officeDocument/2006/relationships/image" Target="../media/image5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50.jpeg"/><Relationship Id="rId5" Type="http://schemas.openxmlformats.org/officeDocument/2006/relationships/image" Target="../media/image49.jpeg"/><Relationship Id="rId4" Type="http://schemas.openxmlformats.org/officeDocument/2006/relationships/image" Target="../media/image48.jpe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jpeg"/><Relationship Id="rId3" Type="http://schemas.openxmlformats.org/officeDocument/2006/relationships/image" Target="../media/image15.gif"/><Relationship Id="rId7" Type="http://schemas.openxmlformats.org/officeDocument/2006/relationships/image" Target="../media/image55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54.jpeg"/><Relationship Id="rId11" Type="http://schemas.openxmlformats.org/officeDocument/2006/relationships/image" Target="../media/image59.jpeg"/><Relationship Id="rId5" Type="http://schemas.openxmlformats.org/officeDocument/2006/relationships/image" Target="../media/image53.jpeg"/><Relationship Id="rId10" Type="http://schemas.openxmlformats.org/officeDocument/2006/relationships/image" Target="../media/image58.jpeg"/><Relationship Id="rId4" Type="http://schemas.openxmlformats.org/officeDocument/2006/relationships/image" Target="../media/image52.jpeg"/><Relationship Id="rId9" Type="http://schemas.openxmlformats.org/officeDocument/2006/relationships/image" Target="../media/image57.jpe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jpeg"/><Relationship Id="rId3" Type="http://schemas.openxmlformats.org/officeDocument/2006/relationships/image" Target="../media/image15.gif"/><Relationship Id="rId7" Type="http://schemas.openxmlformats.org/officeDocument/2006/relationships/image" Target="../media/image6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62.jpeg"/><Relationship Id="rId11" Type="http://schemas.openxmlformats.org/officeDocument/2006/relationships/image" Target="../media/image67.jpeg"/><Relationship Id="rId5" Type="http://schemas.openxmlformats.org/officeDocument/2006/relationships/image" Target="../media/image61.jpeg"/><Relationship Id="rId10" Type="http://schemas.openxmlformats.org/officeDocument/2006/relationships/image" Target="../media/image66.jpeg"/><Relationship Id="rId4" Type="http://schemas.openxmlformats.org/officeDocument/2006/relationships/image" Target="../media/image60.jpeg"/><Relationship Id="rId9" Type="http://schemas.openxmlformats.org/officeDocument/2006/relationships/image" Target="../media/image65.jpe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jpeg"/><Relationship Id="rId3" Type="http://schemas.openxmlformats.org/officeDocument/2006/relationships/image" Target="../media/image15.gif"/><Relationship Id="rId7" Type="http://schemas.openxmlformats.org/officeDocument/2006/relationships/image" Target="../media/image7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70.jpeg"/><Relationship Id="rId11" Type="http://schemas.openxmlformats.org/officeDocument/2006/relationships/image" Target="../media/image75.jpeg"/><Relationship Id="rId5" Type="http://schemas.openxmlformats.org/officeDocument/2006/relationships/image" Target="../media/image69.jpeg"/><Relationship Id="rId10" Type="http://schemas.openxmlformats.org/officeDocument/2006/relationships/image" Target="../media/image74.jpeg"/><Relationship Id="rId4" Type="http://schemas.openxmlformats.org/officeDocument/2006/relationships/image" Target="../media/image68.jpeg"/><Relationship Id="rId9" Type="http://schemas.openxmlformats.org/officeDocument/2006/relationships/image" Target="../media/image73.jpe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jpeg"/><Relationship Id="rId3" Type="http://schemas.openxmlformats.org/officeDocument/2006/relationships/image" Target="../media/image15.gif"/><Relationship Id="rId7" Type="http://schemas.openxmlformats.org/officeDocument/2006/relationships/image" Target="../media/image79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78.jpeg"/><Relationship Id="rId11" Type="http://schemas.openxmlformats.org/officeDocument/2006/relationships/image" Target="../media/image83.jpeg"/><Relationship Id="rId5" Type="http://schemas.openxmlformats.org/officeDocument/2006/relationships/image" Target="../media/image77.jpeg"/><Relationship Id="rId10" Type="http://schemas.openxmlformats.org/officeDocument/2006/relationships/image" Target="../media/image82.jpeg"/><Relationship Id="rId4" Type="http://schemas.openxmlformats.org/officeDocument/2006/relationships/image" Target="../media/image76.jpeg"/><Relationship Id="rId9" Type="http://schemas.openxmlformats.org/officeDocument/2006/relationships/image" Target="../media/image81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86.jpeg"/><Relationship Id="rId5" Type="http://schemas.openxmlformats.org/officeDocument/2006/relationships/image" Target="../media/image85.jpeg"/><Relationship Id="rId4" Type="http://schemas.openxmlformats.org/officeDocument/2006/relationships/image" Target="../media/image84.jpe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jpeg"/><Relationship Id="rId3" Type="http://schemas.openxmlformats.org/officeDocument/2006/relationships/image" Target="../media/image15.gif"/><Relationship Id="rId7" Type="http://schemas.openxmlformats.org/officeDocument/2006/relationships/image" Target="../media/image90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89.jpeg"/><Relationship Id="rId5" Type="http://schemas.openxmlformats.org/officeDocument/2006/relationships/image" Target="../media/image88.jpeg"/><Relationship Id="rId4" Type="http://schemas.openxmlformats.org/officeDocument/2006/relationships/image" Target="../media/image87.jpeg"/><Relationship Id="rId9" Type="http://schemas.openxmlformats.org/officeDocument/2006/relationships/image" Target="../media/image92.jpe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7.jpeg"/><Relationship Id="rId3" Type="http://schemas.openxmlformats.org/officeDocument/2006/relationships/image" Target="../media/image15.gif"/><Relationship Id="rId7" Type="http://schemas.openxmlformats.org/officeDocument/2006/relationships/image" Target="../media/image96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95.jpeg"/><Relationship Id="rId5" Type="http://schemas.openxmlformats.org/officeDocument/2006/relationships/image" Target="../media/image94.jpeg"/><Relationship Id="rId4" Type="http://schemas.openxmlformats.org/officeDocument/2006/relationships/image" Target="../media/image93.jpeg"/><Relationship Id="rId9" Type="http://schemas.openxmlformats.org/officeDocument/2006/relationships/image" Target="../media/image98.jpe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3.jpeg"/><Relationship Id="rId3" Type="http://schemas.openxmlformats.org/officeDocument/2006/relationships/image" Target="../media/image15.gif"/><Relationship Id="rId7" Type="http://schemas.openxmlformats.org/officeDocument/2006/relationships/image" Target="../media/image102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01.jpeg"/><Relationship Id="rId5" Type="http://schemas.openxmlformats.org/officeDocument/2006/relationships/image" Target="../media/image100.jpeg"/><Relationship Id="rId4" Type="http://schemas.openxmlformats.org/officeDocument/2006/relationships/image" Target="../media/image99.jpeg"/><Relationship Id="rId9" Type="http://schemas.openxmlformats.org/officeDocument/2006/relationships/image" Target="../media/image104.jpe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9.jpeg"/><Relationship Id="rId3" Type="http://schemas.openxmlformats.org/officeDocument/2006/relationships/image" Target="../media/image15.gif"/><Relationship Id="rId7" Type="http://schemas.openxmlformats.org/officeDocument/2006/relationships/image" Target="../media/image108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07.jpeg"/><Relationship Id="rId5" Type="http://schemas.openxmlformats.org/officeDocument/2006/relationships/image" Target="../media/image106.jpeg"/><Relationship Id="rId4" Type="http://schemas.openxmlformats.org/officeDocument/2006/relationships/image" Target="../media/image105.jpeg"/><Relationship Id="rId9" Type="http://schemas.openxmlformats.org/officeDocument/2006/relationships/image" Target="../media/image110.jpe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5.jpeg"/><Relationship Id="rId3" Type="http://schemas.openxmlformats.org/officeDocument/2006/relationships/image" Target="../media/image15.gif"/><Relationship Id="rId7" Type="http://schemas.openxmlformats.org/officeDocument/2006/relationships/image" Target="../media/image114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13.jpeg"/><Relationship Id="rId5" Type="http://schemas.openxmlformats.org/officeDocument/2006/relationships/image" Target="../media/image112.jpeg"/><Relationship Id="rId4" Type="http://schemas.openxmlformats.org/officeDocument/2006/relationships/image" Target="../media/image111.jpeg"/><Relationship Id="rId9" Type="http://schemas.openxmlformats.org/officeDocument/2006/relationships/image" Target="../media/image11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F5816B41-C376-4F7D-B8E0-85DB6F0F0C43}"/>
              </a:ext>
            </a:extLst>
          </p:cNvPr>
          <p:cNvSpPr txBox="1"/>
          <p:nvPr/>
        </p:nvSpPr>
        <p:spPr>
          <a:xfrm>
            <a:off x="323528" y="5468451"/>
            <a:ext cx="7857156" cy="984885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contourClr>
                <a:schemeClr val="accent4">
                  <a:alpha val="95000"/>
                </a:schemeClr>
              </a:contourClr>
            </a:sp3d>
          </a:bodyPr>
          <a:lstStyle>
            <a:defPPr>
              <a:defRPr lang="ko-KR"/>
            </a:defPPr>
            <a:lvl1pPr marL="0" defTabSz="914400" eaLnBrk="1" hangingPunct="1">
              <a:lnSpc>
                <a:spcPct val="90000"/>
              </a:lnSpc>
              <a:buClr>
                <a:prstClr val="white"/>
              </a:buClr>
              <a:defRPr sz="1200" b="1" spc="-100">
                <a:ln>
                  <a:prstDash val="solid"/>
                </a:ln>
                <a:latin typeface="-윤고딕330" pitchFamily="18" charset="-127"/>
                <a:ea typeface="-윤고딕330" pitchFamily="18" charset="-127"/>
                <a:cs typeface="Arial" pitchFamily="34" charset="0"/>
              </a:defRPr>
            </a:lvl1pPr>
            <a:lvl2pPr defTabSz="914400" eaLnBrk="1" hangingPunct="1">
              <a:defRPr sz="1800">
                <a:latin typeface="+mn-lt"/>
                <a:ea typeface="+mn-ea"/>
              </a:defRPr>
            </a:lvl2pPr>
            <a:lvl3pPr defTabSz="914400" eaLnBrk="1" hangingPunct="1">
              <a:defRPr sz="1800">
                <a:latin typeface="+mn-lt"/>
                <a:ea typeface="+mn-ea"/>
              </a:defRPr>
            </a:lvl3pPr>
            <a:lvl4pPr defTabSz="914400" eaLnBrk="1" hangingPunct="1">
              <a:defRPr sz="1800">
                <a:latin typeface="+mn-lt"/>
                <a:ea typeface="+mn-ea"/>
              </a:defRPr>
            </a:lvl4pPr>
            <a:lvl5pPr defTabSz="914400" eaLnBrk="1" hangingPunct="1"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ko-KR" altLang="en-US" sz="1500" b="0" dirty="0">
                <a:latin typeface="HY견고딕" panose="02030600000101010101" pitchFamily="18" charset="-127"/>
                <a:ea typeface="HY견고딕" panose="02030600000101010101" pitchFamily="18" charset="-127"/>
              </a:rPr>
              <a:t>현       장 </a:t>
            </a:r>
            <a:r>
              <a:rPr lang="en-US" altLang="ko-KR" sz="1500" b="0" dirty="0">
                <a:latin typeface="HY견고딕" panose="02030600000101010101" pitchFamily="18" charset="-127"/>
                <a:ea typeface="HY견고딕" panose="02030600000101010101" pitchFamily="18" charset="-127"/>
              </a:rPr>
              <a:t>: LG </a:t>
            </a:r>
            <a:r>
              <a:rPr lang="ko-KR" altLang="en-US" sz="1500" b="0" dirty="0">
                <a:latin typeface="HY견고딕" panose="02030600000101010101" pitchFamily="18" charset="-127"/>
                <a:ea typeface="HY견고딕" panose="02030600000101010101" pitchFamily="18" charset="-127"/>
              </a:rPr>
              <a:t>사택 어린이집</a:t>
            </a:r>
            <a:endParaRPr lang="en-US" altLang="ko-KR" sz="1500" b="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>
              <a:lnSpc>
                <a:spcPct val="150000"/>
              </a:lnSpc>
              <a:defRPr/>
            </a:pPr>
            <a:r>
              <a:rPr lang="ko-KR" altLang="en-US" sz="1500" b="0" dirty="0">
                <a:latin typeface="HY견고딕" panose="02030600000101010101" pitchFamily="18" charset="-127"/>
                <a:ea typeface="HY견고딕" panose="02030600000101010101" pitchFamily="18" charset="-127"/>
              </a:rPr>
              <a:t>세척일자 </a:t>
            </a:r>
            <a:r>
              <a:rPr lang="en-US" altLang="ko-KR" sz="1500" b="0" dirty="0">
                <a:latin typeface="HY견고딕" panose="02030600000101010101" pitchFamily="18" charset="-127"/>
                <a:ea typeface="HY견고딕" panose="02030600000101010101" pitchFamily="18" charset="-127"/>
              </a:rPr>
              <a:t>: 2025</a:t>
            </a:r>
            <a:r>
              <a:rPr lang="ko-KR" altLang="en-US" sz="1500" b="0" dirty="0">
                <a:latin typeface="HY견고딕" panose="02030600000101010101" pitchFamily="18" charset="-127"/>
                <a:ea typeface="HY견고딕" panose="02030600000101010101" pitchFamily="18" charset="-127"/>
              </a:rPr>
              <a:t>년 </a:t>
            </a:r>
            <a:r>
              <a:rPr lang="en-US" altLang="ko-KR" sz="1500" b="0" dirty="0">
                <a:latin typeface="HY견고딕" panose="02030600000101010101" pitchFamily="18" charset="-127"/>
                <a:ea typeface="HY견고딕" panose="02030600000101010101" pitchFamily="18" charset="-127"/>
              </a:rPr>
              <a:t>11</a:t>
            </a:r>
            <a:r>
              <a:rPr lang="ko-KR" altLang="en-US" sz="1500" b="0" dirty="0">
                <a:latin typeface="HY견고딕" panose="02030600000101010101" pitchFamily="18" charset="-127"/>
                <a:ea typeface="HY견고딕" panose="02030600000101010101" pitchFamily="18" charset="-127"/>
              </a:rPr>
              <a:t>월 </a:t>
            </a:r>
            <a:r>
              <a:rPr lang="en-US" altLang="ko-KR" sz="1500" b="0" dirty="0">
                <a:latin typeface="HY견고딕" panose="02030600000101010101" pitchFamily="18" charset="-127"/>
                <a:ea typeface="HY견고딕" panose="02030600000101010101" pitchFamily="18" charset="-127"/>
              </a:rPr>
              <a:t>08</a:t>
            </a:r>
            <a:r>
              <a:rPr lang="ko-KR" altLang="en-US" sz="1500" b="0" dirty="0">
                <a:latin typeface="HY견고딕" panose="02030600000101010101" pitchFamily="18" charset="-127"/>
                <a:ea typeface="HY견고딕" panose="02030600000101010101" pitchFamily="18" charset="-127"/>
              </a:rPr>
              <a:t>일</a:t>
            </a:r>
            <a:endParaRPr lang="en-US" altLang="ko-KR" sz="1500" b="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>
              <a:lnSpc>
                <a:spcPct val="150000"/>
              </a:lnSpc>
              <a:defRPr/>
            </a:pPr>
            <a:r>
              <a:rPr lang="ko-KR" altLang="en-US" sz="1500" b="0" dirty="0">
                <a:solidFill>
                  <a:srgbClr val="76787B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실내기 세척 작업을 완료하였기에 다음과 같이 작업 진행 및 완료 사진자료집을 제출합니다</a:t>
            </a:r>
            <a:r>
              <a:rPr lang="en-US" altLang="ko-KR" sz="1500" b="0" dirty="0">
                <a:solidFill>
                  <a:srgbClr val="76787B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.      </a:t>
            </a:r>
            <a:endParaRPr lang="ko-KR" altLang="en-US" sz="1500" b="0" dirty="0">
              <a:solidFill>
                <a:srgbClr val="76787B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19" name="Picture 6" descr="1-5">
            <a:extLst>
              <a:ext uri="{FF2B5EF4-FFF2-40B4-BE49-F238E27FC236}">
                <a16:creationId xmlns:a16="http://schemas.microsoft.com/office/drawing/2014/main" id="{9A73E1AB-6066-44FA-9669-2224C2CB39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-23266" y="-140578"/>
            <a:ext cx="9167266" cy="3756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7A1A5714-D6A7-4E8D-8322-95365062F7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04" y="199632"/>
            <a:ext cx="8960684" cy="1086144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467544" y="413290"/>
            <a:ext cx="6264696" cy="492443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contourClr>
                <a:schemeClr val="accent4">
                  <a:alpha val="95000"/>
                </a:schemeClr>
              </a:contourClr>
            </a:sp3d>
          </a:bodyPr>
          <a:lstStyle>
            <a:defPPr>
              <a:defRPr lang="ko-KR"/>
            </a:defPPr>
            <a:lvl1pPr marL="0" defTabSz="914400" eaLnBrk="1" hangingPunct="1">
              <a:lnSpc>
                <a:spcPct val="90000"/>
              </a:lnSpc>
              <a:buClr>
                <a:prstClr val="white"/>
              </a:buClr>
              <a:defRPr sz="1200" b="1" spc="-100">
                <a:ln>
                  <a:prstDash val="solid"/>
                </a:ln>
                <a:latin typeface="-윤고딕330" pitchFamily="18" charset="-127"/>
                <a:ea typeface="-윤고딕330" pitchFamily="18" charset="-127"/>
                <a:cs typeface="Arial" pitchFamily="34" charset="0"/>
              </a:defRPr>
            </a:lvl1pPr>
            <a:lvl2pPr defTabSz="914400" eaLnBrk="1" hangingPunct="1">
              <a:defRPr sz="1800">
                <a:latin typeface="+mn-lt"/>
                <a:ea typeface="+mn-ea"/>
              </a:defRPr>
            </a:lvl2pPr>
            <a:lvl3pPr defTabSz="914400" eaLnBrk="1" hangingPunct="1">
              <a:defRPr sz="1800">
                <a:latin typeface="+mn-lt"/>
                <a:ea typeface="+mn-ea"/>
              </a:defRPr>
            </a:lvl3pPr>
            <a:lvl4pPr defTabSz="914400" eaLnBrk="1" hangingPunct="1">
              <a:defRPr sz="1800">
                <a:latin typeface="+mn-lt"/>
                <a:ea typeface="+mn-ea"/>
              </a:defRPr>
            </a:lvl4pPr>
            <a:lvl5pPr defTabSz="914400" eaLnBrk="1" hangingPunct="1"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>
              <a:lnSpc>
                <a:spcPct val="100000"/>
              </a:lnSpc>
              <a:defRPr/>
            </a:pPr>
            <a:r>
              <a:rPr lang="ko-KR" altLang="en-US" sz="3200" b="0" dirty="0">
                <a:ln>
                  <a:noFill/>
                  <a:prstDash val="solid"/>
                </a:ln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전열 교환기 필터 및 </a:t>
            </a:r>
            <a:r>
              <a:rPr lang="ko-KR" altLang="en-US" sz="3200" b="0" dirty="0" err="1">
                <a:ln>
                  <a:noFill/>
                  <a:prstDash val="solid"/>
                </a:ln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취출구</a:t>
            </a:r>
            <a:r>
              <a:rPr lang="ko-KR" altLang="en-US" sz="3200" b="0" dirty="0">
                <a:ln>
                  <a:noFill/>
                  <a:prstDash val="solid"/>
                </a:ln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세척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96F2FBF0-50D3-4E8B-BD39-EF8A981D5B25}"/>
              </a:ext>
            </a:extLst>
          </p:cNvPr>
          <p:cNvSpPr/>
          <p:nvPr/>
        </p:nvSpPr>
        <p:spPr>
          <a:xfrm>
            <a:off x="5220072" y="1556792"/>
            <a:ext cx="3600000" cy="3600000"/>
          </a:xfrm>
          <a:prstGeom prst="roundRect">
            <a:avLst/>
          </a:prstGeom>
          <a:blipFill dpi="0" rotWithShape="1"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07796101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자유형 1">
            <a:extLst>
              <a:ext uri="{FF2B5EF4-FFF2-40B4-BE49-F238E27FC236}">
                <a16:creationId xmlns:a16="http://schemas.microsoft.com/office/drawing/2014/main" id="{F45E14DC-A79E-8EF6-8355-FE358F805420}"/>
              </a:ext>
            </a:extLst>
          </p:cNvPr>
          <p:cNvSpPr/>
          <p:nvPr/>
        </p:nvSpPr>
        <p:spPr bwMode="auto">
          <a:xfrm>
            <a:off x="107950" y="188640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6" name="자유형 1">
            <a:extLst>
              <a:ext uri="{FF2B5EF4-FFF2-40B4-BE49-F238E27FC236}">
                <a16:creationId xmlns:a16="http://schemas.microsoft.com/office/drawing/2014/main" id="{9E347367-4511-C57E-4F68-4000E2117A30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3528728E-EF4E-D50A-9AFC-C8831934F92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2569CA15-D2A2-408E-37E9-D3DA603B71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400958"/>
              </p:ext>
            </p:extLst>
          </p:nvPr>
        </p:nvGraphicFramePr>
        <p:xfrm>
          <a:off x="102283" y="980730"/>
          <a:ext cx="8899264" cy="5040558"/>
        </p:xfrm>
        <a:graphic>
          <a:graphicData uri="http://schemas.openxmlformats.org/drawingml/2006/table">
            <a:tbl>
              <a:tblPr/>
              <a:tblGrid>
                <a:gridCol w="1134940">
                  <a:extLst>
                    <a:ext uri="{9D8B030D-6E8A-4147-A177-3AD203B41FA5}">
                      <a16:colId xmlns:a16="http://schemas.microsoft.com/office/drawing/2014/main" val="221218012"/>
                    </a:ext>
                  </a:extLst>
                </a:gridCol>
                <a:gridCol w="811148">
                  <a:extLst>
                    <a:ext uri="{9D8B030D-6E8A-4147-A177-3AD203B41FA5}">
                      <a16:colId xmlns:a16="http://schemas.microsoft.com/office/drawing/2014/main" val="997557631"/>
                    </a:ext>
                  </a:extLst>
                </a:gridCol>
                <a:gridCol w="811148">
                  <a:extLst>
                    <a:ext uri="{9D8B030D-6E8A-4147-A177-3AD203B41FA5}">
                      <a16:colId xmlns:a16="http://schemas.microsoft.com/office/drawing/2014/main" val="1049743117"/>
                    </a:ext>
                  </a:extLst>
                </a:gridCol>
                <a:gridCol w="811148">
                  <a:extLst>
                    <a:ext uri="{9D8B030D-6E8A-4147-A177-3AD203B41FA5}">
                      <a16:colId xmlns:a16="http://schemas.microsoft.com/office/drawing/2014/main" val="4033602337"/>
                    </a:ext>
                  </a:extLst>
                </a:gridCol>
                <a:gridCol w="811148">
                  <a:extLst>
                    <a:ext uri="{9D8B030D-6E8A-4147-A177-3AD203B41FA5}">
                      <a16:colId xmlns:a16="http://schemas.microsoft.com/office/drawing/2014/main" val="2820415886"/>
                    </a:ext>
                  </a:extLst>
                </a:gridCol>
                <a:gridCol w="811148">
                  <a:extLst>
                    <a:ext uri="{9D8B030D-6E8A-4147-A177-3AD203B41FA5}">
                      <a16:colId xmlns:a16="http://schemas.microsoft.com/office/drawing/2014/main" val="2004702142"/>
                    </a:ext>
                  </a:extLst>
                </a:gridCol>
                <a:gridCol w="811148">
                  <a:extLst>
                    <a:ext uri="{9D8B030D-6E8A-4147-A177-3AD203B41FA5}">
                      <a16:colId xmlns:a16="http://schemas.microsoft.com/office/drawing/2014/main" val="3691444605"/>
                    </a:ext>
                  </a:extLst>
                </a:gridCol>
                <a:gridCol w="871234">
                  <a:extLst>
                    <a:ext uri="{9D8B030D-6E8A-4147-A177-3AD203B41FA5}">
                      <a16:colId xmlns:a16="http://schemas.microsoft.com/office/drawing/2014/main" val="4236572925"/>
                    </a:ext>
                  </a:extLst>
                </a:gridCol>
                <a:gridCol w="811148">
                  <a:extLst>
                    <a:ext uri="{9D8B030D-6E8A-4147-A177-3AD203B41FA5}">
                      <a16:colId xmlns:a16="http://schemas.microsoft.com/office/drawing/2014/main" val="140944941"/>
                    </a:ext>
                  </a:extLst>
                </a:gridCol>
                <a:gridCol w="1215054">
                  <a:extLst>
                    <a:ext uri="{9D8B030D-6E8A-4147-A177-3AD203B41FA5}">
                      <a16:colId xmlns:a16="http://schemas.microsoft.com/office/drawing/2014/main" val="763621722"/>
                    </a:ext>
                  </a:extLst>
                </a:gridCol>
              </a:tblGrid>
              <a:tr h="322209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교실명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41" marR="9041" marT="904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교체 전</a:t>
                      </a:r>
                    </a:p>
                  </a:txBody>
                  <a:tcPr marL="9041" marR="9041" marT="904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교체 후</a:t>
                      </a:r>
                    </a:p>
                  </a:txBody>
                  <a:tcPr marL="9041" marR="9041" marT="904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편차</a:t>
                      </a:r>
                    </a:p>
                  </a:txBody>
                  <a:tcPr marL="9041" marR="9041" marT="904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비고</a:t>
                      </a:r>
                    </a:p>
                  </a:txBody>
                  <a:tcPr marL="9041" marR="9041" marT="904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6376325"/>
                  </a:ext>
                </a:extLst>
              </a:tr>
              <a:tr h="32220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PM10</a:t>
                      </a:r>
                    </a:p>
                  </a:txBody>
                  <a:tcPr marL="9041" marR="9041" marT="904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PM2.5</a:t>
                      </a:r>
                    </a:p>
                  </a:txBody>
                  <a:tcPr marL="9041" marR="9041" marT="904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측정시각</a:t>
                      </a:r>
                    </a:p>
                  </a:txBody>
                  <a:tcPr marL="9041" marR="9041" marT="904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PM10</a:t>
                      </a:r>
                    </a:p>
                  </a:txBody>
                  <a:tcPr marL="9041" marR="9041" marT="904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PM2.5</a:t>
                      </a:r>
                    </a:p>
                  </a:txBody>
                  <a:tcPr marL="9041" marR="9041" marT="904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측정시각</a:t>
                      </a:r>
                    </a:p>
                  </a:txBody>
                  <a:tcPr marL="9041" marR="9041" marT="904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PM10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41" marR="9041" marT="904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PM2.5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41" marR="9041" marT="904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4168814"/>
                  </a:ext>
                </a:extLst>
              </a:tr>
              <a:tr h="32220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해님반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41" marR="9041" marT="904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15.0 ㎍/㎥</a:t>
                      </a:r>
                    </a:p>
                  </a:txBody>
                  <a:tcPr marL="9041" marR="9041" marT="904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8.0 ㎍/㎥</a:t>
                      </a:r>
                    </a:p>
                  </a:txBody>
                  <a:tcPr marL="9041" marR="9041" marT="904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9:30</a:t>
                      </a:r>
                    </a:p>
                  </a:txBody>
                  <a:tcPr marL="9041" marR="9041" marT="904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12.0 ㎍/㎥</a:t>
                      </a:r>
                    </a:p>
                  </a:txBody>
                  <a:tcPr marL="9041" marR="9041" marT="904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8.0 ㎍/㎥</a:t>
                      </a:r>
                    </a:p>
                  </a:txBody>
                  <a:tcPr marL="9041" marR="9041" marT="904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11:30</a:t>
                      </a:r>
                    </a:p>
                  </a:txBody>
                  <a:tcPr marL="9041" marR="9041" marT="904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-3.0 ㎍/㎥</a:t>
                      </a:r>
                    </a:p>
                  </a:txBody>
                  <a:tcPr marL="9041" marR="9041" marT="904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.0 ㎍/㎥</a:t>
                      </a:r>
                    </a:p>
                  </a:txBody>
                  <a:tcPr marL="9041" marR="9041" marT="904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041" marR="9041" marT="904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432929"/>
                  </a:ext>
                </a:extLst>
              </a:tr>
              <a:tr h="32220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달님반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41" marR="9041" marT="904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9.0 ㎍/㎥</a:t>
                      </a:r>
                    </a:p>
                  </a:txBody>
                  <a:tcPr marL="9041" marR="9041" marT="904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7.0 ㎍/㎥</a:t>
                      </a:r>
                    </a:p>
                  </a:txBody>
                  <a:tcPr marL="9041" marR="9041" marT="904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9:30</a:t>
                      </a:r>
                    </a:p>
                  </a:txBody>
                  <a:tcPr marL="9041" marR="9041" marT="904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7.0 ㎍/㎥</a:t>
                      </a:r>
                    </a:p>
                  </a:txBody>
                  <a:tcPr marL="9041" marR="9041" marT="904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7.0 ㎍/㎥</a:t>
                      </a:r>
                    </a:p>
                  </a:txBody>
                  <a:tcPr marL="9041" marR="9041" marT="904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11:30</a:t>
                      </a:r>
                    </a:p>
                  </a:txBody>
                  <a:tcPr marL="9041" marR="9041" marT="904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-2.0 ㎍/㎥</a:t>
                      </a:r>
                    </a:p>
                  </a:txBody>
                  <a:tcPr marL="9041" marR="9041" marT="904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.0 ㎍/㎥</a:t>
                      </a:r>
                    </a:p>
                  </a:txBody>
                  <a:tcPr marL="9041" marR="9041" marT="904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041" marR="9041" marT="904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8204555"/>
                  </a:ext>
                </a:extLst>
              </a:tr>
              <a:tr h="32220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별님반</a:t>
                      </a:r>
                    </a:p>
                  </a:txBody>
                  <a:tcPr marL="9041" marR="9041" marT="904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20.0 ㎍/㎥</a:t>
                      </a:r>
                    </a:p>
                  </a:txBody>
                  <a:tcPr marL="9041" marR="9041" marT="904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9.0 ㎍/㎥</a:t>
                      </a:r>
                    </a:p>
                  </a:txBody>
                  <a:tcPr marL="9041" marR="9041" marT="904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9:30</a:t>
                      </a:r>
                    </a:p>
                  </a:txBody>
                  <a:tcPr marL="9041" marR="9041" marT="904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12.0 ㎍/㎥</a:t>
                      </a:r>
                    </a:p>
                  </a:txBody>
                  <a:tcPr marL="9041" marR="9041" marT="904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8.0 ㎍/㎥</a:t>
                      </a:r>
                    </a:p>
                  </a:txBody>
                  <a:tcPr marL="9041" marR="9041" marT="904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11:30</a:t>
                      </a:r>
                    </a:p>
                  </a:txBody>
                  <a:tcPr marL="9041" marR="9041" marT="904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-8.0 ㎍/㎥</a:t>
                      </a:r>
                    </a:p>
                  </a:txBody>
                  <a:tcPr marL="9041" marR="9041" marT="904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-1.0 ㎍/㎥</a:t>
                      </a:r>
                    </a:p>
                  </a:txBody>
                  <a:tcPr marL="9041" marR="9041" marT="904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041" marR="9041" marT="904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5369514"/>
                  </a:ext>
                </a:extLst>
              </a:tr>
              <a:tr h="32220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유희교실</a:t>
                      </a:r>
                    </a:p>
                  </a:txBody>
                  <a:tcPr marL="9041" marR="9041" marT="904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14.0 ㎍/㎥</a:t>
                      </a:r>
                    </a:p>
                  </a:txBody>
                  <a:tcPr marL="9041" marR="9041" marT="904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11.0 ㎍/㎥</a:t>
                      </a:r>
                    </a:p>
                  </a:txBody>
                  <a:tcPr marL="9041" marR="9041" marT="904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9:30</a:t>
                      </a:r>
                    </a:p>
                  </a:txBody>
                  <a:tcPr marL="9041" marR="9041" marT="904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13.0 ㎍/㎥</a:t>
                      </a:r>
                    </a:p>
                  </a:txBody>
                  <a:tcPr marL="9041" marR="9041" marT="904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6.0 ㎍/㎥</a:t>
                      </a:r>
                    </a:p>
                  </a:txBody>
                  <a:tcPr marL="9041" marR="9041" marT="904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11:30</a:t>
                      </a:r>
                    </a:p>
                  </a:txBody>
                  <a:tcPr marL="9041" marR="9041" marT="904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-1.0 ㎍/㎥</a:t>
                      </a:r>
                    </a:p>
                  </a:txBody>
                  <a:tcPr marL="9041" marR="9041" marT="904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-5.0 ㎍/㎥</a:t>
                      </a:r>
                    </a:p>
                  </a:txBody>
                  <a:tcPr marL="9041" marR="9041" marT="904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041" marR="9041" marT="904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3020898"/>
                  </a:ext>
                </a:extLst>
              </a:tr>
              <a:tr h="32220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창의교실</a:t>
                      </a:r>
                    </a:p>
                  </a:txBody>
                  <a:tcPr marL="9041" marR="9041" marT="904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10.0 ㎍/㎥</a:t>
                      </a:r>
                    </a:p>
                  </a:txBody>
                  <a:tcPr marL="9041" marR="9041" marT="904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8.0 ㎍/㎥</a:t>
                      </a:r>
                    </a:p>
                  </a:txBody>
                  <a:tcPr marL="9041" marR="9041" marT="904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9:30</a:t>
                      </a:r>
                    </a:p>
                  </a:txBody>
                  <a:tcPr marL="9041" marR="9041" marT="904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9.0 ㎍/㎥</a:t>
                      </a:r>
                    </a:p>
                  </a:txBody>
                  <a:tcPr marL="9041" marR="9041" marT="904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8.0 ㎍/㎥</a:t>
                      </a:r>
                    </a:p>
                  </a:txBody>
                  <a:tcPr marL="9041" marR="9041" marT="904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11:30</a:t>
                      </a:r>
                    </a:p>
                  </a:txBody>
                  <a:tcPr marL="9041" marR="9041" marT="904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-1.0 ㎍/㎥</a:t>
                      </a:r>
                    </a:p>
                  </a:txBody>
                  <a:tcPr marL="9041" marR="9041" marT="904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.0 ㎍/㎥</a:t>
                      </a:r>
                    </a:p>
                  </a:txBody>
                  <a:tcPr marL="9041" marR="9041" marT="904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041" marR="9041" marT="904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8992946"/>
                  </a:ext>
                </a:extLst>
              </a:tr>
              <a:tr h="32220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식당</a:t>
                      </a:r>
                    </a:p>
                  </a:txBody>
                  <a:tcPr marL="9041" marR="9041" marT="904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19.0 ㎍/㎥</a:t>
                      </a:r>
                    </a:p>
                  </a:txBody>
                  <a:tcPr marL="9041" marR="9041" marT="904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14.0 ㎍/㎥</a:t>
                      </a:r>
                    </a:p>
                  </a:txBody>
                  <a:tcPr marL="9041" marR="9041" marT="904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9:30</a:t>
                      </a:r>
                    </a:p>
                  </a:txBody>
                  <a:tcPr marL="9041" marR="9041" marT="904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17.0 ㎍/㎥</a:t>
                      </a:r>
                    </a:p>
                  </a:txBody>
                  <a:tcPr marL="9041" marR="9041" marT="904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14.0 ㎍/㎥</a:t>
                      </a:r>
                    </a:p>
                  </a:txBody>
                  <a:tcPr marL="9041" marR="9041" marT="904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11:30</a:t>
                      </a:r>
                    </a:p>
                  </a:txBody>
                  <a:tcPr marL="9041" marR="9041" marT="904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-2.0 ㎍/㎥</a:t>
                      </a:r>
                    </a:p>
                  </a:txBody>
                  <a:tcPr marL="9041" marR="9041" marT="904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.0 ㎍/㎥</a:t>
                      </a:r>
                    </a:p>
                  </a:txBody>
                  <a:tcPr marL="9041" marR="9041" marT="904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041" marR="9041" marT="904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065054"/>
                  </a:ext>
                </a:extLst>
              </a:tr>
              <a:tr h="32220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무지개반</a:t>
                      </a:r>
                    </a:p>
                  </a:txBody>
                  <a:tcPr marL="9041" marR="9041" marT="904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8.0 ㎍/㎥</a:t>
                      </a:r>
                    </a:p>
                  </a:txBody>
                  <a:tcPr marL="9041" marR="9041" marT="904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7.0 ㎍/㎥</a:t>
                      </a:r>
                    </a:p>
                  </a:txBody>
                  <a:tcPr marL="9041" marR="9041" marT="904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9:30</a:t>
                      </a:r>
                    </a:p>
                  </a:txBody>
                  <a:tcPr marL="9041" marR="9041" marT="904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8.0 ㎍/㎥</a:t>
                      </a:r>
                    </a:p>
                  </a:txBody>
                  <a:tcPr marL="9041" marR="9041" marT="904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4.0 ㎍/㎥</a:t>
                      </a:r>
                    </a:p>
                  </a:txBody>
                  <a:tcPr marL="9041" marR="9041" marT="904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11:30</a:t>
                      </a:r>
                    </a:p>
                  </a:txBody>
                  <a:tcPr marL="9041" marR="9041" marT="904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.0 ㎍/㎥</a:t>
                      </a:r>
                    </a:p>
                  </a:txBody>
                  <a:tcPr marL="9041" marR="9041" marT="904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-3.0 ㎍/㎥</a:t>
                      </a:r>
                    </a:p>
                  </a:txBody>
                  <a:tcPr marL="9041" marR="9041" marT="904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041" marR="9041" marT="904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3176030"/>
                  </a:ext>
                </a:extLst>
              </a:tr>
              <a:tr h="32220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은하수반</a:t>
                      </a:r>
                    </a:p>
                  </a:txBody>
                  <a:tcPr marL="9041" marR="9041" marT="904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8.0 ㎍/㎥</a:t>
                      </a:r>
                    </a:p>
                  </a:txBody>
                  <a:tcPr marL="9041" marR="9041" marT="904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8.0 ㎍/㎥</a:t>
                      </a:r>
                    </a:p>
                  </a:txBody>
                  <a:tcPr marL="9041" marR="9041" marT="904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9:30</a:t>
                      </a:r>
                    </a:p>
                  </a:txBody>
                  <a:tcPr marL="9041" marR="9041" marT="904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5.0 ㎍/㎥</a:t>
                      </a:r>
                    </a:p>
                  </a:txBody>
                  <a:tcPr marL="9041" marR="9041" marT="904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5.0 ㎍/㎥</a:t>
                      </a:r>
                    </a:p>
                  </a:txBody>
                  <a:tcPr marL="9041" marR="9041" marT="904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11:30</a:t>
                      </a:r>
                    </a:p>
                  </a:txBody>
                  <a:tcPr marL="9041" marR="9041" marT="904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-3.0 ㎍/㎥</a:t>
                      </a:r>
                    </a:p>
                  </a:txBody>
                  <a:tcPr marL="9041" marR="9041" marT="904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-3.0 ㎍/㎥</a:t>
                      </a:r>
                    </a:p>
                  </a:txBody>
                  <a:tcPr marL="9041" marR="9041" marT="904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041" marR="9041" marT="904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0798319"/>
                  </a:ext>
                </a:extLst>
              </a:tr>
              <a:tr h="32220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교사실</a:t>
                      </a:r>
                    </a:p>
                  </a:txBody>
                  <a:tcPr marL="9041" marR="9041" marT="904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23.0 ㎍/㎥</a:t>
                      </a:r>
                    </a:p>
                  </a:txBody>
                  <a:tcPr marL="9041" marR="9041" marT="904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17.0 ㎍/㎥</a:t>
                      </a:r>
                    </a:p>
                  </a:txBody>
                  <a:tcPr marL="9041" marR="9041" marT="904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9:30</a:t>
                      </a:r>
                    </a:p>
                  </a:txBody>
                  <a:tcPr marL="9041" marR="9041" marT="904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18.0 ㎍/㎥</a:t>
                      </a:r>
                    </a:p>
                  </a:txBody>
                  <a:tcPr marL="9041" marR="9041" marT="904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14.0 ㎍/㎥</a:t>
                      </a:r>
                    </a:p>
                  </a:txBody>
                  <a:tcPr marL="9041" marR="9041" marT="904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11:30</a:t>
                      </a:r>
                    </a:p>
                  </a:txBody>
                  <a:tcPr marL="9041" marR="9041" marT="904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-5.0 ㎍/㎥</a:t>
                      </a:r>
                    </a:p>
                  </a:txBody>
                  <a:tcPr marL="9041" marR="9041" marT="904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-3.0 ㎍/㎥</a:t>
                      </a:r>
                    </a:p>
                  </a:txBody>
                  <a:tcPr marL="9041" marR="9041" marT="904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041" marR="9041" marT="904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6903782"/>
                  </a:ext>
                </a:extLst>
              </a:tr>
              <a:tr h="32220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원장실</a:t>
                      </a:r>
                    </a:p>
                  </a:txBody>
                  <a:tcPr marL="9041" marR="9041" marT="904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16.0 ㎍/㎥</a:t>
                      </a:r>
                    </a:p>
                  </a:txBody>
                  <a:tcPr marL="9041" marR="9041" marT="904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12.0 ㎍/㎥</a:t>
                      </a:r>
                    </a:p>
                  </a:txBody>
                  <a:tcPr marL="9041" marR="9041" marT="904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9:30</a:t>
                      </a:r>
                    </a:p>
                  </a:txBody>
                  <a:tcPr marL="9041" marR="9041" marT="904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13.0 ㎍/㎥</a:t>
                      </a:r>
                    </a:p>
                  </a:txBody>
                  <a:tcPr marL="9041" marR="9041" marT="904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9.0 ㎍/㎥</a:t>
                      </a:r>
                    </a:p>
                  </a:txBody>
                  <a:tcPr marL="9041" marR="9041" marT="904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11:30</a:t>
                      </a:r>
                    </a:p>
                  </a:txBody>
                  <a:tcPr marL="9041" marR="9041" marT="904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-3.0 ㎍/㎥</a:t>
                      </a:r>
                    </a:p>
                  </a:txBody>
                  <a:tcPr marL="9041" marR="9041" marT="904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-3.0 ㎍/㎥</a:t>
                      </a:r>
                    </a:p>
                  </a:txBody>
                  <a:tcPr marL="9041" marR="9041" marT="904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041" marR="9041" marT="904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506878"/>
                  </a:ext>
                </a:extLst>
              </a:tr>
              <a:tr h="32220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평균</a:t>
                      </a:r>
                    </a:p>
                  </a:txBody>
                  <a:tcPr marL="9041" marR="9041" marT="904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14.2 ㎍/㎥</a:t>
                      </a:r>
                    </a:p>
                  </a:txBody>
                  <a:tcPr marL="9041" marR="9041" marT="904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10.1 ㎍/㎥</a:t>
                      </a:r>
                    </a:p>
                  </a:txBody>
                  <a:tcPr marL="9041" marR="9041" marT="904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9:30</a:t>
                      </a:r>
                    </a:p>
                  </a:txBody>
                  <a:tcPr marL="9041" marR="9041" marT="904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11.4 ㎍/㎥</a:t>
                      </a:r>
                    </a:p>
                  </a:txBody>
                  <a:tcPr marL="9041" marR="9041" marT="904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8.3 ㎍/㎥</a:t>
                      </a:r>
                    </a:p>
                  </a:txBody>
                  <a:tcPr marL="9041" marR="9041" marT="904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11:30</a:t>
                      </a:r>
                    </a:p>
                  </a:txBody>
                  <a:tcPr marL="9041" marR="9041" marT="904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-2.8 ㎍/㎥</a:t>
                      </a:r>
                    </a:p>
                  </a:txBody>
                  <a:tcPr marL="9041" marR="9041" marT="904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-1.8 ㎍/㎥</a:t>
                      </a:r>
                    </a:p>
                  </a:txBody>
                  <a:tcPr marL="9041" marR="9041" marT="904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041" marR="9041" marT="9041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2763960"/>
                  </a:ext>
                </a:extLst>
              </a:tr>
              <a:tr h="18728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41" marR="9041" marT="904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41" marR="9041" marT="904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41" marR="9041" marT="904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41" marR="9041" marT="904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41" marR="9041" marT="904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41" marR="9041" marT="904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41" marR="9041" marT="904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41" marR="9041" marT="904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41" marR="9041" marT="904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41" marR="9041" marT="904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1027698"/>
                  </a:ext>
                </a:extLst>
              </a:tr>
              <a:tr h="221519">
                <a:tc gridSpan="7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1)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측정장비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HUMA / 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측정 조건 대전지역 실외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PM10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기준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42  PM2.5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기준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26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기준으로 측정함</a:t>
                      </a:r>
                    </a:p>
                  </a:txBody>
                  <a:tcPr marL="9041" marR="9041" marT="904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41" marR="9041" marT="904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41" marR="9041" marT="904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41" marR="9041" marT="904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321313"/>
                  </a:ext>
                </a:extLst>
              </a:tr>
              <a:tr h="221519">
                <a:tc gridSpan="4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2)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측정일자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측정인원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`25.11.08 /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권용주 프로</a:t>
                      </a:r>
                    </a:p>
                  </a:txBody>
                  <a:tcPr marL="9041" marR="9041" marT="904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41" marR="9041" marT="904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41" marR="9041" marT="904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41" marR="9041" marT="904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41" marR="9041" marT="904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41" marR="9041" marT="904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41" marR="9041" marT="904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6397061"/>
                  </a:ext>
                </a:extLst>
              </a:tr>
              <a:tr h="221519">
                <a:tc gridSpan="10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3)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측정 시 주변환경이나 조건에 따라 측정값이 다소 상이할 수 있고 본 측정기는 간이 측정기이므로 단순 참고용으로만 사용하시기 바랍니다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</a:txBody>
                  <a:tcPr marL="9041" marR="9041" marT="904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1467216"/>
                  </a:ext>
                </a:extLst>
              </a:tr>
            </a:tbl>
          </a:graphicData>
        </a:graphic>
      </p:graphicFrame>
      <p:sp>
        <p:nvSpPr>
          <p:cNvPr id="13" name="Rectangle 21">
            <a:extLst>
              <a:ext uri="{FF2B5EF4-FFF2-40B4-BE49-F238E27FC236}">
                <a16:creationId xmlns:a16="http://schemas.microsoft.com/office/drawing/2014/main" id="{3ECDC68D-30BC-9932-3F72-AC8BA8CFFB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en-US" altLang="ko-KR" sz="1800" b="0" dirty="0">
                <a:latin typeface="HY견고딕" panose="02030600000101010101" pitchFamily="18" charset="-127"/>
                <a:ea typeface="HY견고딕" panose="02030600000101010101" pitchFamily="18" charset="-127"/>
              </a:rPr>
              <a:t>(</a:t>
            </a:r>
            <a:r>
              <a:rPr lang="ko-KR" altLang="en-US" sz="1800" b="0" dirty="0">
                <a:latin typeface="HY견고딕" panose="02030600000101010101" pitchFamily="18" charset="-127"/>
                <a:ea typeface="HY견고딕" panose="02030600000101010101" pitchFamily="18" charset="-127"/>
              </a:rPr>
              <a:t>전열교환기</a:t>
            </a:r>
            <a:r>
              <a:rPr lang="en-US" altLang="ko-KR" sz="1800" b="0" dirty="0">
                <a:latin typeface="HY견고딕" panose="02030600000101010101" pitchFamily="18" charset="-127"/>
                <a:ea typeface="HY견고딕" panose="02030600000101010101" pitchFamily="18" charset="-127"/>
              </a:rPr>
              <a:t>) </a:t>
            </a:r>
            <a:r>
              <a:rPr lang="ko-KR" altLang="en-US" dirty="0">
                <a:latin typeface="HY견고딕" panose="02030600000101010101" pitchFamily="18" charset="-127"/>
                <a:ea typeface="HY견고딕" panose="02030600000101010101" pitchFamily="18" charset="-127"/>
              </a:rPr>
              <a:t>미세먼지 측정값</a:t>
            </a:r>
            <a:endParaRPr lang="en-US" altLang="ko-KR" spc="-100" dirty="0">
              <a:ln>
                <a:prstDash val="solid"/>
              </a:ln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57581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7A879A-BB25-CEB8-15BC-F83AF225E5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D2047593-B6BD-0988-48E8-887AFE8F05DF}"/>
              </a:ext>
            </a:extLst>
          </p:cNvPr>
          <p:cNvSpPr/>
          <p:nvPr/>
        </p:nvSpPr>
        <p:spPr bwMode="auto">
          <a:xfrm>
            <a:off x="107950" y="188640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8ED63579-562F-C44A-32FC-77A6F33A1A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en-US" altLang="ko-KR" sz="1800" b="0" dirty="0">
                <a:latin typeface="HY견고딕" panose="02030600000101010101" pitchFamily="18" charset="-127"/>
                <a:ea typeface="HY견고딕" panose="02030600000101010101" pitchFamily="18" charset="-127"/>
              </a:rPr>
              <a:t>(</a:t>
            </a:r>
            <a:r>
              <a:rPr lang="ko-KR" altLang="en-US" sz="1800" b="0" dirty="0">
                <a:latin typeface="HY견고딕" panose="02030600000101010101" pitchFamily="18" charset="-127"/>
                <a:ea typeface="HY견고딕" panose="02030600000101010101" pitchFamily="18" charset="-127"/>
              </a:rPr>
              <a:t>전열교환기</a:t>
            </a:r>
            <a:r>
              <a:rPr lang="en-US" altLang="ko-KR" sz="1800" b="0" dirty="0">
                <a:latin typeface="HY견고딕" panose="02030600000101010101" pitchFamily="18" charset="-127"/>
                <a:ea typeface="HY견고딕" panose="02030600000101010101" pitchFamily="18" charset="-127"/>
              </a:rPr>
              <a:t>) </a:t>
            </a:r>
            <a:r>
              <a:rPr lang="ko-KR" altLang="en-US" sz="1800" b="0" dirty="0">
                <a:latin typeface="HY견고딕" panose="02030600000101010101" pitchFamily="18" charset="-127"/>
                <a:ea typeface="HY견고딕" panose="02030600000101010101" pitchFamily="18" charset="-127"/>
              </a:rPr>
              <a:t>세척</a:t>
            </a:r>
            <a:endParaRPr lang="en-US" altLang="ko-KR" spc="-100" dirty="0">
              <a:ln>
                <a:prstDash val="solid"/>
              </a:ln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234FFB87-FD9C-B455-7141-0DCBA6A15BA0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0C3688A0-5FD4-99B3-ACAA-AACC1499DF1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71366E75-398C-F264-03EE-BB3B13FAD057}"/>
              </a:ext>
            </a:extLst>
          </p:cNvPr>
          <p:cNvSpPr/>
          <p:nvPr/>
        </p:nvSpPr>
        <p:spPr>
          <a:xfrm>
            <a:off x="2364840" y="763285"/>
            <a:ext cx="2160000" cy="2160000"/>
          </a:xfrm>
          <a:prstGeom prst="roundRect">
            <a:avLst/>
          </a:prstGeom>
          <a:blipFill dpi="0" rotWithShape="1"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Rectangle 21">
            <a:extLst>
              <a:ext uri="{FF2B5EF4-FFF2-40B4-BE49-F238E27FC236}">
                <a16:creationId xmlns:a16="http://schemas.microsoft.com/office/drawing/2014/main" id="{BA45E504-F400-89A0-E04D-360190C709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276" y="2991376"/>
            <a:ext cx="838800" cy="2215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 algn="ctr"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600" b="0" dirty="0">
                <a:latin typeface="HY견고딕" panose="02030600000101010101" pitchFamily="18" charset="-127"/>
                <a:ea typeface="HY견고딕" panose="02030600000101010101" pitchFamily="18" charset="-127"/>
              </a:rPr>
              <a:t>세척 전</a:t>
            </a:r>
            <a:endParaRPr lang="en-US" altLang="ko-KR" sz="1500" b="1" spc="-100" dirty="0">
              <a:ln>
                <a:prstDash val="solid"/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19" name="Rectangle 21">
            <a:extLst>
              <a:ext uri="{FF2B5EF4-FFF2-40B4-BE49-F238E27FC236}">
                <a16:creationId xmlns:a16="http://schemas.microsoft.com/office/drawing/2014/main" id="{978E0839-AF2A-3810-75D8-C56E30CDC4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1743" y="2991376"/>
            <a:ext cx="1046194" cy="2215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 algn="ctr"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600" spc="-100" dirty="0">
                <a:ln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  <a:cs typeface="Arial" pitchFamily="34" charset="0"/>
              </a:rPr>
              <a:t>세척 중</a:t>
            </a:r>
            <a:endParaRPr lang="en-US" altLang="ko-KR" sz="1500" spc="-100" dirty="0">
              <a:ln>
                <a:prstDash val="solid"/>
              </a:ln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20" name="Rectangle 21">
            <a:extLst>
              <a:ext uri="{FF2B5EF4-FFF2-40B4-BE49-F238E27FC236}">
                <a16:creationId xmlns:a16="http://schemas.microsoft.com/office/drawing/2014/main" id="{A09AB92A-1665-5C44-BF57-F9F4752DD6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4907" y="2991376"/>
            <a:ext cx="1046194" cy="2215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 algn="ctr"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600" dirty="0">
                <a:latin typeface="HY견고딕" panose="02030600000101010101" pitchFamily="18" charset="-127"/>
                <a:ea typeface="HY견고딕" panose="02030600000101010101" pitchFamily="18" charset="-127"/>
              </a:rPr>
              <a:t>에어 세척</a:t>
            </a:r>
            <a:endParaRPr lang="en-US" altLang="ko-KR" sz="1500" b="1" spc="-100" dirty="0">
              <a:ln>
                <a:prstDash val="solid"/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7454BDCC-9F40-C66A-9664-8119D11D8A97}"/>
              </a:ext>
            </a:extLst>
          </p:cNvPr>
          <p:cNvSpPr/>
          <p:nvPr/>
        </p:nvSpPr>
        <p:spPr>
          <a:xfrm>
            <a:off x="131676" y="763285"/>
            <a:ext cx="2160000" cy="2160000"/>
          </a:xfrm>
          <a:prstGeom prst="roundRect">
            <a:avLst/>
          </a:prstGeom>
          <a:blipFill dpi="0" rotWithShape="1"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D72BC411-3EBD-4457-A350-7EA11718B976}"/>
              </a:ext>
            </a:extLst>
          </p:cNvPr>
          <p:cNvSpPr/>
          <p:nvPr/>
        </p:nvSpPr>
        <p:spPr>
          <a:xfrm>
            <a:off x="4598004" y="763285"/>
            <a:ext cx="2160000" cy="2160000"/>
          </a:xfrm>
          <a:prstGeom prst="roundRect">
            <a:avLst/>
          </a:prstGeom>
          <a:blipFill dpi="0" rotWithShape="1"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8" name="Rectangle 21">
            <a:extLst>
              <a:ext uri="{FF2B5EF4-FFF2-40B4-BE49-F238E27FC236}">
                <a16:creationId xmlns:a16="http://schemas.microsoft.com/office/drawing/2014/main" id="{5D28409D-ECF6-270E-2D43-2274D59EEC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92496" y="2991376"/>
            <a:ext cx="837342" cy="2215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 algn="ctr"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600" dirty="0">
                <a:latin typeface="HY견고딕" panose="02030600000101010101" pitchFamily="18" charset="-127"/>
                <a:ea typeface="HY견고딕" panose="02030600000101010101" pitchFamily="18" charset="-127"/>
              </a:rPr>
              <a:t>세척 후</a:t>
            </a:r>
            <a:endParaRPr lang="en-US" altLang="ko-KR" sz="1500" b="1" spc="-100" dirty="0">
              <a:ln>
                <a:prstDash val="solid"/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2C11CAC9-F3DB-2454-7A6A-346C4F1C76B7}"/>
              </a:ext>
            </a:extLst>
          </p:cNvPr>
          <p:cNvSpPr/>
          <p:nvPr/>
        </p:nvSpPr>
        <p:spPr>
          <a:xfrm>
            <a:off x="6831167" y="763285"/>
            <a:ext cx="2160000" cy="2160000"/>
          </a:xfrm>
          <a:prstGeom prst="roundRect">
            <a:avLst/>
          </a:prstGeom>
          <a:blipFill dpi="0" rotWithShape="1">
            <a:blip r:embed="rId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E6501392-5186-7777-02CD-89921AC19A5E}"/>
              </a:ext>
            </a:extLst>
          </p:cNvPr>
          <p:cNvSpPr/>
          <p:nvPr/>
        </p:nvSpPr>
        <p:spPr>
          <a:xfrm>
            <a:off x="2364840" y="4005064"/>
            <a:ext cx="2160000" cy="2160000"/>
          </a:xfrm>
          <a:prstGeom prst="roundRect">
            <a:avLst/>
          </a:prstGeom>
          <a:blipFill dpi="0" rotWithShape="1">
            <a:blip r:embed="rId8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Rectangle 21">
            <a:extLst>
              <a:ext uri="{FF2B5EF4-FFF2-40B4-BE49-F238E27FC236}">
                <a16:creationId xmlns:a16="http://schemas.microsoft.com/office/drawing/2014/main" id="{7E4EA192-C06C-08ED-D254-BC251A3405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276" y="6233155"/>
            <a:ext cx="838800" cy="2215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 algn="ctr"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600" b="0" dirty="0">
                <a:latin typeface="HY견고딕" panose="02030600000101010101" pitchFamily="18" charset="-127"/>
                <a:ea typeface="HY견고딕" panose="02030600000101010101" pitchFamily="18" charset="-127"/>
              </a:rPr>
              <a:t>세척 전</a:t>
            </a:r>
            <a:endParaRPr lang="en-US" altLang="ko-KR" sz="1500" b="1" spc="-100" dirty="0">
              <a:ln>
                <a:prstDash val="solid"/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4" name="Rectangle 21">
            <a:extLst>
              <a:ext uri="{FF2B5EF4-FFF2-40B4-BE49-F238E27FC236}">
                <a16:creationId xmlns:a16="http://schemas.microsoft.com/office/drawing/2014/main" id="{20819132-70AF-8AB7-D7D3-F7B946B793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1743" y="6233155"/>
            <a:ext cx="1046194" cy="2215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 algn="ctr"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600" dirty="0">
                <a:latin typeface="HY견고딕" panose="02030600000101010101" pitchFamily="18" charset="-127"/>
                <a:ea typeface="HY견고딕" panose="02030600000101010101" pitchFamily="18" charset="-127"/>
              </a:rPr>
              <a:t>세척 중</a:t>
            </a:r>
            <a:endParaRPr lang="en-US" altLang="ko-KR" sz="1500" spc="-100" dirty="0">
              <a:ln>
                <a:prstDash val="solid"/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5" name="Rectangle 21">
            <a:extLst>
              <a:ext uri="{FF2B5EF4-FFF2-40B4-BE49-F238E27FC236}">
                <a16:creationId xmlns:a16="http://schemas.microsoft.com/office/drawing/2014/main" id="{B31886B1-1920-C9B3-589E-58787E7568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4907" y="6233155"/>
            <a:ext cx="1046194" cy="2215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 algn="ctr"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600" dirty="0">
                <a:latin typeface="HY견고딕" panose="02030600000101010101" pitchFamily="18" charset="-127"/>
                <a:ea typeface="HY견고딕" panose="02030600000101010101" pitchFamily="18" charset="-127"/>
              </a:rPr>
              <a:t>에어 세척</a:t>
            </a:r>
            <a:endParaRPr lang="en-US" altLang="ko-KR" sz="1500" b="1" spc="-100" dirty="0">
              <a:ln>
                <a:prstDash val="solid"/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5EF2258A-F010-C495-8264-FFE0CD7781D6}"/>
              </a:ext>
            </a:extLst>
          </p:cNvPr>
          <p:cNvSpPr/>
          <p:nvPr/>
        </p:nvSpPr>
        <p:spPr>
          <a:xfrm>
            <a:off x="131676" y="4005064"/>
            <a:ext cx="2160000" cy="2160000"/>
          </a:xfrm>
          <a:prstGeom prst="roundRect">
            <a:avLst/>
          </a:prstGeom>
          <a:blipFill dpi="0" rotWithShape="1">
            <a:blip r:embed="rId9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3E3D95EC-5258-F0E1-501F-C10923E47AB4}"/>
              </a:ext>
            </a:extLst>
          </p:cNvPr>
          <p:cNvSpPr/>
          <p:nvPr/>
        </p:nvSpPr>
        <p:spPr>
          <a:xfrm>
            <a:off x="4598004" y="4005064"/>
            <a:ext cx="2160000" cy="2160000"/>
          </a:xfrm>
          <a:prstGeom prst="roundRect">
            <a:avLst/>
          </a:prstGeom>
          <a:blipFill dpi="0" rotWithShape="1">
            <a:blip r:embed="rId10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Rectangle 21">
            <a:extLst>
              <a:ext uri="{FF2B5EF4-FFF2-40B4-BE49-F238E27FC236}">
                <a16:creationId xmlns:a16="http://schemas.microsoft.com/office/drawing/2014/main" id="{DDAB1352-8C59-703E-FBB0-CD93C715B9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92496" y="6233155"/>
            <a:ext cx="837342" cy="2215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 algn="ctr"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600" dirty="0">
                <a:latin typeface="HY견고딕" panose="02030600000101010101" pitchFamily="18" charset="-127"/>
                <a:ea typeface="HY견고딕" panose="02030600000101010101" pitchFamily="18" charset="-127"/>
              </a:rPr>
              <a:t>세척 후</a:t>
            </a:r>
            <a:endParaRPr lang="en-US" altLang="ko-KR" sz="1500" b="1" spc="-100" dirty="0">
              <a:ln>
                <a:prstDash val="solid"/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122BDE9E-BFA5-1ECD-1E70-CE7EB450E238}"/>
              </a:ext>
            </a:extLst>
          </p:cNvPr>
          <p:cNvSpPr/>
          <p:nvPr/>
        </p:nvSpPr>
        <p:spPr>
          <a:xfrm>
            <a:off x="6831167" y="4005064"/>
            <a:ext cx="2160000" cy="2160000"/>
          </a:xfrm>
          <a:prstGeom prst="roundRect">
            <a:avLst/>
          </a:prstGeom>
          <a:blipFill dpi="0" rotWithShape="1">
            <a:blip r:embed="rId11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54857536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C15B70-6FB1-ED4C-12F1-96172B3421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CA6DDE3B-7FA3-2D93-3BF9-F5F769157C9A}"/>
              </a:ext>
            </a:extLst>
          </p:cNvPr>
          <p:cNvSpPr/>
          <p:nvPr/>
        </p:nvSpPr>
        <p:spPr bwMode="auto">
          <a:xfrm>
            <a:off x="107950" y="188640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A401BB24-5A6C-88BA-4275-4C432397F5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en-US" altLang="ko-KR" sz="1800" b="0" dirty="0">
                <a:latin typeface="HY견고딕" panose="02030600000101010101" pitchFamily="18" charset="-127"/>
                <a:ea typeface="HY견고딕" panose="02030600000101010101" pitchFamily="18" charset="-127"/>
              </a:rPr>
              <a:t>(</a:t>
            </a:r>
            <a:r>
              <a:rPr lang="ko-KR" altLang="en-US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디퓨저</a:t>
            </a:r>
            <a:r>
              <a:rPr lang="en-US" altLang="ko-KR" sz="1800" b="0" dirty="0">
                <a:latin typeface="HY견고딕" panose="02030600000101010101" pitchFamily="18" charset="-127"/>
                <a:ea typeface="HY견고딕" panose="02030600000101010101" pitchFamily="18" charset="-127"/>
              </a:rPr>
              <a:t>) </a:t>
            </a:r>
            <a:r>
              <a:rPr lang="ko-KR" altLang="en-US" sz="1800" b="0" dirty="0">
                <a:latin typeface="HY견고딕" panose="02030600000101010101" pitchFamily="18" charset="-127"/>
                <a:ea typeface="HY견고딕" panose="02030600000101010101" pitchFamily="18" charset="-127"/>
              </a:rPr>
              <a:t>세척</a:t>
            </a:r>
            <a:endParaRPr lang="en-US" altLang="ko-KR" spc="-100" dirty="0">
              <a:ln>
                <a:prstDash val="solid"/>
              </a:ln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E3C13F10-89BB-DDED-3545-5D21E8C32D71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CF05B3F4-54C8-E839-E0AC-D01D48B9EC0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7C962403-0E2D-A8C0-8436-B5058866FA69}"/>
              </a:ext>
            </a:extLst>
          </p:cNvPr>
          <p:cNvSpPr/>
          <p:nvPr/>
        </p:nvSpPr>
        <p:spPr>
          <a:xfrm>
            <a:off x="2364840" y="763285"/>
            <a:ext cx="2160000" cy="2160000"/>
          </a:xfrm>
          <a:prstGeom prst="roundRect">
            <a:avLst/>
          </a:prstGeom>
          <a:blipFill dpi="0" rotWithShape="1"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Rectangle 21">
            <a:extLst>
              <a:ext uri="{FF2B5EF4-FFF2-40B4-BE49-F238E27FC236}">
                <a16:creationId xmlns:a16="http://schemas.microsoft.com/office/drawing/2014/main" id="{BB87742A-ECBD-8055-8B3C-3F209321FC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276" y="2991376"/>
            <a:ext cx="838800" cy="2215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 algn="ctr"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600" b="0" dirty="0">
                <a:latin typeface="HY견고딕" panose="02030600000101010101" pitchFamily="18" charset="-127"/>
                <a:ea typeface="HY견고딕" panose="02030600000101010101" pitchFamily="18" charset="-127"/>
              </a:rPr>
              <a:t>세척 전</a:t>
            </a:r>
            <a:endParaRPr lang="en-US" altLang="ko-KR" sz="1500" b="1" spc="-100" dirty="0">
              <a:ln>
                <a:prstDash val="solid"/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19" name="Rectangle 21">
            <a:extLst>
              <a:ext uri="{FF2B5EF4-FFF2-40B4-BE49-F238E27FC236}">
                <a16:creationId xmlns:a16="http://schemas.microsoft.com/office/drawing/2014/main" id="{006107E0-844B-0B24-4DCD-836D0E9391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1743" y="2991376"/>
            <a:ext cx="1046194" cy="2215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 algn="ctr"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600" b="0" dirty="0">
                <a:latin typeface="HY견고딕" panose="02030600000101010101" pitchFamily="18" charset="-127"/>
                <a:ea typeface="HY견고딕" panose="02030600000101010101" pitchFamily="18" charset="-127"/>
              </a:rPr>
              <a:t>약품 투여</a:t>
            </a:r>
            <a:endParaRPr lang="en-US" altLang="ko-KR" sz="1500" b="1" spc="-100" dirty="0">
              <a:ln>
                <a:prstDash val="solid"/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20" name="Rectangle 21">
            <a:extLst>
              <a:ext uri="{FF2B5EF4-FFF2-40B4-BE49-F238E27FC236}">
                <a16:creationId xmlns:a16="http://schemas.microsoft.com/office/drawing/2014/main" id="{ECE25790-238F-B181-8136-16F5C4ABF6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4907" y="2991376"/>
            <a:ext cx="1046194" cy="2215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 algn="ctr"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600" dirty="0">
                <a:latin typeface="HY견고딕" panose="02030600000101010101" pitchFamily="18" charset="-127"/>
                <a:ea typeface="HY견고딕" panose="02030600000101010101" pitchFamily="18" charset="-127"/>
              </a:rPr>
              <a:t>고압 세척</a:t>
            </a:r>
            <a:endParaRPr lang="en-US" altLang="ko-KR" sz="1500" b="1" spc="-100" dirty="0">
              <a:ln>
                <a:prstDash val="solid"/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C38DF6C4-0513-79CB-915B-9291F1706E85}"/>
              </a:ext>
            </a:extLst>
          </p:cNvPr>
          <p:cNvSpPr/>
          <p:nvPr/>
        </p:nvSpPr>
        <p:spPr>
          <a:xfrm>
            <a:off x="131676" y="763285"/>
            <a:ext cx="2160000" cy="2160000"/>
          </a:xfrm>
          <a:prstGeom prst="roundRect">
            <a:avLst/>
          </a:prstGeom>
          <a:blipFill dpi="0" rotWithShape="1"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7A598A04-B979-BC6B-E07F-9C18AC3C48EA}"/>
              </a:ext>
            </a:extLst>
          </p:cNvPr>
          <p:cNvSpPr/>
          <p:nvPr/>
        </p:nvSpPr>
        <p:spPr>
          <a:xfrm>
            <a:off x="4598004" y="763285"/>
            <a:ext cx="2160000" cy="2160000"/>
          </a:xfrm>
          <a:prstGeom prst="roundRect">
            <a:avLst/>
          </a:prstGeom>
          <a:blipFill dpi="0" rotWithShape="1"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8" name="Rectangle 21">
            <a:extLst>
              <a:ext uri="{FF2B5EF4-FFF2-40B4-BE49-F238E27FC236}">
                <a16:creationId xmlns:a16="http://schemas.microsoft.com/office/drawing/2014/main" id="{BC3576F7-2497-E57E-DA56-7F2C9AA1E9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92496" y="2991376"/>
            <a:ext cx="837342" cy="2215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 algn="ctr"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600" dirty="0">
                <a:latin typeface="HY견고딕" panose="02030600000101010101" pitchFamily="18" charset="-127"/>
                <a:ea typeface="HY견고딕" panose="02030600000101010101" pitchFamily="18" charset="-127"/>
              </a:rPr>
              <a:t>세척 후</a:t>
            </a:r>
            <a:endParaRPr lang="en-US" altLang="ko-KR" sz="1500" b="1" spc="-100" dirty="0">
              <a:ln>
                <a:prstDash val="solid"/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26CC09AB-4EF8-611A-9FD7-FAFE75E17DF7}"/>
              </a:ext>
            </a:extLst>
          </p:cNvPr>
          <p:cNvSpPr/>
          <p:nvPr/>
        </p:nvSpPr>
        <p:spPr>
          <a:xfrm>
            <a:off x="6831167" y="763285"/>
            <a:ext cx="2160000" cy="2160000"/>
          </a:xfrm>
          <a:prstGeom prst="roundRect">
            <a:avLst/>
          </a:prstGeom>
          <a:blipFill dpi="0" rotWithShape="1">
            <a:blip r:embed="rId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16BC8FA5-24D1-BE24-0451-3860391EA16D}"/>
              </a:ext>
            </a:extLst>
          </p:cNvPr>
          <p:cNvSpPr/>
          <p:nvPr/>
        </p:nvSpPr>
        <p:spPr>
          <a:xfrm>
            <a:off x="2364840" y="4005064"/>
            <a:ext cx="2160000" cy="2160000"/>
          </a:xfrm>
          <a:prstGeom prst="roundRect">
            <a:avLst/>
          </a:prstGeom>
          <a:blipFill dpi="0" rotWithShape="1">
            <a:blip r:embed="rId8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Rectangle 21">
            <a:extLst>
              <a:ext uri="{FF2B5EF4-FFF2-40B4-BE49-F238E27FC236}">
                <a16:creationId xmlns:a16="http://schemas.microsoft.com/office/drawing/2014/main" id="{04461FC7-0332-F1D9-1B79-92CEFC9ABF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276" y="6233155"/>
            <a:ext cx="838800" cy="2215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 algn="ctr"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600" b="0" dirty="0">
                <a:latin typeface="HY견고딕" panose="02030600000101010101" pitchFamily="18" charset="-127"/>
                <a:ea typeface="HY견고딕" panose="02030600000101010101" pitchFamily="18" charset="-127"/>
              </a:rPr>
              <a:t>세척 전</a:t>
            </a:r>
            <a:endParaRPr lang="en-US" altLang="ko-KR" sz="1500" b="1" spc="-100" dirty="0">
              <a:ln>
                <a:prstDash val="solid"/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4" name="Rectangle 21">
            <a:extLst>
              <a:ext uri="{FF2B5EF4-FFF2-40B4-BE49-F238E27FC236}">
                <a16:creationId xmlns:a16="http://schemas.microsoft.com/office/drawing/2014/main" id="{A100345D-7E64-8CC7-4EC1-166D28F407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1743" y="6233155"/>
            <a:ext cx="1046194" cy="2215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 algn="ctr"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600" b="0" dirty="0">
                <a:latin typeface="HY견고딕" panose="02030600000101010101" pitchFamily="18" charset="-127"/>
                <a:ea typeface="HY견고딕" panose="02030600000101010101" pitchFamily="18" charset="-127"/>
              </a:rPr>
              <a:t>약품 투여</a:t>
            </a:r>
            <a:endParaRPr lang="en-US" altLang="ko-KR" sz="1500" b="1" spc="-100" dirty="0">
              <a:ln>
                <a:prstDash val="solid"/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5" name="Rectangle 21">
            <a:extLst>
              <a:ext uri="{FF2B5EF4-FFF2-40B4-BE49-F238E27FC236}">
                <a16:creationId xmlns:a16="http://schemas.microsoft.com/office/drawing/2014/main" id="{9F58A94B-28A8-5C32-71C2-E35EC10E25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4907" y="6233155"/>
            <a:ext cx="1046194" cy="2215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 algn="ctr"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600" dirty="0">
                <a:latin typeface="HY견고딕" panose="02030600000101010101" pitchFamily="18" charset="-127"/>
                <a:ea typeface="HY견고딕" panose="02030600000101010101" pitchFamily="18" charset="-127"/>
              </a:rPr>
              <a:t>고압 세척</a:t>
            </a:r>
            <a:endParaRPr lang="en-US" altLang="ko-KR" sz="1500" b="1" spc="-100" dirty="0">
              <a:ln>
                <a:prstDash val="solid"/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1FF9BAA0-6C7A-6CFF-3F99-9F5762C077D0}"/>
              </a:ext>
            </a:extLst>
          </p:cNvPr>
          <p:cNvSpPr/>
          <p:nvPr/>
        </p:nvSpPr>
        <p:spPr>
          <a:xfrm>
            <a:off x="131676" y="4005064"/>
            <a:ext cx="2160000" cy="2160000"/>
          </a:xfrm>
          <a:prstGeom prst="roundRect">
            <a:avLst/>
          </a:prstGeom>
          <a:blipFill dpi="0" rotWithShape="1">
            <a:blip r:embed="rId9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4E2CCEA1-C89F-BE93-E28F-5BBCA349EBD3}"/>
              </a:ext>
            </a:extLst>
          </p:cNvPr>
          <p:cNvSpPr/>
          <p:nvPr/>
        </p:nvSpPr>
        <p:spPr>
          <a:xfrm>
            <a:off x="4598004" y="4005064"/>
            <a:ext cx="2160000" cy="2160000"/>
          </a:xfrm>
          <a:prstGeom prst="roundRect">
            <a:avLst/>
          </a:prstGeom>
          <a:blipFill dpi="0" rotWithShape="1">
            <a:blip r:embed="rId10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Rectangle 21">
            <a:extLst>
              <a:ext uri="{FF2B5EF4-FFF2-40B4-BE49-F238E27FC236}">
                <a16:creationId xmlns:a16="http://schemas.microsoft.com/office/drawing/2014/main" id="{06173C09-A417-A0EC-35ED-AA893DA23A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92496" y="6233155"/>
            <a:ext cx="837342" cy="2215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 algn="ctr"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600" dirty="0">
                <a:latin typeface="HY견고딕" panose="02030600000101010101" pitchFamily="18" charset="-127"/>
                <a:ea typeface="HY견고딕" panose="02030600000101010101" pitchFamily="18" charset="-127"/>
              </a:rPr>
              <a:t>세척 후</a:t>
            </a:r>
            <a:endParaRPr lang="en-US" altLang="ko-KR" sz="1500" b="1" spc="-100" dirty="0">
              <a:ln>
                <a:prstDash val="solid"/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A487EE4B-1107-EBD8-9455-D70F1BE96C8E}"/>
              </a:ext>
            </a:extLst>
          </p:cNvPr>
          <p:cNvSpPr/>
          <p:nvPr/>
        </p:nvSpPr>
        <p:spPr>
          <a:xfrm>
            <a:off x="6831167" y="4005064"/>
            <a:ext cx="2160000" cy="2160000"/>
          </a:xfrm>
          <a:prstGeom prst="roundRect">
            <a:avLst/>
          </a:prstGeom>
          <a:blipFill dpi="0" rotWithShape="1">
            <a:blip r:embed="rId11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16275711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87DDD2-7F4B-5272-42DB-2EF7A59408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9428F1C0-5432-005A-C83A-95A830A56A8E}"/>
              </a:ext>
            </a:extLst>
          </p:cNvPr>
          <p:cNvSpPr/>
          <p:nvPr/>
        </p:nvSpPr>
        <p:spPr bwMode="auto">
          <a:xfrm>
            <a:off x="107950" y="188640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932115AC-024C-52DF-1871-CE5348A99B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en-US" altLang="ko-KR" sz="1800" b="0" dirty="0">
                <a:latin typeface="HY견고딕" panose="02030600000101010101" pitchFamily="18" charset="-127"/>
                <a:ea typeface="HY견고딕" panose="02030600000101010101" pitchFamily="18" charset="-127"/>
              </a:rPr>
              <a:t>(</a:t>
            </a:r>
            <a:r>
              <a:rPr lang="ko-KR" altLang="en-US" sz="1800" b="0" dirty="0">
                <a:latin typeface="HY견고딕" panose="02030600000101010101" pitchFamily="18" charset="-127"/>
                <a:ea typeface="HY견고딕" panose="02030600000101010101" pitchFamily="18" charset="-127"/>
              </a:rPr>
              <a:t>전열교환기</a:t>
            </a:r>
            <a:r>
              <a:rPr lang="en-US" altLang="ko-KR" sz="1800" b="0" dirty="0">
                <a:latin typeface="HY견고딕" panose="02030600000101010101" pitchFamily="18" charset="-127"/>
                <a:ea typeface="HY견고딕" panose="02030600000101010101" pitchFamily="18" charset="-127"/>
              </a:rPr>
              <a:t>) </a:t>
            </a:r>
            <a:r>
              <a:rPr lang="ko-KR" altLang="en-US" sz="1800" b="0" dirty="0">
                <a:latin typeface="HY견고딕" panose="02030600000101010101" pitchFamily="18" charset="-127"/>
                <a:ea typeface="HY견고딕" panose="02030600000101010101" pitchFamily="18" charset="-127"/>
              </a:rPr>
              <a:t>필터 교체</a:t>
            </a:r>
            <a:endParaRPr lang="en-US" altLang="ko-KR" spc="-100" dirty="0">
              <a:ln>
                <a:prstDash val="solid"/>
              </a:ln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07C5F5B6-C501-DA2D-C2E8-1ED93EB5FBF6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53C227E0-8730-A7BC-7537-6FAD170A0C9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47DAC02A-0AD9-25D0-950B-9D70ABC85B0F}"/>
              </a:ext>
            </a:extLst>
          </p:cNvPr>
          <p:cNvSpPr/>
          <p:nvPr/>
        </p:nvSpPr>
        <p:spPr>
          <a:xfrm>
            <a:off x="2364840" y="763285"/>
            <a:ext cx="2160000" cy="2160000"/>
          </a:xfrm>
          <a:prstGeom prst="roundRect">
            <a:avLst/>
          </a:prstGeom>
          <a:blipFill dpi="0" rotWithShape="1"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378C7FE9-ED57-0DB8-139D-A5C7EEDCA98D}"/>
              </a:ext>
            </a:extLst>
          </p:cNvPr>
          <p:cNvSpPr/>
          <p:nvPr/>
        </p:nvSpPr>
        <p:spPr>
          <a:xfrm>
            <a:off x="131676" y="763285"/>
            <a:ext cx="2160000" cy="2160000"/>
          </a:xfrm>
          <a:prstGeom prst="roundRect">
            <a:avLst/>
          </a:prstGeom>
          <a:blipFill dpi="0" rotWithShape="1"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783493C4-512F-5735-D2B8-E691CD69B5A2}"/>
              </a:ext>
            </a:extLst>
          </p:cNvPr>
          <p:cNvSpPr/>
          <p:nvPr/>
        </p:nvSpPr>
        <p:spPr>
          <a:xfrm>
            <a:off x="4598004" y="763285"/>
            <a:ext cx="2160000" cy="2160000"/>
          </a:xfrm>
          <a:prstGeom prst="roundRect">
            <a:avLst/>
          </a:prstGeom>
          <a:blipFill dpi="0" rotWithShape="1"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EE91F54E-678C-BBC4-957E-77B529F752F8}"/>
              </a:ext>
            </a:extLst>
          </p:cNvPr>
          <p:cNvSpPr/>
          <p:nvPr/>
        </p:nvSpPr>
        <p:spPr>
          <a:xfrm>
            <a:off x="6831167" y="763285"/>
            <a:ext cx="2160000" cy="2160000"/>
          </a:xfrm>
          <a:prstGeom prst="roundRect">
            <a:avLst/>
          </a:prstGeom>
          <a:blipFill dpi="0" rotWithShape="1">
            <a:blip r:embed="rId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11514267-2ED1-F475-BEC9-7F8A9150ECA2}"/>
              </a:ext>
            </a:extLst>
          </p:cNvPr>
          <p:cNvSpPr/>
          <p:nvPr/>
        </p:nvSpPr>
        <p:spPr>
          <a:xfrm>
            <a:off x="2364840" y="4005064"/>
            <a:ext cx="2160000" cy="2160000"/>
          </a:xfrm>
          <a:prstGeom prst="roundRect">
            <a:avLst/>
          </a:prstGeom>
          <a:blipFill dpi="0" rotWithShape="1">
            <a:blip r:embed="rId8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B02F5D54-224B-345F-0187-1F5F0B464D08}"/>
              </a:ext>
            </a:extLst>
          </p:cNvPr>
          <p:cNvSpPr/>
          <p:nvPr/>
        </p:nvSpPr>
        <p:spPr>
          <a:xfrm>
            <a:off x="131676" y="4005064"/>
            <a:ext cx="2160000" cy="2160000"/>
          </a:xfrm>
          <a:prstGeom prst="roundRect">
            <a:avLst/>
          </a:prstGeom>
          <a:blipFill dpi="0" rotWithShape="1">
            <a:blip r:embed="rId9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CC021E09-868E-E710-6ECD-8BD9EC1494C4}"/>
              </a:ext>
            </a:extLst>
          </p:cNvPr>
          <p:cNvSpPr/>
          <p:nvPr/>
        </p:nvSpPr>
        <p:spPr>
          <a:xfrm>
            <a:off x="4598004" y="4005064"/>
            <a:ext cx="2160000" cy="2160000"/>
          </a:xfrm>
          <a:prstGeom prst="roundRect">
            <a:avLst/>
          </a:prstGeom>
          <a:blipFill dpi="0" rotWithShape="1">
            <a:blip r:embed="rId10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D7058F64-E158-2201-5345-95AE54E9239B}"/>
              </a:ext>
            </a:extLst>
          </p:cNvPr>
          <p:cNvSpPr/>
          <p:nvPr/>
        </p:nvSpPr>
        <p:spPr>
          <a:xfrm>
            <a:off x="6831167" y="4005064"/>
            <a:ext cx="2160000" cy="2160000"/>
          </a:xfrm>
          <a:prstGeom prst="roundRect">
            <a:avLst/>
          </a:prstGeom>
          <a:blipFill dpi="0" rotWithShape="1">
            <a:blip r:embed="rId11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35227812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DAFDE8-C1CD-F055-6BBA-26B083EE0A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4D114CD8-A3D7-45E3-B233-31888488AAD2}"/>
              </a:ext>
            </a:extLst>
          </p:cNvPr>
          <p:cNvSpPr/>
          <p:nvPr/>
        </p:nvSpPr>
        <p:spPr bwMode="auto">
          <a:xfrm>
            <a:off x="107950" y="188640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1A0BD11F-4312-97DD-4067-47EB4E0924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en-US" altLang="ko-KR" sz="1800" b="0" dirty="0">
                <a:latin typeface="HY견고딕" panose="02030600000101010101" pitchFamily="18" charset="-127"/>
                <a:ea typeface="HY견고딕" panose="02030600000101010101" pitchFamily="18" charset="-127"/>
              </a:rPr>
              <a:t>(</a:t>
            </a:r>
            <a:r>
              <a:rPr lang="ko-KR" altLang="en-US" sz="1800" b="0" dirty="0">
                <a:latin typeface="HY견고딕" panose="02030600000101010101" pitchFamily="18" charset="-127"/>
                <a:ea typeface="HY견고딕" panose="02030600000101010101" pitchFamily="18" charset="-127"/>
              </a:rPr>
              <a:t>전열교환기</a:t>
            </a:r>
            <a:r>
              <a:rPr lang="en-US" altLang="ko-KR" sz="1800" b="0" dirty="0">
                <a:latin typeface="HY견고딕" panose="02030600000101010101" pitchFamily="18" charset="-127"/>
                <a:ea typeface="HY견고딕" panose="02030600000101010101" pitchFamily="18" charset="-127"/>
              </a:rPr>
              <a:t>) </a:t>
            </a:r>
            <a:r>
              <a:rPr lang="ko-KR" altLang="en-US" sz="1800" b="0" dirty="0">
                <a:latin typeface="HY견고딕" panose="02030600000101010101" pitchFamily="18" charset="-127"/>
                <a:ea typeface="HY견고딕" panose="02030600000101010101" pitchFamily="18" charset="-127"/>
              </a:rPr>
              <a:t>필터 교체</a:t>
            </a:r>
            <a:endParaRPr lang="en-US" altLang="ko-KR" spc="-100" dirty="0">
              <a:ln>
                <a:prstDash val="solid"/>
              </a:ln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9C887C12-72F9-E451-C715-3EDDD705579A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27763883-9396-EA58-53C7-F70E7AAFACE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F8A146EE-DC6E-50FD-0652-F8B6E8D7A2EC}"/>
              </a:ext>
            </a:extLst>
          </p:cNvPr>
          <p:cNvSpPr/>
          <p:nvPr/>
        </p:nvSpPr>
        <p:spPr>
          <a:xfrm>
            <a:off x="2364840" y="763285"/>
            <a:ext cx="2160000" cy="2160000"/>
          </a:xfrm>
          <a:prstGeom prst="roundRect">
            <a:avLst/>
          </a:prstGeom>
          <a:blipFill dpi="0" rotWithShape="1"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2718EFE7-7168-5BA7-4D0E-3D86D5CEEF45}"/>
              </a:ext>
            </a:extLst>
          </p:cNvPr>
          <p:cNvSpPr/>
          <p:nvPr/>
        </p:nvSpPr>
        <p:spPr>
          <a:xfrm>
            <a:off x="131676" y="763285"/>
            <a:ext cx="2160000" cy="2160000"/>
          </a:xfrm>
          <a:prstGeom prst="roundRect">
            <a:avLst/>
          </a:prstGeom>
          <a:blipFill dpi="0" rotWithShape="1"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2D78AE65-A928-227E-D05A-5BB52C1E285F}"/>
              </a:ext>
            </a:extLst>
          </p:cNvPr>
          <p:cNvSpPr/>
          <p:nvPr/>
        </p:nvSpPr>
        <p:spPr>
          <a:xfrm>
            <a:off x="4598004" y="763285"/>
            <a:ext cx="2160000" cy="2160000"/>
          </a:xfrm>
          <a:prstGeom prst="roundRect">
            <a:avLst/>
          </a:prstGeom>
          <a:blipFill dpi="0" rotWithShape="1"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59B23761-4E41-965E-97CC-40DA68C109F8}"/>
              </a:ext>
            </a:extLst>
          </p:cNvPr>
          <p:cNvSpPr/>
          <p:nvPr/>
        </p:nvSpPr>
        <p:spPr>
          <a:xfrm>
            <a:off x="6831167" y="763285"/>
            <a:ext cx="2160000" cy="2160000"/>
          </a:xfrm>
          <a:prstGeom prst="roundRect">
            <a:avLst/>
          </a:prstGeom>
          <a:blipFill dpi="0" rotWithShape="1">
            <a:blip r:embed="rId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287F79A1-FF71-BC3F-0DF2-28525E43DC3F}"/>
              </a:ext>
            </a:extLst>
          </p:cNvPr>
          <p:cNvSpPr/>
          <p:nvPr/>
        </p:nvSpPr>
        <p:spPr>
          <a:xfrm>
            <a:off x="2364840" y="4005064"/>
            <a:ext cx="2160000" cy="2160000"/>
          </a:xfrm>
          <a:prstGeom prst="roundRect">
            <a:avLst/>
          </a:prstGeom>
          <a:blipFill dpi="0" rotWithShape="1">
            <a:blip r:embed="rId8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166F419D-3CED-8A42-6729-2584EB44E17A}"/>
              </a:ext>
            </a:extLst>
          </p:cNvPr>
          <p:cNvSpPr/>
          <p:nvPr/>
        </p:nvSpPr>
        <p:spPr>
          <a:xfrm>
            <a:off x="131676" y="4005064"/>
            <a:ext cx="2160000" cy="2160000"/>
          </a:xfrm>
          <a:prstGeom prst="roundRect">
            <a:avLst/>
          </a:prstGeom>
          <a:blipFill dpi="0" rotWithShape="1">
            <a:blip r:embed="rId9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2761DDA8-04E4-B8F5-6A26-545A526066D7}"/>
              </a:ext>
            </a:extLst>
          </p:cNvPr>
          <p:cNvSpPr/>
          <p:nvPr/>
        </p:nvSpPr>
        <p:spPr>
          <a:xfrm>
            <a:off x="4598004" y="4005064"/>
            <a:ext cx="2160000" cy="2160000"/>
          </a:xfrm>
          <a:prstGeom prst="roundRect">
            <a:avLst/>
          </a:prstGeom>
          <a:blipFill dpi="0" rotWithShape="1">
            <a:blip r:embed="rId10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B93DF090-B041-D5D2-E46E-57DC14E5FF9B}"/>
              </a:ext>
            </a:extLst>
          </p:cNvPr>
          <p:cNvSpPr/>
          <p:nvPr/>
        </p:nvSpPr>
        <p:spPr>
          <a:xfrm>
            <a:off x="6831167" y="4005064"/>
            <a:ext cx="2160000" cy="2160000"/>
          </a:xfrm>
          <a:prstGeom prst="roundRect">
            <a:avLst/>
          </a:prstGeom>
          <a:blipFill dpi="0" rotWithShape="1">
            <a:blip r:embed="rId11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39340167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20346E-F656-25EF-E869-5A510795DB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262D3E1A-EDE9-4C47-DCA2-94E8F4418C53}"/>
              </a:ext>
            </a:extLst>
          </p:cNvPr>
          <p:cNvSpPr/>
          <p:nvPr/>
        </p:nvSpPr>
        <p:spPr bwMode="auto">
          <a:xfrm>
            <a:off x="107950" y="188640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D63336AD-76A2-D257-6DE2-763BFB17BA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en-US" altLang="ko-KR" sz="1800" b="0" dirty="0">
                <a:latin typeface="HY견고딕" panose="02030600000101010101" pitchFamily="18" charset="-127"/>
                <a:ea typeface="HY견고딕" panose="02030600000101010101" pitchFamily="18" charset="-127"/>
              </a:rPr>
              <a:t>(</a:t>
            </a:r>
            <a:r>
              <a:rPr lang="ko-KR" altLang="en-US" sz="1800" b="0" dirty="0">
                <a:latin typeface="HY견고딕" panose="02030600000101010101" pitchFamily="18" charset="-127"/>
                <a:ea typeface="HY견고딕" panose="02030600000101010101" pitchFamily="18" charset="-127"/>
              </a:rPr>
              <a:t>전열교환기</a:t>
            </a:r>
            <a:r>
              <a:rPr lang="en-US" altLang="ko-KR" sz="1800" b="0" dirty="0">
                <a:latin typeface="HY견고딕" panose="02030600000101010101" pitchFamily="18" charset="-127"/>
                <a:ea typeface="HY견고딕" panose="02030600000101010101" pitchFamily="18" charset="-127"/>
              </a:rPr>
              <a:t>) </a:t>
            </a:r>
            <a:r>
              <a:rPr lang="ko-KR" altLang="en-US" sz="1800" b="0" dirty="0">
                <a:latin typeface="HY견고딕" panose="02030600000101010101" pitchFamily="18" charset="-127"/>
                <a:ea typeface="HY견고딕" panose="02030600000101010101" pitchFamily="18" charset="-127"/>
              </a:rPr>
              <a:t>필터 교체</a:t>
            </a:r>
            <a:endParaRPr lang="en-US" altLang="ko-KR" spc="-100" dirty="0">
              <a:ln>
                <a:prstDash val="solid"/>
              </a:ln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BDF666A6-6F1C-053C-7DE6-10E43CD55E7A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D9C4B481-C23C-12CC-7D26-F79F61DDD6E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13354879-CDEE-A3CC-8702-DE4AB45E3037}"/>
              </a:ext>
            </a:extLst>
          </p:cNvPr>
          <p:cNvSpPr/>
          <p:nvPr/>
        </p:nvSpPr>
        <p:spPr>
          <a:xfrm>
            <a:off x="2364840" y="2349000"/>
            <a:ext cx="2160000" cy="2160000"/>
          </a:xfrm>
          <a:prstGeom prst="roundRect">
            <a:avLst/>
          </a:prstGeom>
          <a:blipFill dpi="0" rotWithShape="1"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1865ADE4-2244-6401-218B-31418BF05775}"/>
              </a:ext>
            </a:extLst>
          </p:cNvPr>
          <p:cNvSpPr/>
          <p:nvPr/>
        </p:nvSpPr>
        <p:spPr>
          <a:xfrm>
            <a:off x="131676" y="2349000"/>
            <a:ext cx="2160000" cy="2160000"/>
          </a:xfrm>
          <a:prstGeom prst="roundRect">
            <a:avLst/>
          </a:prstGeom>
          <a:blipFill dpi="0" rotWithShape="1"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EDB4089E-A370-ECA2-1025-E6017C2E42A1}"/>
              </a:ext>
            </a:extLst>
          </p:cNvPr>
          <p:cNvSpPr/>
          <p:nvPr/>
        </p:nvSpPr>
        <p:spPr>
          <a:xfrm>
            <a:off x="4598004" y="2349000"/>
            <a:ext cx="2160000" cy="2160000"/>
          </a:xfrm>
          <a:prstGeom prst="roundRect">
            <a:avLst/>
          </a:prstGeom>
          <a:blipFill dpi="0" rotWithShape="1"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6E1EE838-4EFC-6D45-9B89-5EA17A84BB04}"/>
              </a:ext>
            </a:extLst>
          </p:cNvPr>
          <p:cNvSpPr/>
          <p:nvPr/>
        </p:nvSpPr>
        <p:spPr>
          <a:xfrm>
            <a:off x="6831167" y="2349000"/>
            <a:ext cx="2160000" cy="2160000"/>
          </a:xfrm>
          <a:prstGeom prst="roundRect">
            <a:avLst/>
          </a:prstGeom>
          <a:blipFill dpi="0" rotWithShape="1">
            <a:blip r:embed="rId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88828566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EF3ADAD4-ACFE-4BA5-BC29-8CB3FBEFA569}"/>
              </a:ext>
            </a:extLst>
          </p:cNvPr>
          <p:cNvSpPr/>
          <p:nvPr/>
        </p:nvSpPr>
        <p:spPr bwMode="auto">
          <a:xfrm>
            <a:off x="107950" y="188640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208CC5B0-3E18-4167-AED9-0D5663B3F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dirty="0">
                <a:latin typeface="HY견고딕" panose="02030600000101010101" pitchFamily="18" charset="-127"/>
                <a:ea typeface="HY견고딕" panose="02030600000101010101" pitchFamily="18" charset="-127"/>
              </a:rPr>
              <a:t>작업 사진</a:t>
            </a:r>
            <a:endParaRPr lang="en-US" altLang="ko-KR" spc="-100" dirty="0">
              <a:ln>
                <a:prstDash val="solid"/>
              </a:ln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C6DECF70-3146-4166-B411-5000D1C73273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146DF5E9-3CFA-49FB-A4E6-C0F7FDC99B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BFF10AB1-FF0F-4F3D-BAAE-FE19560E6954}"/>
              </a:ext>
            </a:extLst>
          </p:cNvPr>
          <p:cNvSpPr/>
          <p:nvPr/>
        </p:nvSpPr>
        <p:spPr>
          <a:xfrm>
            <a:off x="133631" y="745614"/>
            <a:ext cx="2160000" cy="2160000"/>
          </a:xfrm>
          <a:prstGeom prst="roundRect">
            <a:avLst/>
          </a:prstGeom>
          <a:blipFill dpi="0" rotWithShape="1"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94BC345C-CD71-4656-9163-37AD9A72F698}"/>
              </a:ext>
            </a:extLst>
          </p:cNvPr>
          <p:cNvSpPr/>
          <p:nvPr/>
        </p:nvSpPr>
        <p:spPr>
          <a:xfrm>
            <a:off x="2363796" y="745614"/>
            <a:ext cx="2160000" cy="2160000"/>
          </a:xfrm>
          <a:prstGeom prst="roundRect">
            <a:avLst/>
          </a:prstGeom>
          <a:blipFill dpi="0" rotWithShape="1"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66494464-9D2A-4767-B53E-062317F07A7E}"/>
              </a:ext>
            </a:extLst>
          </p:cNvPr>
          <p:cNvSpPr/>
          <p:nvPr/>
        </p:nvSpPr>
        <p:spPr>
          <a:xfrm>
            <a:off x="128079" y="4037621"/>
            <a:ext cx="2160000" cy="2160000"/>
          </a:xfrm>
          <a:prstGeom prst="roundRect">
            <a:avLst/>
          </a:prstGeom>
          <a:blipFill dpi="0" rotWithShape="1"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882A15F3-62CF-4655-8381-D5A1A5139C04}"/>
              </a:ext>
            </a:extLst>
          </p:cNvPr>
          <p:cNvSpPr/>
          <p:nvPr/>
        </p:nvSpPr>
        <p:spPr>
          <a:xfrm>
            <a:off x="4591387" y="4037621"/>
            <a:ext cx="2160000" cy="2160000"/>
          </a:xfrm>
          <a:prstGeom prst="roundRect">
            <a:avLst/>
          </a:prstGeom>
          <a:blipFill dpi="0" rotWithShape="1">
            <a:blip r:embed="rId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09BDF32C-BEE3-4365-BD6F-252B4DDB5C16}"/>
              </a:ext>
            </a:extLst>
          </p:cNvPr>
          <p:cNvSpPr/>
          <p:nvPr/>
        </p:nvSpPr>
        <p:spPr>
          <a:xfrm rot="16200000">
            <a:off x="2359733" y="4037621"/>
            <a:ext cx="2160000" cy="2160000"/>
          </a:xfrm>
          <a:prstGeom prst="roundRect">
            <a:avLst/>
          </a:prstGeom>
          <a:blipFill dpi="0" rotWithShape="1">
            <a:blip r:embed="rId8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D078E63A-B840-40FA-B588-F05468098527}"/>
              </a:ext>
            </a:extLst>
          </p:cNvPr>
          <p:cNvSpPr/>
          <p:nvPr/>
        </p:nvSpPr>
        <p:spPr>
          <a:xfrm>
            <a:off x="6824126" y="745614"/>
            <a:ext cx="2160000" cy="2160000"/>
          </a:xfrm>
          <a:prstGeom prst="roundRect">
            <a:avLst/>
          </a:prstGeom>
          <a:blipFill dpi="0" rotWithShape="1">
            <a:blip r:embed="rId9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78E132EF-967D-4212-8C62-4FCE492223A8}"/>
              </a:ext>
            </a:extLst>
          </p:cNvPr>
          <p:cNvSpPr/>
          <p:nvPr/>
        </p:nvSpPr>
        <p:spPr>
          <a:xfrm>
            <a:off x="4593961" y="745614"/>
            <a:ext cx="2160000" cy="2160000"/>
          </a:xfrm>
          <a:prstGeom prst="roundRect">
            <a:avLst/>
          </a:prstGeom>
          <a:blipFill dpi="0" rotWithShape="1">
            <a:blip r:embed="rId10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dirty="0"/>
          </a:p>
          <a:p>
            <a:pPr algn="ctr"/>
            <a:endParaRPr lang="ko-KR" altLang="en-US" dirty="0"/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3EC58BA4-64D5-4C7A-832E-DBA729B61AFA}"/>
              </a:ext>
            </a:extLst>
          </p:cNvPr>
          <p:cNvSpPr/>
          <p:nvPr/>
        </p:nvSpPr>
        <p:spPr>
          <a:xfrm>
            <a:off x="6823041" y="4037621"/>
            <a:ext cx="2160000" cy="2160000"/>
          </a:xfrm>
          <a:prstGeom prst="roundRect">
            <a:avLst/>
          </a:prstGeom>
          <a:blipFill dpi="0" rotWithShape="1">
            <a:blip r:embed="rId11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78953497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DACEA5-B2BB-0D90-1AD5-C6EF24594D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DC98C5D7-E624-72C2-237D-F432328C951E}"/>
              </a:ext>
            </a:extLst>
          </p:cNvPr>
          <p:cNvSpPr/>
          <p:nvPr/>
        </p:nvSpPr>
        <p:spPr bwMode="auto">
          <a:xfrm>
            <a:off x="107950" y="188640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69B73CA5-6363-750F-32CB-4D073815EC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dirty="0">
                <a:latin typeface="HY견고딕" panose="02030600000101010101" pitchFamily="18" charset="-127"/>
                <a:ea typeface="HY견고딕" panose="02030600000101010101" pitchFamily="18" charset="-127"/>
              </a:rPr>
              <a:t>작업 사진</a:t>
            </a:r>
            <a:endParaRPr lang="en-US" altLang="ko-KR" spc="-100" dirty="0">
              <a:ln>
                <a:prstDash val="solid"/>
              </a:ln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9F192DC0-8C7D-F192-AE2B-6BFB0743A3C2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0393D305-31EE-8389-2A0E-2F1B2743D48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9F05FD14-F06D-EAD5-43E9-7F56EB71FBEE}"/>
              </a:ext>
            </a:extLst>
          </p:cNvPr>
          <p:cNvSpPr/>
          <p:nvPr/>
        </p:nvSpPr>
        <p:spPr>
          <a:xfrm>
            <a:off x="133631" y="745614"/>
            <a:ext cx="2160000" cy="2160000"/>
          </a:xfrm>
          <a:prstGeom prst="roundRect">
            <a:avLst/>
          </a:prstGeom>
          <a:blipFill dpi="0" rotWithShape="1"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D8EFD40E-785E-A6D7-BD30-101EEDF5E489}"/>
              </a:ext>
            </a:extLst>
          </p:cNvPr>
          <p:cNvSpPr/>
          <p:nvPr/>
        </p:nvSpPr>
        <p:spPr>
          <a:xfrm>
            <a:off x="2363796" y="745614"/>
            <a:ext cx="2160000" cy="2160000"/>
          </a:xfrm>
          <a:prstGeom prst="roundRect">
            <a:avLst/>
          </a:prstGeom>
          <a:blipFill dpi="0" rotWithShape="1"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716C79E0-E4EF-434B-588F-31C8B529B218}"/>
              </a:ext>
            </a:extLst>
          </p:cNvPr>
          <p:cNvSpPr/>
          <p:nvPr/>
        </p:nvSpPr>
        <p:spPr>
          <a:xfrm>
            <a:off x="128079" y="4037621"/>
            <a:ext cx="2160000" cy="2160000"/>
          </a:xfrm>
          <a:prstGeom prst="roundRect">
            <a:avLst/>
          </a:prstGeom>
          <a:blipFill dpi="0" rotWithShape="1"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215A63DC-22A4-F7F4-202B-D1FF6815A3B4}"/>
              </a:ext>
            </a:extLst>
          </p:cNvPr>
          <p:cNvSpPr/>
          <p:nvPr/>
        </p:nvSpPr>
        <p:spPr>
          <a:xfrm rot="16200000">
            <a:off x="4591387" y="4037621"/>
            <a:ext cx="2160000" cy="2160000"/>
          </a:xfrm>
          <a:prstGeom prst="roundRect">
            <a:avLst/>
          </a:prstGeom>
          <a:blipFill dpi="0" rotWithShape="1">
            <a:blip r:embed="rId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A81EAAD8-9170-1F14-2332-99D431A4A3D8}"/>
              </a:ext>
            </a:extLst>
          </p:cNvPr>
          <p:cNvSpPr/>
          <p:nvPr/>
        </p:nvSpPr>
        <p:spPr>
          <a:xfrm>
            <a:off x="2359733" y="4037621"/>
            <a:ext cx="2160000" cy="2160000"/>
          </a:xfrm>
          <a:prstGeom prst="roundRect">
            <a:avLst/>
          </a:prstGeom>
          <a:blipFill dpi="0" rotWithShape="1">
            <a:blip r:embed="rId8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D752729E-DF04-B6BA-3E01-70A33CA2026B}"/>
              </a:ext>
            </a:extLst>
          </p:cNvPr>
          <p:cNvSpPr/>
          <p:nvPr/>
        </p:nvSpPr>
        <p:spPr>
          <a:xfrm>
            <a:off x="6824126" y="745614"/>
            <a:ext cx="2160000" cy="2160000"/>
          </a:xfrm>
          <a:prstGeom prst="roundRect">
            <a:avLst/>
          </a:prstGeom>
          <a:blipFill dpi="0" rotWithShape="1">
            <a:blip r:embed="rId9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CA94317B-8FB7-1036-8F57-6AEE51294DFB}"/>
              </a:ext>
            </a:extLst>
          </p:cNvPr>
          <p:cNvSpPr/>
          <p:nvPr/>
        </p:nvSpPr>
        <p:spPr>
          <a:xfrm>
            <a:off x="4593961" y="745614"/>
            <a:ext cx="2160000" cy="2160000"/>
          </a:xfrm>
          <a:prstGeom prst="roundRect">
            <a:avLst/>
          </a:prstGeom>
          <a:blipFill dpi="0" rotWithShape="1">
            <a:blip r:embed="rId10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dirty="0"/>
          </a:p>
          <a:p>
            <a:pPr algn="ctr"/>
            <a:endParaRPr lang="ko-KR" altLang="en-US" dirty="0"/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FD77A522-02D4-53C7-BA6F-0B4080179FDC}"/>
              </a:ext>
            </a:extLst>
          </p:cNvPr>
          <p:cNvSpPr/>
          <p:nvPr/>
        </p:nvSpPr>
        <p:spPr>
          <a:xfrm>
            <a:off x="6823041" y="4037621"/>
            <a:ext cx="2160000" cy="2160000"/>
          </a:xfrm>
          <a:prstGeom prst="roundRect">
            <a:avLst/>
          </a:prstGeom>
          <a:blipFill dpi="0" rotWithShape="1">
            <a:blip r:embed="rId11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93131975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6F3527-3802-F347-79F5-B4DAA4C15C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606F1222-1282-93C7-A1D7-0408591CB905}"/>
              </a:ext>
            </a:extLst>
          </p:cNvPr>
          <p:cNvSpPr/>
          <p:nvPr/>
        </p:nvSpPr>
        <p:spPr bwMode="auto">
          <a:xfrm>
            <a:off x="107950" y="188640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86698458-FCE8-E911-C713-D106C731B4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dirty="0">
                <a:latin typeface="HY견고딕" panose="02030600000101010101" pitchFamily="18" charset="-127"/>
                <a:ea typeface="HY견고딕" panose="02030600000101010101" pitchFamily="18" charset="-127"/>
              </a:rPr>
              <a:t>작업 사진</a:t>
            </a:r>
            <a:endParaRPr lang="en-US" altLang="ko-KR" spc="-100" dirty="0">
              <a:ln>
                <a:prstDash val="solid"/>
              </a:ln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A2CAAF92-6974-486B-DA99-99260355B4B7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87B9DB39-E931-984C-EE60-F36C8D40832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EA0A7C83-9EB8-1C65-0FCF-A74EDF6C15FF}"/>
              </a:ext>
            </a:extLst>
          </p:cNvPr>
          <p:cNvSpPr/>
          <p:nvPr/>
        </p:nvSpPr>
        <p:spPr>
          <a:xfrm rot="16200000">
            <a:off x="133631" y="745614"/>
            <a:ext cx="2160000" cy="2160000"/>
          </a:xfrm>
          <a:prstGeom prst="roundRect">
            <a:avLst/>
          </a:prstGeom>
          <a:blipFill dpi="0" rotWithShape="1"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837C7829-7281-7132-B489-A41441A3C97B}"/>
              </a:ext>
            </a:extLst>
          </p:cNvPr>
          <p:cNvSpPr/>
          <p:nvPr/>
        </p:nvSpPr>
        <p:spPr>
          <a:xfrm>
            <a:off x="2363796" y="745614"/>
            <a:ext cx="2160000" cy="2160000"/>
          </a:xfrm>
          <a:prstGeom prst="roundRect">
            <a:avLst/>
          </a:prstGeom>
          <a:blipFill dpi="0" rotWithShape="1"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E59D2E24-16A1-B9E4-7361-E74FA3961B58}"/>
              </a:ext>
            </a:extLst>
          </p:cNvPr>
          <p:cNvSpPr/>
          <p:nvPr/>
        </p:nvSpPr>
        <p:spPr>
          <a:xfrm>
            <a:off x="128079" y="4037621"/>
            <a:ext cx="2160000" cy="2160000"/>
          </a:xfrm>
          <a:prstGeom prst="roundRect">
            <a:avLst/>
          </a:prstGeom>
          <a:blipFill dpi="0" rotWithShape="1"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5FAD0AC4-5FE4-D69F-BC03-8D6B1522A2D9}"/>
              </a:ext>
            </a:extLst>
          </p:cNvPr>
          <p:cNvSpPr/>
          <p:nvPr/>
        </p:nvSpPr>
        <p:spPr>
          <a:xfrm>
            <a:off x="4591387" y="4037621"/>
            <a:ext cx="2160000" cy="2160000"/>
          </a:xfrm>
          <a:prstGeom prst="roundRect">
            <a:avLst/>
          </a:prstGeom>
          <a:blipFill dpi="0" rotWithShape="1">
            <a:blip r:embed="rId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36DF95B2-2453-78B0-753A-8FEC3A6467EF}"/>
              </a:ext>
            </a:extLst>
          </p:cNvPr>
          <p:cNvSpPr/>
          <p:nvPr/>
        </p:nvSpPr>
        <p:spPr>
          <a:xfrm>
            <a:off x="2359733" y="4037621"/>
            <a:ext cx="2160000" cy="2160000"/>
          </a:xfrm>
          <a:prstGeom prst="roundRect">
            <a:avLst/>
          </a:prstGeom>
          <a:blipFill dpi="0" rotWithShape="1">
            <a:blip r:embed="rId8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6D7680AE-802C-2A62-6B0A-7F23357E46B8}"/>
              </a:ext>
            </a:extLst>
          </p:cNvPr>
          <p:cNvSpPr/>
          <p:nvPr/>
        </p:nvSpPr>
        <p:spPr>
          <a:xfrm>
            <a:off x="6824126" y="745614"/>
            <a:ext cx="2160000" cy="2160000"/>
          </a:xfrm>
          <a:prstGeom prst="roundRect">
            <a:avLst/>
          </a:prstGeom>
          <a:blipFill dpi="0" rotWithShape="1">
            <a:blip r:embed="rId9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5E5F36F9-0852-ACFC-9EEA-3D915FC19F18}"/>
              </a:ext>
            </a:extLst>
          </p:cNvPr>
          <p:cNvSpPr/>
          <p:nvPr/>
        </p:nvSpPr>
        <p:spPr>
          <a:xfrm>
            <a:off x="4593961" y="745614"/>
            <a:ext cx="2160000" cy="2160000"/>
          </a:xfrm>
          <a:prstGeom prst="roundRect">
            <a:avLst/>
          </a:prstGeom>
          <a:blipFill dpi="0" rotWithShape="1">
            <a:blip r:embed="rId10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dirty="0"/>
          </a:p>
          <a:p>
            <a:pPr algn="ctr"/>
            <a:endParaRPr lang="ko-KR" altLang="en-US" dirty="0"/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53C0E139-CC38-DA8E-42FB-92974CFC40A8}"/>
              </a:ext>
            </a:extLst>
          </p:cNvPr>
          <p:cNvSpPr/>
          <p:nvPr/>
        </p:nvSpPr>
        <p:spPr>
          <a:xfrm>
            <a:off x="6823041" y="4037621"/>
            <a:ext cx="2160000" cy="2160000"/>
          </a:xfrm>
          <a:prstGeom prst="roundRect">
            <a:avLst/>
          </a:prstGeom>
          <a:blipFill dpi="0" rotWithShape="1">
            <a:blip r:embed="rId11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97152543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EE6FC7-D46B-4295-5D48-E2D91EB34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3816D500-E147-6982-B491-F79195B7DD12}"/>
              </a:ext>
            </a:extLst>
          </p:cNvPr>
          <p:cNvSpPr/>
          <p:nvPr/>
        </p:nvSpPr>
        <p:spPr bwMode="auto">
          <a:xfrm>
            <a:off x="107950" y="188640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3375D567-69AF-F6EC-01A2-7BAE84C9BA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dirty="0">
                <a:latin typeface="HY견고딕" panose="02030600000101010101" pitchFamily="18" charset="-127"/>
                <a:ea typeface="HY견고딕" panose="02030600000101010101" pitchFamily="18" charset="-127"/>
              </a:rPr>
              <a:t>작업 사진</a:t>
            </a:r>
            <a:endParaRPr lang="en-US" altLang="ko-KR" spc="-100" dirty="0">
              <a:ln>
                <a:prstDash val="solid"/>
              </a:ln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DB611BF2-F237-A8C7-9ECF-1FDB18EA05FC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C2635B64-561B-1105-286A-E19FC5D6C0F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9B4833D1-41BC-13C1-4E9A-37E2E5180DE8}"/>
              </a:ext>
            </a:extLst>
          </p:cNvPr>
          <p:cNvSpPr/>
          <p:nvPr/>
        </p:nvSpPr>
        <p:spPr>
          <a:xfrm>
            <a:off x="133631" y="745614"/>
            <a:ext cx="2160000" cy="2160000"/>
          </a:xfrm>
          <a:prstGeom prst="roundRect">
            <a:avLst/>
          </a:prstGeom>
          <a:blipFill dpi="0" rotWithShape="1"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1AEC9C80-0711-DAFA-FC8E-9E33DE50457C}"/>
              </a:ext>
            </a:extLst>
          </p:cNvPr>
          <p:cNvSpPr/>
          <p:nvPr/>
        </p:nvSpPr>
        <p:spPr>
          <a:xfrm>
            <a:off x="2363796" y="745614"/>
            <a:ext cx="2160000" cy="2160000"/>
          </a:xfrm>
          <a:prstGeom prst="roundRect">
            <a:avLst/>
          </a:prstGeom>
          <a:blipFill dpi="0" rotWithShape="1"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434E090E-8C13-CEAC-2C95-5925A1D393B6}"/>
              </a:ext>
            </a:extLst>
          </p:cNvPr>
          <p:cNvSpPr/>
          <p:nvPr/>
        </p:nvSpPr>
        <p:spPr>
          <a:xfrm>
            <a:off x="128079" y="4037621"/>
            <a:ext cx="2160000" cy="2160000"/>
          </a:xfrm>
          <a:prstGeom prst="roundRect">
            <a:avLst/>
          </a:prstGeom>
          <a:blipFill dpi="0" rotWithShape="1"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6B3219A8-06A5-2D90-6344-104BBE350C50}"/>
              </a:ext>
            </a:extLst>
          </p:cNvPr>
          <p:cNvSpPr/>
          <p:nvPr/>
        </p:nvSpPr>
        <p:spPr>
          <a:xfrm>
            <a:off x="4591387" y="4037621"/>
            <a:ext cx="2160000" cy="2160000"/>
          </a:xfrm>
          <a:prstGeom prst="roundRect">
            <a:avLst/>
          </a:prstGeom>
          <a:blipFill dpi="0" rotWithShape="1">
            <a:blip r:embed="rId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B2A7E11D-6183-AF8A-899D-A24110DFC33D}"/>
              </a:ext>
            </a:extLst>
          </p:cNvPr>
          <p:cNvSpPr/>
          <p:nvPr/>
        </p:nvSpPr>
        <p:spPr>
          <a:xfrm>
            <a:off x="2359733" y="4037621"/>
            <a:ext cx="2160000" cy="2160000"/>
          </a:xfrm>
          <a:prstGeom prst="roundRect">
            <a:avLst/>
          </a:prstGeom>
          <a:blipFill dpi="0" rotWithShape="1">
            <a:blip r:embed="rId8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082C95EB-8087-9D0F-3685-F52C27BDFE35}"/>
              </a:ext>
            </a:extLst>
          </p:cNvPr>
          <p:cNvSpPr/>
          <p:nvPr/>
        </p:nvSpPr>
        <p:spPr>
          <a:xfrm>
            <a:off x="6824126" y="745614"/>
            <a:ext cx="2160000" cy="2160000"/>
          </a:xfrm>
          <a:prstGeom prst="roundRect">
            <a:avLst/>
          </a:prstGeom>
          <a:blipFill dpi="0" rotWithShape="1">
            <a:blip r:embed="rId9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6527D62E-9BD9-4CED-F42F-6D0B9046DCB5}"/>
              </a:ext>
            </a:extLst>
          </p:cNvPr>
          <p:cNvSpPr/>
          <p:nvPr/>
        </p:nvSpPr>
        <p:spPr>
          <a:xfrm>
            <a:off x="4593961" y="745614"/>
            <a:ext cx="2160000" cy="2160000"/>
          </a:xfrm>
          <a:prstGeom prst="roundRect">
            <a:avLst/>
          </a:prstGeom>
          <a:blipFill dpi="0" rotWithShape="1">
            <a:blip r:embed="rId10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dirty="0"/>
          </a:p>
          <a:p>
            <a:pPr algn="ctr"/>
            <a:endParaRPr lang="ko-KR" altLang="en-US" dirty="0"/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69F14720-EB1C-A9FC-4DF3-43CFBE63BE92}"/>
              </a:ext>
            </a:extLst>
          </p:cNvPr>
          <p:cNvSpPr/>
          <p:nvPr/>
        </p:nvSpPr>
        <p:spPr>
          <a:xfrm>
            <a:off x="6823041" y="4037621"/>
            <a:ext cx="2160000" cy="2160000"/>
          </a:xfrm>
          <a:prstGeom prst="roundRect">
            <a:avLst/>
          </a:prstGeom>
          <a:blipFill dpi="0" rotWithShape="1">
            <a:blip r:embed="rId11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42087945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78DB7D-2574-A1AA-7C67-F4B18817A3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D5F57231-D160-78EC-E887-608C6E9C11D1}"/>
              </a:ext>
            </a:extLst>
          </p:cNvPr>
          <p:cNvSpPr/>
          <p:nvPr/>
        </p:nvSpPr>
        <p:spPr bwMode="auto">
          <a:xfrm>
            <a:off x="107950" y="188640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A34BBF70-5A7F-05AC-57BC-561621706A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dirty="0">
                <a:latin typeface="HY견고딕" panose="02030600000101010101" pitchFamily="18" charset="-127"/>
                <a:ea typeface="HY견고딕" panose="02030600000101010101" pitchFamily="18" charset="-127"/>
              </a:rPr>
              <a:t>작업 사진</a:t>
            </a:r>
            <a:endParaRPr lang="en-US" altLang="ko-KR" spc="-100" dirty="0">
              <a:ln>
                <a:prstDash val="solid"/>
              </a:ln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9F938107-5DAB-AC80-E2D1-FFDDEB104FEC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0AE8C463-A18F-87C8-7C84-D3A8834F3C4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12B91745-1675-D684-F1D5-A3375B5579A4}"/>
              </a:ext>
            </a:extLst>
          </p:cNvPr>
          <p:cNvSpPr/>
          <p:nvPr/>
        </p:nvSpPr>
        <p:spPr>
          <a:xfrm>
            <a:off x="133631" y="1989000"/>
            <a:ext cx="2880000" cy="2880000"/>
          </a:xfrm>
          <a:prstGeom prst="roundRect">
            <a:avLst/>
          </a:prstGeom>
          <a:blipFill dpi="0" rotWithShape="1"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1897739E-3F10-2BDF-278C-3140EB11DE78}"/>
              </a:ext>
            </a:extLst>
          </p:cNvPr>
          <p:cNvSpPr/>
          <p:nvPr/>
        </p:nvSpPr>
        <p:spPr>
          <a:xfrm>
            <a:off x="3126208" y="1989000"/>
            <a:ext cx="2880000" cy="2880000"/>
          </a:xfrm>
          <a:prstGeom prst="roundRect">
            <a:avLst/>
          </a:prstGeom>
          <a:blipFill dpi="0" rotWithShape="1"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5B1DFC74-5B0A-3653-5783-DF7064602679}"/>
              </a:ext>
            </a:extLst>
          </p:cNvPr>
          <p:cNvSpPr/>
          <p:nvPr/>
        </p:nvSpPr>
        <p:spPr>
          <a:xfrm>
            <a:off x="6118785" y="1989000"/>
            <a:ext cx="2880000" cy="2880000"/>
          </a:xfrm>
          <a:prstGeom prst="roundRect">
            <a:avLst/>
          </a:prstGeom>
          <a:blipFill dpi="0" rotWithShape="1"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dirty="0"/>
          </a:p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09489110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EF3ADAD4-ACFE-4BA5-BC29-8CB3FBEFA569}"/>
              </a:ext>
            </a:extLst>
          </p:cNvPr>
          <p:cNvSpPr/>
          <p:nvPr/>
        </p:nvSpPr>
        <p:spPr bwMode="auto">
          <a:xfrm>
            <a:off x="107950" y="188640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208CC5B0-3E18-4167-AED9-0D5663B3F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6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dirty="0">
                <a:latin typeface="HY견고딕" panose="02030600000101010101" pitchFamily="18" charset="-127"/>
                <a:ea typeface="HY견고딕" panose="02030600000101010101" pitchFamily="18" charset="-127"/>
              </a:rPr>
              <a:t>전열교환기 작업 전 후 미세먼지 측정 값</a:t>
            </a:r>
            <a:endParaRPr lang="en-US" altLang="ko-KR" spc="-100" dirty="0">
              <a:ln>
                <a:prstDash val="solid"/>
              </a:ln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C6DECF70-3146-4166-B411-5000D1C73273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146DF5E9-3CFA-49FB-A4E6-C0F7FDC99B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21">
            <a:extLst>
              <a:ext uri="{FF2B5EF4-FFF2-40B4-BE49-F238E27FC236}">
                <a16:creationId xmlns:a16="http://schemas.microsoft.com/office/drawing/2014/main" id="{AF044959-D018-4241-8BC7-F20E4DE93B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7624" y="3534853"/>
            <a:ext cx="1008112" cy="2215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600">
                <a:latin typeface="HY견고딕" panose="02030600000101010101" pitchFamily="18" charset="-127"/>
                <a:ea typeface="HY견고딕" panose="02030600000101010101" pitchFamily="18" charset="-127"/>
              </a:rPr>
              <a:t>작업실명</a:t>
            </a:r>
            <a:endParaRPr lang="en-US" altLang="ko-KR" sz="1500" b="1" spc="-100" dirty="0">
              <a:ln>
                <a:prstDash val="solid"/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D078E63A-B840-40FA-B588-F05468098527}"/>
              </a:ext>
            </a:extLst>
          </p:cNvPr>
          <p:cNvSpPr/>
          <p:nvPr/>
        </p:nvSpPr>
        <p:spPr>
          <a:xfrm>
            <a:off x="185637" y="602063"/>
            <a:ext cx="2880000" cy="2880000"/>
          </a:xfrm>
          <a:prstGeom prst="roundRect">
            <a:avLst/>
          </a:prstGeom>
          <a:blipFill dpi="0" rotWithShape="1"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3" name="사각형: 둥근 모서리 23">
            <a:extLst>
              <a:ext uri="{FF2B5EF4-FFF2-40B4-BE49-F238E27FC236}">
                <a16:creationId xmlns:a16="http://schemas.microsoft.com/office/drawing/2014/main" id="{D078E63A-B840-40FA-B588-F05468098527}"/>
              </a:ext>
            </a:extLst>
          </p:cNvPr>
          <p:cNvSpPr/>
          <p:nvPr/>
        </p:nvSpPr>
        <p:spPr>
          <a:xfrm>
            <a:off x="185637" y="3776372"/>
            <a:ext cx="2880000" cy="2880000"/>
          </a:xfrm>
          <a:prstGeom prst="roundRect">
            <a:avLst/>
          </a:prstGeom>
          <a:blipFill dpi="0" rotWithShape="1"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3" name="사각형: 둥근 모서리 23">
            <a:extLst>
              <a:ext uri="{FF2B5EF4-FFF2-40B4-BE49-F238E27FC236}">
                <a16:creationId xmlns:a16="http://schemas.microsoft.com/office/drawing/2014/main" id="{D078E63A-B840-40FA-B588-F05468098527}"/>
              </a:ext>
            </a:extLst>
          </p:cNvPr>
          <p:cNvSpPr/>
          <p:nvPr/>
        </p:nvSpPr>
        <p:spPr>
          <a:xfrm>
            <a:off x="3167781" y="602063"/>
            <a:ext cx="2880000" cy="2880000"/>
          </a:xfrm>
          <a:prstGeom prst="roundRect">
            <a:avLst/>
          </a:prstGeom>
          <a:blipFill dpi="0" rotWithShape="1"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5" name="사각형: 둥근 모서리 23">
            <a:extLst>
              <a:ext uri="{FF2B5EF4-FFF2-40B4-BE49-F238E27FC236}">
                <a16:creationId xmlns:a16="http://schemas.microsoft.com/office/drawing/2014/main" id="{D078E63A-B840-40FA-B588-F05468098527}"/>
              </a:ext>
            </a:extLst>
          </p:cNvPr>
          <p:cNvSpPr/>
          <p:nvPr/>
        </p:nvSpPr>
        <p:spPr>
          <a:xfrm>
            <a:off x="6227612" y="602063"/>
            <a:ext cx="2880000" cy="2880000"/>
          </a:xfrm>
          <a:prstGeom prst="roundRect">
            <a:avLst/>
          </a:prstGeom>
          <a:blipFill dpi="0" rotWithShape="1">
            <a:blip r:embed="rId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8" name="사각형: 둥근 모서리 23">
            <a:extLst>
              <a:ext uri="{FF2B5EF4-FFF2-40B4-BE49-F238E27FC236}">
                <a16:creationId xmlns:a16="http://schemas.microsoft.com/office/drawing/2014/main" id="{D078E63A-B840-40FA-B588-F05468098527}"/>
              </a:ext>
            </a:extLst>
          </p:cNvPr>
          <p:cNvSpPr/>
          <p:nvPr/>
        </p:nvSpPr>
        <p:spPr>
          <a:xfrm>
            <a:off x="3204168" y="3741312"/>
            <a:ext cx="2880000" cy="2880000"/>
          </a:xfrm>
          <a:prstGeom prst="roundRect">
            <a:avLst/>
          </a:prstGeom>
          <a:blipFill dpi="0" rotWithShape="1">
            <a:blip r:embed="rId8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9" name="사각형: 둥근 모서리 23">
            <a:extLst>
              <a:ext uri="{FF2B5EF4-FFF2-40B4-BE49-F238E27FC236}">
                <a16:creationId xmlns:a16="http://schemas.microsoft.com/office/drawing/2014/main" id="{D078E63A-B840-40FA-B588-F05468098527}"/>
              </a:ext>
            </a:extLst>
          </p:cNvPr>
          <p:cNvSpPr/>
          <p:nvPr/>
        </p:nvSpPr>
        <p:spPr>
          <a:xfrm>
            <a:off x="6227612" y="3741312"/>
            <a:ext cx="2880000" cy="2880000"/>
          </a:xfrm>
          <a:prstGeom prst="roundRect">
            <a:avLst/>
          </a:prstGeom>
          <a:blipFill dpi="0" rotWithShape="1">
            <a:blip r:embed="rId9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0" name="Rectangle 21">
            <a:extLst>
              <a:ext uri="{FF2B5EF4-FFF2-40B4-BE49-F238E27FC236}">
                <a16:creationId xmlns:a16="http://schemas.microsoft.com/office/drawing/2014/main" id="{AF044959-D018-4241-8BC7-F20E4DE93B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1960" y="3514933"/>
            <a:ext cx="1008335" cy="2215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600" dirty="0">
                <a:latin typeface="HY견고딕" panose="02030600000101010101" pitchFamily="18" charset="-127"/>
                <a:ea typeface="HY견고딕" panose="02030600000101010101" pitchFamily="18" charset="-127"/>
              </a:rPr>
              <a:t>작업 전</a:t>
            </a:r>
            <a:endParaRPr lang="en-US" altLang="ko-KR" sz="1500" b="1" spc="-100" dirty="0">
              <a:ln>
                <a:prstDash val="solid"/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41" name="Rectangle 21">
            <a:extLst>
              <a:ext uri="{FF2B5EF4-FFF2-40B4-BE49-F238E27FC236}">
                <a16:creationId xmlns:a16="http://schemas.microsoft.com/office/drawing/2014/main" id="{AF044959-D018-4241-8BC7-F20E4DE93B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08304" y="3506525"/>
            <a:ext cx="917802" cy="2215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600" dirty="0">
                <a:latin typeface="HY견고딕" panose="02030600000101010101" pitchFamily="18" charset="-127"/>
                <a:ea typeface="HY견고딕" panose="02030600000101010101" pitchFamily="18" charset="-127"/>
              </a:rPr>
              <a:t>작업 후</a:t>
            </a:r>
            <a:endParaRPr lang="en-US" altLang="ko-KR" sz="1500" b="1" spc="-100" dirty="0">
              <a:ln>
                <a:prstDash val="solid"/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3965715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EF3ADAD4-ACFE-4BA5-BC29-8CB3FBEFA569}"/>
              </a:ext>
            </a:extLst>
          </p:cNvPr>
          <p:cNvSpPr/>
          <p:nvPr/>
        </p:nvSpPr>
        <p:spPr bwMode="auto">
          <a:xfrm>
            <a:off x="107950" y="188640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208CC5B0-3E18-4167-AED9-0D5663B3F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6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dirty="0">
                <a:latin typeface="HY견고딕" panose="02030600000101010101" pitchFamily="18" charset="-127"/>
                <a:ea typeface="HY견고딕" panose="02030600000101010101" pitchFamily="18" charset="-127"/>
              </a:rPr>
              <a:t>전열교환기 작업 전 후 미세먼지 측정 값</a:t>
            </a:r>
            <a:endParaRPr lang="en-US" altLang="ko-KR" spc="-100" dirty="0">
              <a:ln>
                <a:prstDash val="solid"/>
              </a:ln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C6DECF70-3146-4166-B411-5000D1C73273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146DF5E9-3CFA-49FB-A4E6-C0F7FDC99B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21">
            <a:extLst>
              <a:ext uri="{FF2B5EF4-FFF2-40B4-BE49-F238E27FC236}">
                <a16:creationId xmlns:a16="http://schemas.microsoft.com/office/drawing/2014/main" id="{AF044959-D018-4241-8BC7-F20E4DE93B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7624" y="3534853"/>
            <a:ext cx="1008112" cy="2215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600">
                <a:latin typeface="HY견고딕" panose="02030600000101010101" pitchFamily="18" charset="-127"/>
                <a:ea typeface="HY견고딕" panose="02030600000101010101" pitchFamily="18" charset="-127"/>
              </a:rPr>
              <a:t>작업실명</a:t>
            </a:r>
            <a:endParaRPr lang="en-US" altLang="ko-KR" sz="1500" b="1" spc="-100" dirty="0">
              <a:ln>
                <a:prstDash val="solid"/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D078E63A-B840-40FA-B588-F05468098527}"/>
              </a:ext>
            </a:extLst>
          </p:cNvPr>
          <p:cNvSpPr/>
          <p:nvPr/>
        </p:nvSpPr>
        <p:spPr>
          <a:xfrm>
            <a:off x="185637" y="602063"/>
            <a:ext cx="2880000" cy="2880000"/>
          </a:xfrm>
          <a:prstGeom prst="roundRect">
            <a:avLst/>
          </a:prstGeom>
          <a:blipFill dpi="0" rotWithShape="1"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3" name="사각형: 둥근 모서리 23">
            <a:extLst>
              <a:ext uri="{FF2B5EF4-FFF2-40B4-BE49-F238E27FC236}">
                <a16:creationId xmlns:a16="http://schemas.microsoft.com/office/drawing/2014/main" id="{D078E63A-B840-40FA-B588-F05468098527}"/>
              </a:ext>
            </a:extLst>
          </p:cNvPr>
          <p:cNvSpPr/>
          <p:nvPr/>
        </p:nvSpPr>
        <p:spPr>
          <a:xfrm>
            <a:off x="185637" y="3776372"/>
            <a:ext cx="2880000" cy="2880000"/>
          </a:xfrm>
          <a:prstGeom prst="roundRect">
            <a:avLst/>
          </a:prstGeom>
          <a:blipFill dpi="0" rotWithShape="1"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3" name="사각형: 둥근 모서리 23">
            <a:extLst>
              <a:ext uri="{FF2B5EF4-FFF2-40B4-BE49-F238E27FC236}">
                <a16:creationId xmlns:a16="http://schemas.microsoft.com/office/drawing/2014/main" id="{D078E63A-B840-40FA-B588-F05468098527}"/>
              </a:ext>
            </a:extLst>
          </p:cNvPr>
          <p:cNvSpPr/>
          <p:nvPr/>
        </p:nvSpPr>
        <p:spPr>
          <a:xfrm>
            <a:off x="3167781" y="602063"/>
            <a:ext cx="2880000" cy="2880000"/>
          </a:xfrm>
          <a:prstGeom prst="roundRect">
            <a:avLst/>
          </a:prstGeom>
          <a:blipFill dpi="0" rotWithShape="1"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5" name="사각형: 둥근 모서리 23">
            <a:extLst>
              <a:ext uri="{FF2B5EF4-FFF2-40B4-BE49-F238E27FC236}">
                <a16:creationId xmlns:a16="http://schemas.microsoft.com/office/drawing/2014/main" id="{D078E63A-B840-40FA-B588-F05468098527}"/>
              </a:ext>
            </a:extLst>
          </p:cNvPr>
          <p:cNvSpPr/>
          <p:nvPr/>
        </p:nvSpPr>
        <p:spPr>
          <a:xfrm>
            <a:off x="6227612" y="602063"/>
            <a:ext cx="2880000" cy="2880000"/>
          </a:xfrm>
          <a:prstGeom prst="roundRect">
            <a:avLst/>
          </a:prstGeom>
          <a:blipFill dpi="0" rotWithShape="1">
            <a:blip r:embed="rId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8" name="사각형: 둥근 모서리 23">
            <a:extLst>
              <a:ext uri="{FF2B5EF4-FFF2-40B4-BE49-F238E27FC236}">
                <a16:creationId xmlns:a16="http://schemas.microsoft.com/office/drawing/2014/main" id="{D078E63A-B840-40FA-B588-F05468098527}"/>
              </a:ext>
            </a:extLst>
          </p:cNvPr>
          <p:cNvSpPr/>
          <p:nvPr/>
        </p:nvSpPr>
        <p:spPr>
          <a:xfrm>
            <a:off x="3204168" y="3741312"/>
            <a:ext cx="2880000" cy="2880000"/>
          </a:xfrm>
          <a:prstGeom prst="roundRect">
            <a:avLst/>
          </a:prstGeom>
          <a:blipFill dpi="0" rotWithShape="1">
            <a:blip r:embed="rId8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9" name="사각형: 둥근 모서리 23">
            <a:extLst>
              <a:ext uri="{FF2B5EF4-FFF2-40B4-BE49-F238E27FC236}">
                <a16:creationId xmlns:a16="http://schemas.microsoft.com/office/drawing/2014/main" id="{D078E63A-B840-40FA-B588-F05468098527}"/>
              </a:ext>
            </a:extLst>
          </p:cNvPr>
          <p:cNvSpPr/>
          <p:nvPr/>
        </p:nvSpPr>
        <p:spPr>
          <a:xfrm>
            <a:off x="6227612" y="3741312"/>
            <a:ext cx="2880000" cy="2880000"/>
          </a:xfrm>
          <a:prstGeom prst="roundRect">
            <a:avLst/>
          </a:prstGeom>
          <a:blipFill dpi="0" rotWithShape="1">
            <a:blip r:embed="rId9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0" name="Rectangle 21">
            <a:extLst>
              <a:ext uri="{FF2B5EF4-FFF2-40B4-BE49-F238E27FC236}">
                <a16:creationId xmlns:a16="http://schemas.microsoft.com/office/drawing/2014/main" id="{AF044959-D018-4241-8BC7-F20E4DE93B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1960" y="3514933"/>
            <a:ext cx="1008335" cy="2215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600" dirty="0">
                <a:latin typeface="HY견고딕" panose="02030600000101010101" pitchFamily="18" charset="-127"/>
                <a:ea typeface="HY견고딕" panose="02030600000101010101" pitchFamily="18" charset="-127"/>
              </a:rPr>
              <a:t>작업 전</a:t>
            </a:r>
            <a:endParaRPr lang="en-US" altLang="ko-KR" sz="1500" b="1" spc="-100" dirty="0">
              <a:ln>
                <a:prstDash val="solid"/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41" name="Rectangle 21">
            <a:extLst>
              <a:ext uri="{FF2B5EF4-FFF2-40B4-BE49-F238E27FC236}">
                <a16:creationId xmlns:a16="http://schemas.microsoft.com/office/drawing/2014/main" id="{AF044959-D018-4241-8BC7-F20E4DE93B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08304" y="3506525"/>
            <a:ext cx="917802" cy="2215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600" dirty="0">
                <a:latin typeface="HY견고딕" panose="02030600000101010101" pitchFamily="18" charset="-127"/>
                <a:ea typeface="HY견고딕" panose="02030600000101010101" pitchFamily="18" charset="-127"/>
              </a:rPr>
              <a:t>작업 후</a:t>
            </a:r>
            <a:endParaRPr lang="en-US" altLang="ko-KR" sz="1500" b="1" spc="-100" dirty="0">
              <a:ln>
                <a:prstDash val="solid"/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5435060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EF3ADAD4-ACFE-4BA5-BC29-8CB3FBEFA569}"/>
              </a:ext>
            </a:extLst>
          </p:cNvPr>
          <p:cNvSpPr/>
          <p:nvPr/>
        </p:nvSpPr>
        <p:spPr bwMode="auto">
          <a:xfrm>
            <a:off x="107950" y="188640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208CC5B0-3E18-4167-AED9-0D5663B3F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6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dirty="0">
                <a:latin typeface="HY견고딕" panose="02030600000101010101" pitchFamily="18" charset="-127"/>
                <a:ea typeface="HY견고딕" panose="02030600000101010101" pitchFamily="18" charset="-127"/>
              </a:rPr>
              <a:t>전열교환기 작업 전 후 미세먼지 측정 값</a:t>
            </a:r>
            <a:endParaRPr lang="en-US" altLang="ko-KR" spc="-100" dirty="0">
              <a:ln>
                <a:prstDash val="solid"/>
              </a:ln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C6DECF70-3146-4166-B411-5000D1C73273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146DF5E9-3CFA-49FB-A4E6-C0F7FDC99B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21">
            <a:extLst>
              <a:ext uri="{FF2B5EF4-FFF2-40B4-BE49-F238E27FC236}">
                <a16:creationId xmlns:a16="http://schemas.microsoft.com/office/drawing/2014/main" id="{AF044959-D018-4241-8BC7-F20E4DE93B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7624" y="3534853"/>
            <a:ext cx="1008112" cy="2215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600">
                <a:latin typeface="HY견고딕" panose="02030600000101010101" pitchFamily="18" charset="-127"/>
                <a:ea typeface="HY견고딕" panose="02030600000101010101" pitchFamily="18" charset="-127"/>
              </a:rPr>
              <a:t>작업실명</a:t>
            </a:r>
            <a:endParaRPr lang="en-US" altLang="ko-KR" sz="1500" b="1" spc="-100" dirty="0">
              <a:ln>
                <a:prstDash val="solid"/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D078E63A-B840-40FA-B588-F05468098527}"/>
              </a:ext>
            </a:extLst>
          </p:cNvPr>
          <p:cNvSpPr/>
          <p:nvPr/>
        </p:nvSpPr>
        <p:spPr>
          <a:xfrm>
            <a:off x="185637" y="602063"/>
            <a:ext cx="2880000" cy="2880000"/>
          </a:xfrm>
          <a:prstGeom prst="roundRect">
            <a:avLst/>
          </a:prstGeom>
          <a:blipFill dpi="0" rotWithShape="1"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3" name="사각형: 둥근 모서리 23">
            <a:extLst>
              <a:ext uri="{FF2B5EF4-FFF2-40B4-BE49-F238E27FC236}">
                <a16:creationId xmlns:a16="http://schemas.microsoft.com/office/drawing/2014/main" id="{D078E63A-B840-40FA-B588-F05468098527}"/>
              </a:ext>
            </a:extLst>
          </p:cNvPr>
          <p:cNvSpPr/>
          <p:nvPr/>
        </p:nvSpPr>
        <p:spPr>
          <a:xfrm>
            <a:off x="185637" y="3776372"/>
            <a:ext cx="2880000" cy="2880000"/>
          </a:xfrm>
          <a:prstGeom prst="roundRect">
            <a:avLst/>
          </a:prstGeom>
          <a:blipFill dpi="0" rotWithShape="1"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3" name="사각형: 둥근 모서리 23">
            <a:extLst>
              <a:ext uri="{FF2B5EF4-FFF2-40B4-BE49-F238E27FC236}">
                <a16:creationId xmlns:a16="http://schemas.microsoft.com/office/drawing/2014/main" id="{D078E63A-B840-40FA-B588-F05468098527}"/>
              </a:ext>
            </a:extLst>
          </p:cNvPr>
          <p:cNvSpPr/>
          <p:nvPr/>
        </p:nvSpPr>
        <p:spPr>
          <a:xfrm>
            <a:off x="3167781" y="602063"/>
            <a:ext cx="2880000" cy="2880000"/>
          </a:xfrm>
          <a:prstGeom prst="roundRect">
            <a:avLst/>
          </a:prstGeom>
          <a:blipFill dpi="0" rotWithShape="1"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5" name="사각형: 둥근 모서리 23">
            <a:extLst>
              <a:ext uri="{FF2B5EF4-FFF2-40B4-BE49-F238E27FC236}">
                <a16:creationId xmlns:a16="http://schemas.microsoft.com/office/drawing/2014/main" id="{D078E63A-B840-40FA-B588-F05468098527}"/>
              </a:ext>
            </a:extLst>
          </p:cNvPr>
          <p:cNvSpPr/>
          <p:nvPr/>
        </p:nvSpPr>
        <p:spPr>
          <a:xfrm>
            <a:off x="6227612" y="602063"/>
            <a:ext cx="2880000" cy="2880000"/>
          </a:xfrm>
          <a:prstGeom prst="roundRect">
            <a:avLst/>
          </a:prstGeom>
          <a:blipFill dpi="0" rotWithShape="1">
            <a:blip r:embed="rId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8" name="사각형: 둥근 모서리 23">
            <a:extLst>
              <a:ext uri="{FF2B5EF4-FFF2-40B4-BE49-F238E27FC236}">
                <a16:creationId xmlns:a16="http://schemas.microsoft.com/office/drawing/2014/main" id="{D078E63A-B840-40FA-B588-F05468098527}"/>
              </a:ext>
            </a:extLst>
          </p:cNvPr>
          <p:cNvSpPr/>
          <p:nvPr/>
        </p:nvSpPr>
        <p:spPr>
          <a:xfrm>
            <a:off x="3204168" y="3741312"/>
            <a:ext cx="2880000" cy="2880000"/>
          </a:xfrm>
          <a:prstGeom prst="roundRect">
            <a:avLst/>
          </a:prstGeom>
          <a:blipFill dpi="0" rotWithShape="1">
            <a:blip r:embed="rId8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9" name="사각형: 둥근 모서리 23">
            <a:extLst>
              <a:ext uri="{FF2B5EF4-FFF2-40B4-BE49-F238E27FC236}">
                <a16:creationId xmlns:a16="http://schemas.microsoft.com/office/drawing/2014/main" id="{D078E63A-B840-40FA-B588-F05468098527}"/>
              </a:ext>
            </a:extLst>
          </p:cNvPr>
          <p:cNvSpPr/>
          <p:nvPr/>
        </p:nvSpPr>
        <p:spPr>
          <a:xfrm>
            <a:off x="6227612" y="3741312"/>
            <a:ext cx="2880000" cy="2880000"/>
          </a:xfrm>
          <a:prstGeom prst="roundRect">
            <a:avLst/>
          </a:prstGeom>
          <a:blipFill dpi="0" rotWithShape="1">
            <a:blip r:embed="rId9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0" name="Rectangle 21">
            <a:extLst>
              <a:ext uri="{FF2B5EF4-FFF2-40B4-BE49-F238E27FC236}">
                <a16:creationId xmlns:a16="http://schemas.microsoft.com/office/drawing/2014/main" id="{AF044959-D018-4241-8BC7-F20E4DE93B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1960" y="3514933"/>
            <a:ext cx="1008335" cy="2215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600" dirty="0">
                <a:latin typeface="HY견고딕" panose="02030600000101010101" pitchFamily="18" charset="-127"/>
                <a:ea typeface="HY견고딕" panose="02030600000101010101" pitchFamily="18" charset="-127"/>
              </a:rPr>
              <a:t>작업 전</a:t>
            </a:r>
            <a:endParaRPr lang="en-US" altLang="ko-KR" sz="1500" b="1" spc="-100" dirty="0">
              <a:ln>
                <a:prstDash val="solid"/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41" name="Rectangle 21">
            <a:extLst>
              <a:ext uri="{FF2B5EF4-FFF2-40B4-BE49-F238E27FC236}">
                <a16:creationId xmlns:a16="http://schemas.microsoft.com/office/drawing/2014/main" id="{AF044959-D018-4241-8BC7-F20E4DE93B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08304" y="3506525"/>
            <a:ext cx="917802" cy="2215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600" dirty="0">
                <a:latin typeface="HY견고딕" panose="02030600000101010101" pitchFamily="18" charset="-127"/>
                <a:ea typeface="HY견고딕" panose="02030600000101010101" pitchFamily="18" charset="-127"/>
              </a:rPr>
              <a:t>작업 후</a:t>
            </a:r>
            <a:endParaRPr lang="en-US" altLang="ko-KR" sz="1500" b="1" spc="-100" dirty="0">
              <a:ln>
                <a:prstDash val="solid"/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8196039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EF3ADAD4-ACFE-4BA5-BC29-8CB3FBEFA569}"/>
              </a:ext>
            </a:extLst>
          </p:cNvPr>
          <p:cNvSpPr/>
          <p:nvPr/>
        </p:nvSpPr>
        <p:spPr bwMode="auto">
          <a:xfrm>
            <a:off x="107950" y="188640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208CC5B0-3E18-4167-AED9-0D5663B3F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6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dirty="0">
                <a:latin typeface="HY견고딕" panose="02030600000101010101" pitchFamily="18" charset="-127"/>
                <a:ea typeface="HY견고딕" panose="02030600000101010101" pitchFamily="18" charset="-127"/>
              </a:rPr>
              <a:t>전열교환기 작업 전 후 미세먼지 측정 값</a:t>
            </a:r>
            <a:endParaRPr lang="en-US" altLang="ko-KR" spc="-100" dirty="0">
              <a:ln>
                <a:prstDash val="solid"/>
              </a:ln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C6DECF70-3146-4166-B411-5000D1C73273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146DF5E9-3CFA-49FB-A4E6-C0F7FDC99B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21">
            <a:extLst>
              <a:ext uri="{FF2B5EF4-FFF2-40B4-BE49-F238E27FC236}">
                <a16:creationId xmlns:a16="http://schemas.microsoft.com/office/drawing/2014/main" id="{AF044959-D018-4241-8BC7-F20E4DE93B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7624" y="3534853"/>
            <a:ext cx="1008112" cy="2215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600">
                <a:latin typeface="HY견고딕" panose="02030600000101010101" pitchFamily="18" charset="-127"/>
                <a:ea typeface="HY견고딕" panose="02030600000101010101" pitchFamily="18" charset="-127"/>
              </a:rPr>
              <a:t>작업실명</a:t>
            </a:r>
            <a:endParaRPr lang="en-US" altLang="ko-KR" sz="1500" b="1" spc="-100" dirty="0">
              <a:ln>
                <a:prstDash val="solid"/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D078E63A-B840-40FA-B588-F05468098527}"/>
              </a:ext>
            </a:extLst>
          </p:cNvPr>
          <p:cNvSpPr/>
          <p:nvPr/>
        </p:nvSpPr>
        <p:spPr>
          <a:xfrm>
            <a:off x="185637" y="602063"/>
            <a:ext cx="2880000" cy="2880000"/>
          </a:xfrm>
          <a:prstGeom prst="roundRect">
            <a:avLst/>
          </a:prstGeom>
          <a:blipFill dpi="0" rotWithShape="1"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3" name="사각형: 둥근 모서리 23">
            <a:extLst>
              <a:ext uri="{FF2B5EF4-FFF2-40B4-BE49-F238E27FC236}">
                <a16:creationId xmlns:a16="http://schemas.microsoft.com/office/drawing/2014/main" id="{D078E63A-B840-40FA-B588-F05468098527}"/>
              </a:ext>
            </a:extLst>
          </p:cNvPr>
          <p:cNvSpPr/>
          <p:nvPr/>
        </p:nvSpPr>
        <p:spPr>
          <a:xfrm>
            <a:off x="185637" y="3776372"/>
            <a:ext cx="2880000" cy="2880000"/>
          </a:xfrm>
          <a:prstGeom prst="roundRect">
            <a:avLst/>
          </a:prstGeom>
          <a:blipFill dpi="0" rotWithShape="1"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3" name="사각형: 둥근 모서리 23">
            <a:extLst>
              <a:ext uri="{FF2B5EF4-FFF2-40B4-BE49-F238E27FC236}">
                <a16:creationId xmlns:a16="http://schemas.microsoft.com/office/drawing/2014/main" id="{D078E63A-B840-40FA-B588-F05468098527}"/>
              </a:ext>
            </a:extLst>
          </p:cNvPr>
          <p:cNvSpPr/>
          <p:nvPr/>
        </p:nvSpPr>
        <p:spPr>
          <a:xfrm>
            <a:off x="3167781" y="602063"/>
            <a:ext cx="2880000" cy="2880000"/>
          </a:xfrm>
          <a:prstGeom prst="roundRect">
            <a:avLst/>
          </a:prstGeom>
          <a:blipFill dpi="0" rotWithShape="1"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5" name="사각형: 둥근 모서리 23">
            <a:extLst>
              <a:ext uri="{FF2B5EF4-FFF2-40B4-BE49-F238E27FC236}">
                <a16:creationId xmlns:a16="http://schemas.microsoft.com/office/drawing/2014/main" id="{D078E63A-B840-40FA-B588-F05468098527}"/>
              </a:ext>
            </a:extLst>
          </p:cNvPr>
          <p:cNvSpPr/>
          <p:nvPr/>
        </p:nvSpPr>
        <p:spPr>
          <a:xfrm>
            <a:off x="6227612" y="602063"/>
            <a:ext cx="2880000" cy="2880000"/>
          </a:xfrm>
          <a:prstGeom prst="roundRect">
            <a:avLst/>
          </a:prstGeom>
          <a:blipFill dpi="0" rotWithShape="1">
            <a:blip r:embed="rId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8" name="사각형: 둥근 모서리 23">
            <a:extLst>
              <a:ext uri="{FF2B5EF4-FFF2-40B4-BE49-F238E27FC236}">
                <a16:creationId xmlns:a16="http://schemas.microsoft.com/office/drawing/2014/main" id="{D078E63A-B840-40FA-B588-F05468098527}"/>
              </a:ext>
            </a:extLst>
          </p:cNvPr>
          <p:cNvSpPr/>
          <p:nvPr/>
        </p:nvSpPr>
        <p:spPr>
          <a:xfrm>
            <a:off x="3204168" y="3741312"/>
            <a:ext cx="2880000" cy="2880000"/>
          </a:xfrm>
          <a:prstGeom prst="roundRect">
            <a:avLst/>
          </a:prstGeom>
          <a:blipFill dpi="0" rotWithShape="1">
            <a:blip r:embed="rId8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9" name="사각형: 둥근 모서리 23">
            <a:extLst>
              <a:ext uri="{FF2B5EF4-FFF2-40B4-BE49-F238E27FC236}">
                <a16:creationId xmlns:a16="http://schemas.microsoft.com/office/drawing/2014/main" id="{D078E63A-B840-40FA-B588-F05468098527}"/>
              </a:ext>
            </a:extLst>
          </p:cNvPr>
          <p:cNvSpPr/>
          <p:nvPr/>
        </p:nvSpPr>
        <p:spPr>
          <a:xfrm>
            <a:off x="6227612" y="3741312"/>
            <a:ext cx="2880000" cy="2880000"/>
          </a:xfrm>
          <a:prstGeom prst="roundRect">
            <a:avLst/>
          </a:prstGeom>
          <a:blipFill dpi="0" rotWithShape="1">
            <a:blip r:embed="rId9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0" name="Rectangle 21">
            <a:extLst>
              <a:ext uri="{FF2B5EF4-FFF2-40B4-BE49-F238E27FC236}">
                <a16:creationId xmlns:a16="http://schemas.microsoft.com/office/drawing/2014/main" id="{AF044959-D018-4241-8BC7-F20E4DE93B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1960" y="3514933"/>
            <a:ext cx="1008335" cy="2215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600" dirty="0">
                <a:latin typeface="HY견고딕" panose="02030600000101010101" pitchFamily="18" charset="-127"/>
                <a:ea typeface="HY견고딕" panose="02030600000101010101" pitchFamily="18" charset="-127"/>
              </a:rPr>
              <a:t>작업 전</a:t>
            </a:r>
            <a:endParaRPr lang="en-US" altLang="ko-KR" sz="1500" b="1" spc="-100" dirty="0">
              <a:ln>
                <a:prstDash val="solid"/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41" name="Rectangle 21">
            <a:extLst>
              <a:ext uri="{FF2B5EF4-FFF2-40B4-BE49-F238E27FC236}">
                <a16:creationId xmlns:a16="http://schemas.microsoft.com/office/drawing/2014/main" id="{AF044959-D018-4241-8BC7-F20E4DE93B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08304" y="3506525"/>
            <a:ext cx="917802" cy="2215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600" dirty="0">
                <a:latin typeface="HY견고딕" panose="02030600000101010101" pitchFamily="18" charset="-127"/>
                <a:ea typeface="HY견고딕" panose="02030600000101010101" pitchFamily="18" charset="-127"/>
              </a:rPr>
              <a:t>작업 후</a:t>
            </a:r>
            <a:endParaRPr lang="en-US" altLang="ko-KR" sz="1500" b="1" spc="-100" dirty="0">
              <a:ln>
                <a:prstDash val="solid"/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7740938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EF3ADAD4-ACFE-4BA5-BC29-8CB3FBEFA569}"/>
              </a:ext>
            </a:extLst>
          </p:cNvPr>
          <p:cNvSpPr/>
          <p:nvPr/>
        </p:nvSpPr>
        <p:spPr bwMode="auto">
          <a:xfrm>
            <a:off x="107950" y="188640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208CC5B0-3E18-4167-AED9-0D5663B3F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6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dirty="0">
                <a:latin typeface="HY견고딕" panose="02030600000101010101" pitchFamily="18" charset="-127"/>
                <a:ea typeface="HY견고딕" panose="02030600000101010101" pitchFamily="18" charset="-127"/>
              </a:rPr>
              <a:t>전열교환기 작업 전 후 미세먼지 측정 값</a:t>
            </a:r>
            <a:endParaRPr lang="en-US" altLang="ko-KR" spc="-100" dirty="0">
              <a:ln>
                <a:prstDash val="solid"/>
              </a:ln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C6DECF70-3146-4166-B411-5000D1C73273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146DF5E9-3CFA-49FB-A4E6-C0F7FDC99B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21">
            <a:extLst>
              <a:ext uri="{FF2B5EF4-FFF2-40B4-BE49-F238E27FC236}">
                <a16:creationId xmlns:a16="http://schemas.microsoft.com/office/drawing/2014/main" id="{AF044959-D018-4241-8BC7-F20E4DE93B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7624" y="3534853"/>
            <a:ext cx="1008112" cy="2215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600" dirty="0">
                <a:latin typeface="HY견고딕" panose="02030600000101010101" pitchFamily="18" charset="-127"/>
                <a:ea typeface="HY견고딕" panose="02030600000101010101" pitchFamily="18" charset="-127"/>
              </a:rPr>
              <a:t>작업실명</a:t>
            </a:r>
            <a:endParaRPr lang="en-US" altLang="ko-KR" sz="1500" b="1" spc="-100" dirty="0">
              <a:ln>
                <a:prstDash val="solid"/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D078E63A-B840-40FA-B588-F05468098527}"/>
              </a:ext>
            </a:extLst>
          </p:cNvPr>
          <p:cNvSpPr/>
          <p:nvPr/>
        </p:nvSpPr>
        <p:spPr>
          <a:xfrm>
            <a:off x="185637" y="602063"/>
            <a:ext cx="2880000" cy="2880000"/>
          </a:xfrm>
          <a:prstGeom prst="roundRect">
            <a:avLst/>
          </a:prstGeom>
          <a:blipFill dpi="0" rotWithShape="1"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3" name="사각형: 둥근 모서리 23">
            <a:extLst>
              <a:ext uri="{FF2B5EF4-FFF2-40B4-BE49-F238E27FC236}">
                <a16:creationId xmlns:a16="http://schemas.microsoft.com/office/drawing/2014/main" id="{D078E63A-B840-40FA-B588-F05468098527}"/>
              </a:ext>
            </a:extLst>
          </p:cNvPr>
          <p:cNvSpPr/>
          <p:nvPr/>
        </p:nvSpPr>
        <p:spPr>
          <a:xfrm>
            <a:off x="185637" y="3776372"/>
            <a:ext cx="2880000" cy="2880000"/>
          </a:xfrm>
          <a:prstGeom prst="roundRect">
            <a:avLst/>
          </a:prstGeom>
          <a:blipFill dpi="0" rotWithShape="1"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3" name="사각형: 둥근 모서리 23">
            <a:extLst>
              <a:ext uri="{FF2B5EF4-FFF2-40B4-BE49-F238E27FC236}">
                <a16:creationId xmlns:a16="http://schemas.microsoft.com/office/drawing/2014/main" id="{D078E63A-B840-40FA-B588-F05468098527}"/>
              </a:ext>
            </a:extLst>
          </p:cNvPr>
          <p:cNvSpPr/>
          <p:nvPr/>
        </p:nvSpPr>
        <p:spPr>
          <a:xfrm>
            <a:off x="3167781" y="602063"/>
            <a:ext cx="2880000" cy="2880000"/>
          </a:xfrm>
          <a:prstGeom prst="roundRect">
            <a:avLst/>
          </a:prstGeom>
          <a:blipFill dpi="0" rotWithShape="1"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5" name="사각형: 둥근 모서리 23">
            <a:extLst>
              <a:ext uri="{FF2B5EF4-FFF2-40B4-BE49-F238E27FC236}">
                <a16:creationId xmlns:a16="http://schemas.microsoft.com/office/drawing/2014/main" id="{D078E63A-B840-40FA-B588-F05468098527}"/>
              </a:ext>
            </a:extLst>
          </p:cNvPr>
          <p:cNvSpPr/>
          <p:nvPr/>
        </p:nvSpPr>
        <p:spPr>
          <a:xfrm>
            <a:off x="6227612" y="602063"/>
            <a:ext cx="2880000" cy="2880000"/>
          </a:xfrm>
          <a:prstGeom prst="roundRect">
            <a:avLst/>
          </a:prstGeom>
          <a:blipFill dpi="0" rotWithShape="1">
            <a:blip r:embed="rId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8" name="사각형: 둥근 모서리 23">
            <a:extLst>
              <a:ext uri="{FF2B5EF4-FFF2-40B4-BE49-F238E27FC236}">
                <a16:creationId xmlns:a16="http://schemas.microsoft.com/office/drawing/2014/main" id="{D078E63A-B840-40FA-B588-F05468098527}"/>
              </a:ext>
            </a:extLst>
          </p:cNvPr>
          <p:cNvSpPr/>
          <p:nvPr/>
        </p:nvSpPr>
        <p:spPr>
          <a:xfrm>
            <a:off x="3204168" y="3741312"/>
            <a:ext cx="2880000" cy="2880000"/>
          </a:xfrm>
          <a:prstGeom prst="roundRect">
            <a:avLst/>
          </a:prstGeom>
          <a:blipFill dpi="0" rotWithShape="1">
            <a:blip r:embed="rId8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9" name="사각형: 둥근 모서리 23">
            <a:extLst>
              <a:ext uri="{FF2B5EF4-FFF2-40B4-BE49-F238E27FC236}">
                <a16:creationId xmlns:a16="http://schemas.microsoft.com/office/drawing/2014/main" id="{D078E63A-B840-40FA-B588-F05468098527}"/>
              </a:ext>
            </a:extLst>
          </p:cNvPr>
          <p:cNvSpPr/>
          <p:nvPr/>
        </p:nvSpPr>
        <p:spPr>
          <a:xfrm>
            <a:off x="6227612" y="3741312"/>
            <a:ext cx="2880000" cy="2880000"/>
          </a:xfrm>
          <a:prstGeom prst="roundRect">
            <a:avLst/>
          </a:prstGeom>
          <a:blipFill dpi="0" rotWithShape="1">
            <a:blip r:embed="rId9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0" name="Rectangle 21">
            <a:extLst>
              <a:ext uri="{FF2B5EF4-FFF2-40B4-BE49-F238E27FC236}">
                <a16:creationId xmlns:a16="http://schemas.microsoft.com/office/drawing/2014/main" id="{AF044959-D018-4241-8BC7-F20E4DE93B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1960" y="3514933"/>
            <a:ext cx="1008335" cy="2215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600" dirty="0">
                <a:latin typeface="HY견고딕" panose="02030600000101010101" pitchFamily="18" charset="-127"/>
                <a:ea typeface="HY견고딕" panose="02030600000101010101" pitchFamily="18" charset="-127"/>
              </a:rPr>
              <a:t>작업 전</a:t>
            </a:r>
            <a:endParaRPr lang="en-US" altLang="ko-KR" sz="1500" b="1" spc="-100" dirty="0">
              <a:ln>
                <a:prstDash val="solid"/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41" name="Rectangle 21">
            <a:extLst>
              <a:ext uri="{FF2B5EF4-FFF2-40B4-BE49-F238E27FC236}">
                <a16:creationId xmlns:a16="http://schemas.microsoft.com/office/drawing/2014/main" id="{AF044959-D018-4241-8BC7-F20E4DE93B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08304" y="3506525"/>
            <a:ext cx="917802" cy="2215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600" dirty="0">
                <a:latin typeface="HY견고딕" panose="02030600000101010101" pitchFamily="18" charset="-127"/>
                <a:ea typeface="HY견고딕" panose="02030600000101010101" pitchFamily="18" charset="-127"/>
              </a:rPr>
              <a:t>작업 후</a:t>
            </a:r>
            <a:endParaRPr lang="en-US" altLang="ko-KR" sz="1500" b="1" spc="-100" dirty="0">
              <a:ln>
                <a:prstDash val="solid"/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2614816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6373</TotalTime>
  <Words>589</Words>
  <Application>Microsoft Office PowerPoint</Application>
  <PresentationFormat>화면 슬라이드 쇼(4:3)</PresentationFormat>
  <Paragraphs>198</Paragraphs>
  <Slides>17</Slides>
  <Notes>16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2" baseType="lpstr">
      <vt:lpstr>맑은 고딕</vt:lpstr>
      <vt:lpstr>굴림</vt:lpstr>
      <vt:lpstr>Arial</vt:lpstr>
      <vt:lpstr>HY견고딕</vt:lpstr>
      <vt:lpstr>1_Office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석지훈/사원/AE TMS팀(jihoon.seok@lge.com)</dc:creator>
  <cp:lastModifiedBy>종근 이</cp:lastModifiedBy>
  <cp:revision>448</cp:revision>
  <cp:lastPrinted>2014-04-16T00:57:20Z</cp:lastPrinted>
  <dcterms:created xsi:type="dcterms:W3CDTF">2013-06-09T06:34:48Z</dcterms:created>
  <dcterms:modified xsi:type="dcterms:W3CDTF">2025-11-14T01:32:00Z</dcterms:modified>
</cp:coreProperties>
</file>