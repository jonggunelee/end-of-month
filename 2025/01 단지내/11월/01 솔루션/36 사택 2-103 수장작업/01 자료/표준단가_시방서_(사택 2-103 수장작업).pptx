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2-103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2-103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.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 및 벽면 부분 도장</a:t>
            </a:r>
            <a:r>
              <a:rPr lang="en-US" altLang="ko-KR" sz="1000"/>
              <a:t>(</a:t>
            </a:r>
            <a:r>
              <a:rPr lang="ko-KR" altLang="en-US" sz="1000"/>
              <a:t>뒤베란다 벽면 곰팡이제거</a:t>
            </a:r>
            <a:r>
              <a:rPr lang="en-US" altLang="ko-KR" sz="1000"/>
              <a:t>))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2025-10-21T01:06:18Z</dcterms:modified>
</cp:coreProperties>
</file>