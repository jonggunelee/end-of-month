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2310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C90C27-5E29-4CF8-8499-1EFD1D6DC68F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3B6B9F-C7DA-4BCD-847A-EEE14780DA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364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B6B9F-C7DA-4BCD-847A-EEE14780DAA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721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D1A8B-4B2A-EA56-E36D-F35BA2423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0B498F-B028-4C92-00E4-FA41D5B92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9C1A49-87A9-1074-BAA5-3B014FD89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17B3-8D52-438E-A36C-253BFDAF09AF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057887-FFF9-90FC-C9AE-D7148A247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58B8C2-FE7E-C3B2-2F45-BDF7BBF0A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8DC7-2A61-4D3A-839E-A072147C72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454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CDEC3-9374-EEBB-E04F-AACA71C01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35464D-F5E8-500A-D571-1F79BB914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1F20D6-1EEA-570B-265F-8CB41BEA2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17B3-8D52-438E-A36C-253BFDAF09AF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C314AD-9BDF-B8E8-4581-95D1110C3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F995C7-88F0-E9B5-3300-7FE055E67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8DC7-2A61-4D3A-839E-A072147C72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320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819874-E5ED-5518-AC2B-FDC0D545C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CE7DEE-A391-E706-D9A4-BFA9BDC6D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E214B-904B-D315-C74B-29C6DD35C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17B3-8D52-438E-A36C-253BFDAF09AF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F60F9D-AD72-6289-88B4-6B7A5524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9599E8-64BF-2DB0-0D17-83A99D6CB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8DC7-2A61-4D3A-839E-A072147C72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849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CB454-89B3-D461-2577-55D5E456F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83EBBA-90E3-6E5B-E5DA-51A130BC48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7B6D0D-08B1-F374-2E88-028BFF288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E04799-8883-A5CD-BA07-419C93BAB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17B3-8D52-438E-A36C-253BFDAF09AF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F4CF31-D08D-2A17-F3FC-CDE0DB6F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71BCE1-9F83-3C4A-B0FA-69AFFBEF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8DC7-2A61-4D3A-839E-A072147C72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255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9060A-973D-79DC-5137-AF5E2B072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D4C88B-613E-0D88-B6EF-1E3354723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83A02D-4CDA-4D96-DF0C-D683C94A1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D5223C-1977-38F1-523A-2616AF1FC6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6A700BF-3E35-FE96-4D02-F5CF424BC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0DA7A93-8492-C628-BDE6-0A88EDF59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17B3-8D52-438E-A36C-253BFDAF09AF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FA9DF9-F1B6-8018-C295-3B64EB1A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841D33A-245A-FDE0-904F-CC99E7914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8DC7-2A61-4D3A-839E-A072147C72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70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97BB3-2B12-5F7D-A258-81BBFC051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396C10D-AAEC-893B-44A1-B6AE4178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17B3-8D52-438E-A36C-253BFDAF09AF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368335-0B51-2B40-D022-A03361341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48BB43-489F-4EE9-144F-1BE01E3D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8DC7-2A61-4D3A-839E-A072147C72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590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A217A04-C45E-B638-8179-95074D235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17B3-8D52-438E-A36C-253BFDAF09AF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AC9B1D-C288-AF80-E613-DB09084F0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B2F92E-DDBF-6462-AD93-51E12468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8DC7-2A61-4D3A-839E-A072147C72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364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536E0D-DDC1-18CD-7B11-B45AAFDE4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A24B81-EE9B-82A9-2C51-8C844FB23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855BA1-CEA4-8A2C-114C-1ABA95C50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E03738-BBE7-7ADD-97E4-6D3ED060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17B3-8D52-438E-A36C-253BFDAF09AF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AEDA8B-34FF-51DD-0F45-43FEF7E99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BA5757-2532-0199-AAB4-C3906CCD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8DC7-2A61-4D3A-839E-A072147C72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163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482063-4E26-08E3-12EC-679CABAD4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0A39BA-7790-28A3-2640-BC760DFBB8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5E40D6-41A7-AC15-0716-593771717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19351F-6ABE-76C2-FB2A-3E75D4F38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17B3-8D52-438E-A36C-253BFDAF09AF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05BE96-94B2-FDB5-0B89-38E265E3F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56A213-F285-EA2F-0241-1D823E424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8DC7-2A61-4D3A-839E-A072147C72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947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CE8A3-F584-912F-2794-0CD75C957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906F3D-255A-C36F-9D58-889F79042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F310F9-77EC-FFDF-5811-70840B053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17B3-8D52-438E-A36C-253BFDAF09AF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7DF90B-641B-5A88-1056-EBF1C1648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A90949-72EA-7D10-7FF5-C7687FEFE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8DC7-2A61-4D3A-839E-A072147C72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957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EB7059D-BC26-4628-85E3-554E37B96E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52E5EF-89A8-61E4-5B0A-F9EA247B3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080CCA-1449-DC32-40F7-A885FA9E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17B3-8D52-438E-A36C-253BFDAF09AF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9CB4E2-423B-1BB4-D47B-CF8683ACF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E20125-C2CC-75F4-F511-F6E19554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8DC7-2A61-4D3A-839E-A072147C72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02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DEE9B07-A1AE-2234-FB9C-34B6FF308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B46E7A-7B95-B836-C82C-96D5CD046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3BCBE1-D3B6-8FB0-E732-3A3176CD8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517B3-8D52-438E-A36C-253BFDAF09AF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AA8A1F-A34E-7C36-3597-F29441E92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59307D-E414-5B2F-C7DA-428328D32B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F8DC7-2A61-4D3A-839E-A072147C72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28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도표, 평면도, 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076475-70D5-3FBD-58BB-3B6616423FF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70" t="20366" r="19896" b="30403"/>
          <a:stretch>
            <a:fillRect/>
          </a:stretch>
        </p:blipFill>
        <p:spPr>
          <a:xfrm>
            <a:off x="0" y="52753"/>
            <a:ext cx="12192000" cy="620683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A3342D6-5861-991C-939F-613ECD107492}"/>
              </a:ext>
            </a:extLst>
          </p:cNvPr>
          <p:cNvSpPr/>
          <p:nvPr/>
        </p:nvSpPr>
        <p:spPr>
          <a:xfrm>
            <a:off x="7040880" y="3922776"/>
            <a:ext cx="164592" cy="795528"/>
          </a:xfrm>
          <a:prstGeom prst="rect">
            <a:avLst/>
          </a:prstGeom>
          <a:solidFill>
            <a:srgbClr val="FF0000">
              <a:tint val="66000"/>
              <a:satMod val="16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innerShdw blurRad="63500" dist="50800" dir="108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FF8C64-5947-B254-2372-C156D7A8345D}"/>
              </a:ext>
            </a:extLst>
          </p:cNvPr>
          <p:cNvSpPr/>
          <p:nvPr/>
        </p:nvSpPr>
        <p:spPr>
          <a:xfrm rot="5400000">
            <a:off x="10027158" y="3626358"/>
            <a:ext cx="164592" cy="592836"/>
          </a:xfrm>
          <a:prstGeom prst="rect">
            <a:avLst/>
          </a:prstGeom>
          <a:solidFill>
            <a:srgbClr val="FF0000">
              <a:tint val="66000"/>
              <a:satMod val="16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innerShdw blurRad="63500" dist="50800" dir="108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7DAF3F-571F-9DB4-BA42-A42086277AA9}"/>
              </a:ext>
            </a:extLst>
          </p:cNvPr>
          <p:cNvSpPr/>
          <p:nvPr/>
        </p:nvSpPr>
        <p:spPr>
          <a:xfrm rot="10800000">
            <a:off x="8119872" y="3421380"/>
            <a:ext cx="137160" cy="400812"/>
          </a:xfrm>
          <a:prstGeom prst="rect">
            <a:avLst/>
          </a:prstGeom>
          <a:solidFill>
            <a:srgbClr val="FF0000">
              <a:tint val="66000"/>
              <a:satMod val="16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innerShdw blurRad="63500" dist="50800" dir="108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88816F-4D36-E00C-BA25-3205FE6549D8}"/>
              </a:ext>
            </a:extLst>
          </p:cNvPr>
          <p:cNvSpPr/>
          <p:nvPr/>
        </p:nvSpPr>
        <p:spPr>
          <a:xfrm rot="5400000">
            <a:off x="7960233" y="3699129"/>
            <a:ext cx="118110" cy="603504"/>
          </a:xfrm>
          <a:prstGeom prst="rect">
            <a:avLst/>
          </a:prstGeom>
          <a:solidFill>
            <a:srgbClr val="FF0000">
              <a:tint val="66000"/>
              <a:satMod val="16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innerShdw blurRad="63500" dist="50800" dir="108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E325AA6-3490-1DD4-D864-6772E1254257}"/>
              </a:ext>
            </a:extLst>
          </p:cNvPr>
          <p:cNvSpPr/>
          <p:nvPr/>
        </p:nvSpPr>
        <p:spPr>
          <a:xfrm>
            <a:off x="9813036" y="4234180"/>
            <a:ext cx="1723549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30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어린이집</a:t>
            </a:r>
            <a:endParaRPr lang="en-US" altLang="ko-KR" sz="3000" b="1" cap="none" spc="0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lang="ko-KR" altLang="en-US" sz="3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놀이터</a:t>
            </a:r>
            <a:endParaRPr lang="en-US" altLang="ko-KR" sz="3000" b="1" cap="none" spc="0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1261824-35FC-55D5-5D7C-174F534B448A}"/>
              </a:ext>
            </a:extLst>
          </p:cNvPr>
          <p:cNvSpPr/>
          <p:nvPr/>
        </p:nvSpPr>
        <p:spPr>
          <a:xfrm rot="5400000">
            <a:off x="7896225" y="6251829"/>
            <a:ext cx="118110" cy="603504"/>
          </a:xfrm>
          <a:prstGeom prst="rect">
            <a:avLst/>
          </a:prstGeom>
          <a:solidFill>
            <a:srgbClr val="FF0000">
              <a:tint val="66000"/>
              <a:satMod val="16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innerShdw blurRad="63500" dist="50800" dir="108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ED713A-050D-7964-06E5-53763BC37EBE}"/>
              </a:ext>
            </a:extLst>
          </p:cNvPr>
          <p:cNvSpPr/>
          <p:nvPr/>
        </p:nvSpPr>
        <p:spPr>
          <a:xfrm>
            <a:off x="8256756" y="6328126"/>
            <a:ext cx="240963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0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: </a:t>
            </a:r>
            <a:r>
              <a:rPr lang="ko-KR" altLang="en-US" sz="20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집중보수 </a:t>
            </a:r>
            <a:r>
              <a:rPr lang="en-US" altLang="ko-KR" sz="20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(</a:t>
            </a:r>
            <a:r>
              <a:rPr lang="ko-KR" altLang="en-US" sz="2000" b="1" cap="none" spc="0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트</a:t>
            </a:r>
            <a:r>
              <a:rPr lang="ko-KR" altLang="en-US" sz="20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렌치</a:t>
            </a:r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)</a:t>
            </a:r>
            <a:endParaRPr lang="en-US" altLang="ko-KR" sz="2000" b="1" cap="none" spc="0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171C56-9263-3077-F3E0-43EEE95E0314}"/>
              </a:ext>
            </a:extLst>
          </p:cNvPr>
          <p:cNvSpPr/>
          <p:nvPr/>
        </p:nvSpPr>
        <p:spPr>
          <a:xfrm>
            <a:off x="6987359" y="3517900"/>
            <a:ext cx="251641" cy="173194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B31E6B2-E6D8-08BC-C64E-87A04ED3EC19}"/>
              </a:ext>
            </a:extLst>
          </p:cNvPr>
          <p:cNvSpPr/>
          <p:nvPr/>
        </p:nvSpPr>
        <p:spPr>
          <a:xfrm>
            <a:off x="9216676" y="2563029"/>
            <a:ext cx="1260824" cy="120891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6776B5B-AC7F-EB1E-0838-21B6449E56A5}"/>
              </a:ext>
            </a:extLst>
          </p:cNvPr>
          <p:cNvSpPr/>
          <p:nvPr/>
        </p:nvSpPr>
        <p:spPr>
          <a:xfrm>
            <a:off x="8256756" y="3324225"/>
            <a:ext cx="959920" cy="49796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AA7B8F2-1D5D-17C0-8C82-667466FFD545}"/>
              </a:ext>
            </a:extLst>
          </p:cNvPr>
          <p:cNvSpPr/>
          <p:nvPr/>
        </p:nvSpPr>
        <p:spPr>
          <a:xfrm rot="5400000">
            <a:off x="8706231" y="3642481"/>
            <a:ext cx="118110" cy="603504"/>
          </a:xfrm>
          <a:prstGeom prst="rect">
            <a:avLst/>
          </a:prstGeom>
          <a:solidFill>
            <a:srgbClr val="FF0000">
              <a:tint val="66000"/>
              <a:satMod val="16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innerShdw blurRad="63500" dist="50800" dir="108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B84847D-3082-1C91-B7DB-45122580430E}"/>
              </a:ext>
            </a:extLst>
          </p:cNvPr>
          <p:cNvSpPr/>
          <p:nvPr/>
        </p:nvSpPr>
        <p:spPr>
          <a:xfrm>
            <a:off x="5202384" y="6328126"/>
            <a:ext cx="206018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0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: </a:t>
            </a:r>
            <a:r>
              <a:rPr lang="ko-KR" altLang="en-US" sz="20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부분 침하 보수</a:t>
            </a:r>
            <a:endParaRPr lang="en-US" altLang="ko-KR" sz="2000" b="1" cap="none" spc="0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761496-686F-6A5E-1F68-7023B58150C3}"/>
              </a:ext>
            </a:extLst>
          </p:cNvPr>
          <p:cNvSpPr/>
          <p:nvPr/>
        </p:nvSpPr>
        <p:spPr>
          <a:xfrm>
            <a:off x="4305300" y="6480527"/>
            <a:ext cx="897084" cy="13210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E6C7DF-8E9D-267B-3C1A-4A1D5CA161D4}"/>
              </a:ext>
            </a:extLst>
          </p:cNvPr>
          <p:cNvSpPr/>
          <p:nvPr/>
        </p:nvSpPr>
        <p:spPr>
          <a:xfrm>
            <a:off x="10540032" y="2551713"/>
            <a:ext cx="1260824" cy="34693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687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</Words>
  <Application>Microsoft Office PowerPoint</Application>
  <PresentationFormat>와이드스크린</PresentationFormat>
  <Paragraphs>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종근 이</dc:creator>
  <cp:lastModifiedBy>종근 이</cp:lastModifiedBy>
  <cp:revision>2</cp:revision>
  <dcterms:created xsi:type="dcterms:W3CDTF">2025-09-18T05:12:21Z</dcterms:created>
  <dcterms:modified xsi:type="dcterms:W3CDTF">2025-09-18T06:32:35Z</dcterms:modified>
</cp:coreProperties>
</file>