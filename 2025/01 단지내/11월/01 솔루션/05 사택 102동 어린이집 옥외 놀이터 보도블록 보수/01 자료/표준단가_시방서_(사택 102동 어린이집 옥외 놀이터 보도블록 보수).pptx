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어린이집 옥외 놀이터 보도블록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어린이집 옥외 놀이터 보도블록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1-2 / 3-4 / 5-6 </a:t>
            </a:r>
            <a:r>
              <a:rPr lang="ko-KR" altLang="en-US" sz="1000"/>
              <a:t>라인 공용 현관 보도 블록 트렌치 부분 철거 작업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1-2 / 3-4 / 5-6 </a:t>
            </a:r>
            <a:r>
              <a:rPr lang="ko-KR" altLang="en-US" sz="1000"/>
              <a:t>라인 공용 현관 보도 블록 수로 보수 작업 복원 작업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1-2 / 3-4 / 5-6 </a:t>
            </a:r>
            <a:r>
              <a:rPr lang="ko-KR" altLang="en-US" sz="1000"/>
              <a:t>화단 기존 비닐 철거 및 화단 부분 보수 작업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1-2 / 3-4 / 5-6 </a:t>
            </a:r>
            <a:r>
              <a:rPr lang="ko-KR" altLang="en-US" sz="1000"/>
              <a:t>라인 보도 블록 부분 처짐 부위 점검후 보수 작업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1-2 / 3-4 / 5-6 </a:t>
            </a:r>
            <a:r>
              <a:rPr lang="ko-KR" altLang="en-US" sz="1000"/>
              <a:t>라인 보도 블록 평탄화 작업
작업 완료후 주변 청소 및 정리 정돈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2025-09-18T06:30:50Z</dcterms:modified>
</cp:coreProperties>
</file>