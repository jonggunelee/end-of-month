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비상 발전기 라디에터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비상 발전기 라디에터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3</a:t>
            </a:r>
            <a:r>
              <a:rPr lang="ko-KR" altLang="en-US" sz="1000"/>
              <a:t>동 전기실 비상발전기 라디에이터 냉각수 통의 미세한 크랙으로 인한 냉각수 누유
라디에터 공장 제작 및 반입 설치 작업
라디에터 철거</a:t>
            </a:r>
            <a:r>
              <a:rPr lang="en-US" altLang="ko-KR" sz="1000"/>
              <a:t>/</a:t>
            </a:r>
            <a:r>
              <a:rPr lang="ko-KR" altLang="en-US" sz="1000"/>
              <a:t>설치 작업
비상 발전기 전원 정지</a:t>
            </a:r>
            <a:r>
              <a:rPr lang="en-US" altLang="ko-KR" sz="1000"/>
              <a:t>/</a:t>
            </a:r>
            <a:r>
              <a:rPr lang="ko-KR" altLang="en-US" sz="1000"/>
              <a:t>가동 스위치 조작 사택 관리소에서 진행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2025-10-01T00:39:39Z</dcterms:modified>
</cp:coreProperties>
</file>