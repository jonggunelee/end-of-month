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9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2025-09-18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2025-09-18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102-304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102-304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2744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) </a:t>
            </a:r>
            <a:r>
              <a:rPr lang="ko-KR" altLang="en-US" sz="1000"/>
              <a:t>작업
준공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2025-09-18T06:30:43Z</dcterms:modified>
</cp:coreProperties>
</file>