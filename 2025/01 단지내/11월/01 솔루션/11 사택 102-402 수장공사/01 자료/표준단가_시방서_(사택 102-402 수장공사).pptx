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102-402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102-402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벽지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도색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작업 완료후 폐기물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2025-08-25T03:00:12Z</dcterms:modified>
</cp:coreProperties>
</file>