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소방 압력탱크 안전밸브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소방 압력탱크 안전밸브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대   상</a:t>
            </a:r>
            <a:r>
              <a:rPr lang="en-US" altLang="ko-KR" sz="1000"/>
              <a:t>: 3</a:t>
            </a:r>
            <a:r>
              <a:rPr lang="ko-KR" altLang="en-US" sz="1000"/>
              <a:t>동 지하 압력탱크 안전밸브 </a:t>
            </a:r>
            <a:r>
              <a:rPr lang="en-US" altLang="ko-KR" sz="1000"/>
              <a:t>2</a:t>
            </a:r>
            <a:r>
              <a:rPr lang="ko-KR" altLang="en-US" sz="1000"/>
              <a:t>개
</a:t>
            </a:r>
            <a:r>
              <a:rPr lang="en-US" altLang="ko-KR" sz="1000"/>
              <a:t>-</a:t>
            </a:r>
            <a:r>
              <a:rPr lang="ko-KR" altLang="en-US" sz="1000"/>
              <a:t>제조연</a:t>
            </a:r>
            <a:r>
              <a:rPr lang="en-US" altLang="ko-KR" sz="1000"/>
              <a:t>: </a:t>
            </a:r>
            <a:r>
              <a:rPr lang="ko-KR" altLang="en-US" sz="1000"/>
              <a:t>탱크 제조연 기준 </a:t>
            </a:r>
            <a:r>
              <a:rPr lang="en-US" altLang="ko-KR" sz="1000"/>
              <a:t>(2011</a:t>
            </a:r>
            <a:r>
              <a:rPr lang="ko-KR" altLang="en-US" sz="1000"/>
              <a:t>년</a:t>
            </a:r>
            <a:r>
              <a:rPr lang="en-US" altLang="ko-KR" sz="1000"/>
              <a:t>)
-</a:t>
            </a:r>
            <a:r>
              <a:rPr lang="ko-KR" altLang="en-US" sz="1000"/>
              <a:t>기존 안전밸브 철거전 장비 정지 상태 점검
</a:t>
            </a:r>
            <a:r>
              <a:rPr lang="en-US" altLang="ko-KR" sz="1000"/>
              <a:t>-</a:t>
            </a:r>
            <a:r>
              <a:rPr lang="ko-KR" altLang="en-US" sz="1000"/>
              <a:t>기존 안전밸브 교체후 탱크 압력 확인
</a:t>
            </a:r>
            <a:r>
              <a:rPr lang="en-US" altLang="ko-KR" sz="1000"/>
              <a:t>-</a:t>
            </a:r>
            <a:r>
              <a:rPr lang="ko-KR" altLang="en-US" sz="1000"/>
              <a:t>완료후 주변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2025-08-20T03:31:23Z</dcterms:modified>
</cp:coreProperties>
</file>