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184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C9B7E0-7ED6-4CC7-60F5-6CF9475F0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9A692B-7804-DC2C-7941-F7BDA3323C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29DE8B-CCD4-AB08-4AC0-D0D624581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1262-0A94-4994-9F62-1183266477EE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9E3359-C7F9-B303-1EF7-398F9A80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8DFD56-41D8-3C41-0034-9A535A774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2A01C-F64C-4B93-A3FF-3E74506429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533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E0C6E-6665-1FDC-09B1-FB8FC0069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029DCC-30F8-DEB8-E915-422296F6E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A399BF-B576-848E-3EA0-3AC12B69F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1262-0A94-4994-9F62-1183266477EE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4DC378-8709-C331-53A9-7CF839FCF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76A462-F6B4-3A12-4836-7A09FFDB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2A01C-F64C-4B93-A3FF-3E74506429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130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493B7-BF16-6FDD-F23D-3DE5FDF3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BE6864-F14E-EDB6-B3F7-A124C5C82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E83DE8-0C85-ADBA-DFAA-CA403241A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1262-0A94-4994-9F62-1183266477EE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E3CC4E-274A-BD3C-2C36-2C1F00407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6FC773-4607-385D-248B-7EF4A7A40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2A01C-F64C-4B93-A3FF-3E74506429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97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90D49-6E95-EF8F-10B3-3B54FE660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EE43E5-2A7D-44B3-2F0D-07DE35CFB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288F33-DD2B-69AF-B179-BE828CA5F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2C57A7-35B0-EF95-2CD5-B8620E718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1262-0A94-4994-9F62-1183266477EE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C32765-4476-C143-B526-076350AD7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C16F2D-BC57-4886-3C3E-05AE87A1E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2A01C-F64C-4B93-A3FF-3E74506429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638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A99F2-ADC0-D0AA-E2BF-8B45FFA8C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1F4F06-47BE-1644-C871-DE1CF656D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781414-9A0E-EE23-0AB9-22C77B964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6BC64C-3C79-0A62-F7FC-64753E034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3BCFE1-5266-74DC-F508-5837A99A6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39A33EC-FB44-6B1D-CDB3-1F96CF83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1262-0A94-4994-9F62-1183266477EE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D6AB47B-46F2-AD56-68E0-0E1375D33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66CECD-AFB8-4D2C-FAC3-3BAE82575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2A01C-F64C-4B93-A3FF-3E74506429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6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07E4A-C851-3CEF-B99D-EBBA458E1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1C3CCF-BC94-F8D0-CDCC-07D89B596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1262-0A94-4994-9F62-1183266477EE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6099687-BCB1-F0B6-E360-7636AD38A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990FB1-DC25-65BE-ABBB-C05F41EA1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2A01C-F64C-4B93-A3FF-3E74506429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330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EB212C-E525-23EE-9314-D8573A805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1262-0A94-4994-9F62-1183266477EE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95AC584-D553-5B5A-4A91-467DAE50D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6267FC-E90B-3BE2-4C34-FB4C34686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2A01C-F64C-4B93-A3FF-3E74506429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836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E0C8C2-4BDD-5D5E-EDD0-7CD0861A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22AAB2-41BA-EF51-FF48-FFB1B684F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34E307-FBBF-0B39-32F8-D11CC6938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9F95DA-D2E9-0E8B-1B1C-70D1DFEE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1262-0A94-4994-9F62-1183266477EE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58BA87-0DD7-F7AF-4BAB-CC44102BC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A19FAC-F758-96E1-FE98-31E92BE4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2A01C-F64C-4B93-A3FF-3E74506429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284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65465E-5AA7-75BC-FFB7-FE46FB6A2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AFF599-DC24-9A00-525E-E5178AEDA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2BFA85-7DF9-F392-CD71-52327032C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6F7CD6-537B-90EE-1CCF-8DC6C2E6D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1262-0A94-4994-9F62-1183266477EE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84CE32-17F3-5CFC-4BCD-4D46D818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DDD52F-6906-10C5-96B4-A79958DA2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2A01C-F64C-4B93-A3FF-3E74506429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083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43581-E195-026B-5B55-F6A31F683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318424-3C09-772B-487C-1CD7E6151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F6682D-A217-E48A-D3D1-2D39CA71F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1262-0A94-4994-9F62-1183266477EE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BA8872-E917-050C-36E2-3E7C5C7DA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E85E3E-822B-1DCB-C5AA-07B7D2952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2A01C-F64C-4B93-A3FF-3E74506429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404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4CED56-F7DC-740A-A9C5-293F78C6C1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FB8655-837C-2A7E-2C61-4FCC916C3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EFEE37-FE7A-4081-049B-143148BDE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1262-0A94-4994-9F62-1183266477EE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05B3B7-24FB-D9DF-5C16-096A90FB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150526-BAB0-1C71-6EDE-A19259C8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2A01C-F64C-4B93-A3FF-3E74506429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45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9AFB4BF-ADDB-F6C5-5D6D-5AD792C84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D8F5CB-9DC4-6CA3-D49E-4290A0DF0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1AFD5-07B5-5AC7-A298-E951F45479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091262-0A94-4994-9F62-1183266477EE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E18AD2-6412-F4B9-DE0E-A5677BEDF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905523-D13E-4CD9-3C43-A49969F5B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2A01C-F64C-4B93-A3FF-3E74506429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670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19E301E5-1206-47D0-9CDF-72583D739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FA31FBE-7948-4384-B68A-75DEFDC49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7" cy="5897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BC2DFD36-68F5-2128-83D2-10B995335BDD}"/>
              </a:ext>
            </a:extLst>
          </p:cNvPr>
          <p:cNvGrpSpPr/>
          <p:nvPr/>
        </p:nvGrpSpPr>
        <p:grpSpPr>
          <a:xfrm>
            <a:off x="641277" y="640928"/>
            <a:ext cx="11010212" cy="5573605"/>
            <a:chOff x="641277" y="640928"/>
            <a:chExt cx="11010212" cy="5573605"/>
          </a:xfrm>
        </p:grpSpPr>
        <p:pic>
          <p:nvPicPr>
            <p:cNvPr id="48" name="그림 47" descr="바퀴, 차량, 육상 차량, 야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620BD8C-BE06-0517-C1A8-2B5F61AC2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44" r="3028" b="-3"/>
            <a:stretch>
              <a:fillRect/>
            </a:stretch>
          </p:blipFill>
          <p:spPr>
            <a:xfrm>
              <a:off x="641277" y="3511975"/>
              <a:ext cx="4013020" cy="2702558"/>
            </a:xfrm>
            <a:prstGeom prst="rect">
              <a:avLst/>
            </a:prstGeom>
          </p:spPr>
        </p:pic>
        <p:pic>
          <p:nvPicPr>
            <p:cNvPr id="43" name="그림 42" descr="야외, 텍스트, 도로, 육상 차량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96B414F-6FCD-1EAC-377E-D76724B27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98" r="3" b="3"/>
            <a:stretch>
              <a:fillRect/>
            </a:stretch>
          </p:blipFill>
          <p:spPr>
            <a:xfrm>
              <a:off x="643467" y="640928"/>
              <a:ext cx="4010830" cy="2705099"/>
            </a:xfrm>
            <a:prstGeom prst="rect">
              <a:avLst/>
            </a:prstGeom>
          </p:spPr>
        </p:pic>
        <p:pic>
          <p:nvPicPr>
            <p:cNvPr id="50" name="그림 49" descr="텍스트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85832D0-4D32-6498-7EB9-0AD96D7A9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55061" y="643468"/>
              <a:ext cx="6896428" cy="5571065"/>
            </a:xfrm>
            <a:prstGeom prst="rect">
              <a:avLst/>
            </a:prstGeom>
          </p:spPr>
        </p:pic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A4303569-4785-9040-7254-D6BE9825A1A1}"/>
                </a:ext>
              </a:extLst>
            </p:cNvPr>
            <p:cNvCxnSpPr>
              <a:cxnSpLocks/>
              <a:endCxn id="64" idx="3"/>
            </p:cNvCxnSpPr>
            <p:nvPr/>
          </p:nvCxnSpPr>
          <p:spPr>
            <a:xfrm flipH="1" flipV="1">
              <a:off x="4167738" y="1334087"/>
              <a:ext cx="2261637" cy="2282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ffectLst>
              <a:glow rad="139700">
                <a:schemeClr val="tx1">
                  <a:lumMod val="95000"/>
                  <a:alpha val="40000"/>
                </a:schemeClr>
              </a:glow>
            </a:effec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5F7A2BB6-B3A3-F4C8-383B-D9031D38AE61}"/>
                </a:ext>
              </a:extLst>
            </p:cNvPr>
            <p:cNvCxnSpPr>
              <a:cxnSpLocks/>
              <a:endCxn id="66" idx="3"/>
            </p:cNvCxnSpPr>
            <p:nvPr/>
          </p:nvCxnSpPr>
          <p:spPr>
            <a:xfrm flipH="1">
              <a:off x="4167739" y="4200054"/>
              <a:ext cx="2261636" cy="13144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ffectLst>
              <a:glow rad="139700">
                <a:schemeClr val="tx1">
                  <a:lumMod val="95000"/>
                  <a:alpha val="40000"/>
                </a:schemeClr>
              </a:glow>
            </a:effec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3E0E09E2-CEB0-6D9F-ED17-BE60132F7575}"/>
                </a:ext>
              </a:extLst>
            </p:cNvPr>
            <p:cNvSpPr/>
            <p:nvPr/>
          </p:nvSpPr>
          <p:spPr>
            <a:xfrm>
              <a:off x="4755060" y="3376480"/>
              <a:ext cx="792205" cy="554128"/>
            </a:xfrm>
            <a:prstGeom prst="rect">
              <a:avLst/>
            </a:prstGeom>
            <a:noFill/>
          </p:spPr>
          <p:txBody>
            <a:bodyPr wrap="none" lIns="91440" tIns="45721" rIns="91440" bIns="45721">
              <a:spAutoFit/>
            </a:bodyPr>
            <a:lstStyle/>
            <a:p>
              <a:pPr algn="ctr"/>
              <a:r>
                <a:rPr lang="en-US" altLang="ko-KR" sz="3001" b="1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</a:rPr>
                <a:t>8</a:t>
              </a:r>
              <a:r>
                <a:rPr lang="ko-KR" altLang="en-US" sz="3001" b="1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</a:rPr>
                <a:t>동</a:t>
              </a:r>
              <a:endParaRPr lang="en-US" altLang="ko-KR" sz="3001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29FC61E6-CF87-1524-EB1C-45E4B3C9164D}"/>
                </a:ext>
              </a:extLst>
            </p:cNvPr>
            <p:cNvSpPr/>
            <p:nvPr/>
          </p:nvSpPr>
          <p:spPr>
            <a:xfrm>
              <a:off x="4755060" y="5326009"/>
              <a:ext cx="792205" cy="554128"/>
            </a:xfrm>
            <a:prstGeom prst="rect">
              <a:avLst/>
            </a:prstGeom>
            <a:noFill/>
          </p:spPr>
          <p:txBody>
            <a:bodyPr wrap="none" lIns="91440" tIns="45721" rIns="91440" bIns="45721">
              <a:spAutoFit/>
            </a:bodyPr>
            <a:lstStyle/>
            <a:p>
              <a:pPr algn="ctr"/>
              <a:r>
                <a:rPr lang="en-US" altLang="ko-KR" sz="3001" b="1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</a:rPr>
                <a:t>9</a:t>
              </a:r>
              <a:r>
                <a:rPr lang="ko-KR" altLang="en-US" sz="3001" b="1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</a:rPr>
                <a:t>동</a:t>
              </a:r>
              <a:endParaRPr lang="en-US" altLang="ko-KR" sz="3001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endParaRPr>
            </a:p>
          </p:txBody>
        </p:sp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276DC67C-20E4-33DC-A659-CB6EED6D5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4989" t="38879" r="4749"/>
            <a:stretch>
              <a:fillRect/>
            </a:stretch>
          </p:blipFill>
          <p:spPr>
            <a:xfrm>
              <a:off x="2532124" y="714697"/>
              <a:ext cx="1635614" cy="1238779"/>
            </a:xfrm>
            <a:prstGeom prst="rect">
              <a:avLst/>
            </a:prstGeom>
            <a:ln w="38100" cmpd="dbl">
              <a:solidFill>
                <a:schemeClr val="tx1">
                  <a:lumMod val="95000"/>
                </a:schemeClr>
              </a:solidFill>
              <a:prstDash val="sysDash"/>
            </a:ln>
            <a:scene3d>
              <a:camera prst="orthographicFront"/>
              <a:lightRig rig="threePt" dir="t"/>
            </a:scene3d>
            <a:sp3d>
              <a:bevelT/>
            </a:sp3d>
          </p:spPr>
        </p:pic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92021033-FA22-8EF9-4822-0AF68700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2125" y="3638730"/>
              <a:ext cx="1635614" cy="1385541"/>
            </a:xfrm>
            <a:prstGeom prst="rect">
              <a:avLst/>
            </a:prstGeom>
            <a:ln w="38100" cmpd="dbl">
              <a:solidFill>
                <a:schemeClr val="tx1">
                  <a:lumMod val="95000"/>
                </a:schemeClr>
              </a:solidFill>
              <a:prstDash val="sysDash"/>
            </a:ln>
            <a:scene3d>
              <a:camera prst="orthographicFront"/>
              <a:lightRig rig="threePt" dir="t"/>
            </a:scene3d>
            <a:sp3d>
              <a:bevelT/>
            </a:sp3d>
          </p:spPr>
        </p:pic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3E6E5195-5ADB-79A3-1B5B-BDEE63530ACE}"/>
                </a:ext>
              </a:extLst>
            </p:cNvPr>
            <p:cNvCxnSpPr>
              <a:cxnSpLocks/>
              <a:stCxn id="64" idx="1"/>
            </p:cNvCxnSpPr>
            <p:nvPr/>
          </p:nvCxnSpPr>
          <p:spPr>
            <a:xfrm flipH="1">
              <a:off x="1686279" y="1334087"/>
              <a:ext cx="845845" cy="9085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ffectLst>
              <a:glow rad="139700">
                <a:schemeClr val="tx1">
                  <a:lumMod val="95000"/>
                  <a:alpha val="40000"/>
                </a:schemeClr>
              </a:glow>
            </a:effec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AD2091BE-C69D-43EF-99B9-C5BFD47882E3}"/>
                </a:ext>
              </a:extLst>
            </p:cNvPr>
            <p:cNvCxnSpPr>
              <a:cxnSpLocks/>
            </p:cNvCxnSpPr>
            <p:nvPr/>
          </p:nvCxnSpPr>
          <p:spPr>
            <a:xfrm>
              <a:off x="3070709" y="5024271"/>
              <a:ext cx="0" cy="48005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ffectLst>
              <a:glow rad="139700">
                <a:schemeClr val="tx1">
                  <a:lumMod val="95000"/>
                  <a:alpha val="40000"/>
                </a:schemeClr>
              </a:glow>
            </a:effec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67215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4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종근 이</dc:creator>
  <cp:lastModifiedBy>종근 이</cp:lastModifiedBy>
  <cp:revision>2</cp:revision>
  <dcterms:created xsi:type="dcterms:W3CDTF">2025-07-09T02:19:33Z</dcterms:created>
  <dcterms:modified xsi:type="dcterms:W3CDTF">2025-07-09T02:31:34Z</dcterms:modified>
</cp:coreProperties>
</file>