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</a:t>
            </a:r>
            <a:r>
              <a:rPr lang="ko-KR" altLang="en-US" b="1">
                <a:latin typeface="+mn-ea"/>
              </a:rPr>
              <a:t>동 우수 맨홀 침하 보수 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 우수 맨홀 침하 보수 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아스콘 커팅 및 부분 제거 </a:t>
            </a:r>
            <a:r>
              <a:rPr lang="en-US" altLang="ko-KR" sz="1000"/>
              <a:t>2</a:t>
            </a:r>
            <a:r>
              <a:rPr lang="ko-KR" altLang="en-US" sz="1000"/>
              <a:t>개소 작업
몰탈 및 내부 평탄도 및 다짐 </a:t>
            </a:r>
            <a:r>
              <a:rPr lang="en-US" altLang="ko-KR" sz="1000"/>
              <a:t>2</a:t>
            </a:r>
            <a:r>
              <a:rPr lang="ko-KR" altLang="en-US" sz="1000"/>
              <a:t>개소 작업
맨홀 덮개용 하부 보강 </a:t>
            </a:r>
            <a:r>
              <a:rPr lang="en-US" altLang="ko-KR" sz="1000"/>
              <a:t>2</a:t>
            </a:r>
            <a:r>
              <a:rPr lang="ko-KR" altLang="en-US" sz="1000"/>
              <a:t>개소 작업
맨홀 덮개 신규 설치 </a:t>
            </a:r>
            <a:r>
              <a:rPr lang="en-US" altLang="ko-KR" sz="1000"/>
              <a:t>2</a:t>
            </a:r>
            <a:r>
              <a:rPr lang="ko-KR" altLang="en-US" sz="1000"/>
              <a:t>개소 작업
도로 보수용 아스콘 타설 </a:t>
            </a:r>
            <a:r>
              <a:rPr lang="en-US" altLang="ko-KR" sz="1000"/>
              <a:t>2</a:t>
            </a:r>
            <a:r>
              <a:rPr lang="ko-KR" altLang="en-US" sz="1000"/>
              <a:t>개소 작업
폐기물 반출 및 처리 </a:t>
            </a:r>
            <a:r>
              <a:rPr lang="en-US" altLang="ko-KR" sz="1000"/>
              <a:t>2</a:t>
            </a:r>
            <a:r>
              <a:rPr lang="ko-KR" altLang="en-US" sz="1000"/>
              <a:t>개소 작업
작업 부분 신호수 배치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2025-07-09T03:21:50Z</dcterms:modified>
</cp:coreProperties>
</file>