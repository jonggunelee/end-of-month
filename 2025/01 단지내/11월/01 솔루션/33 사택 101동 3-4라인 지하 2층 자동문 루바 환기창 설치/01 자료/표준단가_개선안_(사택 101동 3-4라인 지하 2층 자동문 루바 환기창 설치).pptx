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1" autoAdjust="0"/>
    <p:restoredTop sz="94660"/>
  </p:normalViewPr>
  <p:slideViewPr>
    <p:cSldViewPr snapToGrid="0">
      <p:cViewPr>
        <p:scale>
          <a:sx n="25" d="100"/>
          <a:sy n="25" d="100"/>
        </p:scale>
        <p:origin x="2430" y="1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680BE-B903-7E6D-65C6-27755E1A32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17C077-1B0D-7FAC-1C7E-73285BC7D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D03958-0453-47FC-7102-94D6E689C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0BF5F-8068-41CF-B4D2-CE1F9BC6301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A014F5-4B1A-EF20-474F-1601F2E68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D97B9E-1348-229A-D063-B9CE5748D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C4EA9-C254-4856-846D-87A702A40C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672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255DB-A8AB-FC8F-F71A-1AC3CDED8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FCA975-750B-4A5A-AC73-1B82C1FC4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1E0040-1C1B-84C0-BFB9-465074D11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0BF5F-8068-41CF-B4D2-CE1F9BC6301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5471A0-691B-764B-BB02-0BD2DF7F8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9D8807-04AA-E74A-200E-8361742B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C4EA9-C254-4856-846D-87A702A40C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892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239D8-4721-C9FA-FD2C-676347576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F31A06-6B8D-079B-B5E9-52A8A837E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3B2757-B89C-C26B-CAC3-3E8E02BA4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0BF5F-8068-41CF-B4D2-CE1F9BC6301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4C3CE3-0FB2-BC96-AF57-2000416BB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E0FF2F-3BC5-5060-AA56-9428F3480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C4EA9-C254-4856-846D-87A702A40C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797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0EDEBF-4FAE-A0F1-1191-F0C27FCB0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A2B1CB-0EFB-8E54-1E90-518441A351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DE6D1E-253B-4C6D-D59F-750D309DB6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FD28A9-DE06-499D-4E1D-AA7D3FE07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0BF5F-8068-41CF-B4D2-CE1F9BC6301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A0AB2-52A4-2118-9DA5-89EC770AD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73F72A-6A11-6D30-FCCD-484DC0E5E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C4EA9-C254-4856-846D-87A702A40C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404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E2AE2F-9635-49A2-1676-1EA958C2A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35B64D-3F0B-9167-A70D-A62EF12AB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9E45BA-CD5F-39AB-0635-9BB11DFE0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1ABF77-71E5-AA64-992B-5C769F05F2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FD131B5-D6B1-6E19-8FA5-44372C1D0E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8BE0072-A570-F3A4-6D99-34E09DA8D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0BF5F-8068-41CF-B4D2-CE1F9BC6301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FC182D8-817C-4B3B-312D-2F65035A2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74A8C30-2E71-6B21-143E-33232C402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C4EA9-C254-4856-846D-87A702A40C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949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8B8CBF-CAA8-1D26-ED8D-C489A81AB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0625168-17F3-1B27-BCC5-B4C2B8236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0BF5F-8068-41CF-B4D2-CE1F9BC6301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900481-6BAC-AF09-3A57-7C765CBE1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769D91-A9A5-9134-6F6D-54817B362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C4EA9-C254-4856-846D-87A702A40C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97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FA8701-F525-3E9C-C505-ACF4CA160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0BF5F-8068-41CF-B4D2-CE1F9BC6301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C74FFC8-4A3B-3632-F47C-DE2825BC4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65FF20-122B-ABEA-FB1F-CDE8030D6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C4EA9-C254-4856-846D-87A702A40C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4683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5677A7-D8CC-7874-422F-D5FF66495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3E8EF4-D4A1-1CE0-9A0B-2EF6F3538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9561BB-E342-5BF1-D7E2-404DBF4F3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135132-0277-4FA7-14DC-E0E689C5C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0BF5F-8068-41CF-B4D2-CE1F9BC6301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B35455-1725-A2A4-AAB9-D9F47A21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BB9CDD-769D-3999-513F-CFC1FA21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C4EA9-C254-4856-846D-87A702A40C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50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C67B17-6458-3C91-84C3-ECF41B335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DBA6A6-FFCB-21F2-9034-FE4A1E3606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E6D7F8-7044-FCE4-75BC-2D66ABBD8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DA3A25-F74C-87EF-8D8D-45C26C518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0BF5F-8068-41CF-B4D2-CE1F9BC6301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57CC4B-5DB6-2FE7-3693-187319FFF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C51A4E-99AA-91FC-DECF-9F803DF78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C4EA9-C254-4856-846D-87A702A40C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3654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11C5BF-7471-DAF8-DF98-7D3112B47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5F6440-499A-7413-65BA-1288DC4AE8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2B005A-95EF-1784-E000-B94599B6B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0BF5F-8068-41CF-B4D2-CE1F9BC6301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F73736-9DD1-7643-34A5-C436A5C30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BFC769-5D2F-A6F7-7CE4-5EBCDB9EC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C4EA9-C254-4856-846D-87A702A40C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734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CB6DFFA-AF96-0CD5-7BCA-1CAA541A97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F5C391-DBEC-4AF1-D71E-8D2609FB3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11AE07-B70D-723A-4AC4-50D43C392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0BF5F-8068-41CF-B4D2-CE1F9BC6301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C344C5-7FED-4B12-841E-1C04A6057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BF64F4-E07B-DAE1-F886-2D25E13EA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C4EA9-C254-4856-846D-87A702A40C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97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91E433D-F5A5-9D78-5E0E-6E1432B9B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C984EC-4496-6403-9413-EF148F390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067E36-855D-45FE-6C53-A19FF4D323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C0BF5F-8068-41CF-B4D2-CE1F9BC6301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601145-EB95-D44C-86F1-0C7DEF5054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0AB79E-B999-A9D3-62BC-D89D6E0DF4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CC4EA9-C254-4856-846D-87A702A40C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05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실내, 벽, 건물, 엘리베이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2F6606-22ED-EE4F-69EF-DC6723D16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28" b="-3"/>
          <a:stretch>
            <a:fillRect/>
          </a:stretch>
        </p:blipFill>
        <p:spPr>
          <a:xfrm>
            <a:off x="6887044" y="-1"/>
            <a:ext cx="4661488" cy="3104208"/>
          </a:xfrm>
          <a:prstGeom prst="rect">
            <a:avLst/>
          </a:prstGeom>
        </p:spPr>
      </p:pic>
      <p:pic>
        <p:nvPicPr>
          <p:cNvPr id="5" name="그림 4" descr="텍스트, 실내, 벽, 표지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6C6D94-54C3-7867-DC8B-CC2CA48307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38" b="2"/>
          <a:stretch>
            <a:fillRect/>
          </a:stretch>
        </p:blipFill>
        <p:spPr>
          <a:xfrm>
            <a:off x="5419264" y="3265081"/>
            <a:ext cx="6129269" cy="3592925"/>
          </a:xfrm>
          <a:prstGeom prst="rect">
            <a:avLst/>
          </a:prstGeom>
        </p:spPr>
      </p:pic>
      <p:pic>
        <p:nvPicPr>
          <p:cNvPr id="7" name="그림 6" descr="벽, 실내, 건물, 타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53635D-3772-13A0-A19A-65AE8D0694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715" b="-2"/>
          <a:stretch>
            <a:fillRect/>
          </a:stretch>
        </p:blipFill>
        <p:spPr>
          <a:xfrm>
            <a:off x="643467" y="-6"/>
            <a:ext cx="6082711" cy="3920044"/>
          </a:xfrm>
          <a:custGeom>
            <a:avLst/>
            <a:gdLst/>
            <a:ahLst/>
            <a:cxnLst/>
            <a:rect l="l" t="t" r="r" b="b"/>
            <a:pathLst>
              <a:path w="6082711" h="3920044">
                <a:moveTo>
                  <a:pt x="0" y="0"/>
                </a:moveTo>
                <a:lnTo>
                  <a:pt x="6082711" y="0"/>
                </a:lnTo>
                <a:lnTo>
                  <a:pt x="6082711" y="3103225"/>
                </a:lnTo>
                <a:lnTo>
                  <a:pt x="4614930" y="3103225"/>
                </a:lnTo>
                <a:lnTo>
                  <a:pt x="4614930" y="3920044"/>
                </a:lnTo>
                <a:lnTo>
                  <a:pt x="0" y="3920044"/>
                </a:lnTo>
                <a:close/>
              </a:path>
            </a:pathLst>
          </a:custGeom>
        </p:spPr>
      </p:pic>
      <p:pic>
        <p:nvPicPr>
          <p:cNvPr id="11" name="그림 10" descr="텍스트, 벽, 실내, 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8B637F-E714-C433-3193-6DBBF0EF66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29" r="1" b="1"/>
          <a:stretch>
            <a:fillRect/>
          </a:stretch>
        </p:blipFill>
        <p:spPr>
          <a:xfrm>
            <a:off x="643468" y="4080064"/>
            <a:ext cx="4614333" cy="2156145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92C2F4-77AA-B46C-5FC7-598E9600D5CE}"/>
              </a:ext>
            </a:extLst>
          </p:cNvPr>
          <p:cNvSpPr/>
          <p:nvPr/>
        </p:nvSpPr>
        <p:spPr>
          <a:xfrm>
            <a:off x="10209704" y="3265081"/>
            <a:ext cx="1338828" cy="553998"/>
          </a:xfrm>
          <a:prstGeom prst="rect">
            <a:avLst/>
          </a:prstGeom>
          <a:solidFill>
            <a:srgbClr val="FFFF00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3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개선후</a:t>
            </a:r>
            <a:endParaRPr lang="en-US" altLang="ko-KR" sz="3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676F94-7535-E3D3-A8C2-9008E0AC2783}"/>
              </a:ext>
            </a:extLst>
          </p:cNvPr>
          <p:cNvSpPr/>
          <p:nvPr/>
        </p:nvSpPr>
        <p:spPr>
          <a:xfrm>
            <a:off x="3918972" y="4080064"/>
            <a:ext cx="1338829" cy="5539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3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개선전</a:t>
            </a:r>
            <a:endParaRPr lang="en-US" altLang="ko-KR" sz="3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59F8534-C8FB-CE20-C830-36EA8988110C}"/>
              </a:ext>
            </a:extLst>
          </p:cNvPr>
          <p:cNvSpPr/>
          <p:nvPr/>
        </p:nvSpPr>
        <p:spPr>
          <a:xfrm>
            <a:off x="5387349" y="-6"/>
            <a:ext cx="1338829" cy="5539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3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개선전</a:t>
            </a:r>
            <a:endParaRPr lang="en-US" altLang="ko-KR" sz="3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EC26C56-DE9A-8935-6756-4529BF8B3FC9}"/>
              </a:ext>
            </a:extLst>
          </p:cNvPr>
          <p:cNvSpPr/>
          <p:nvPr/>
        </p:nvSpPr>
        <p:spPr>
          <a:xfrm>
            <a:off x="10209703" y="-6"/>
            <a:ext cx="1338829" cy="5539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3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개선전</a:t>
            </a:r>
            <a:endParaRPr lang="en-US" altLang="ko-KR" sz="3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81DBD-2718-2A22-14BE-B73BB10AA15D}"/>
              </a:ext>
            </a:extLst>
          </p:cNvPr>
          <p:cNvSpPr/>
          <p:nvPr/>
        </p:nvSpPr>
        <p:spPr>
          <a:xfrm>
            <a:off x="5753100" y="4700016"/>
            <a:ext cx="1388364" cy="1865884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47F7CD4-4F2B-0EC1-0782-79C7AF25D73F}"/>
              </a:ext>
            </a:extLst>
          </p:cNvPr>
          <p:cNvSpPr/>
          <p:nvPr/>
        </p:nvSpPr>
        <p:spPr>
          <a:xfrm>
            <a:off x="723900" y="4634062"/>
            <a:ext cx="1338829" cy="1327826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9894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실내, 벽, 표지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CB9A48-3493-A62A-285C-D322C3A5A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38" b="2"/>
          <a:stretch>
            <a:fillRect/>
          </a:stretch>
        </p:blipFill>
        <p:spPr>
          <a:xfrm>
            <a:off x="0" y="1"/>
            <a:ext cx="12192000" cy="714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210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</Words>
  <Application>Microsoft Office PowerPoint</Application>
  <PresentationFormat>와이드스크린</PresentationFormat>
  <Paragraphs>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종근 이</dc:creator>
  <cp:lastModifiedBy>종근 이</cp:lastModifiedBy>
  <cp:revision>2</cp:revision>
  <dcterms:created xsi:type="dcterms:W3CDTF">2025-09-17T06:30:33Z</dcterms:created>
  <dcterms:modified xsi:type="dcterms:W3CDTF">2025-09-17T06:42:41Z</dcterms:modified>
</cp:coreProperties>
</file>