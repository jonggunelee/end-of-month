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소방 스프링클러 보조펌프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소방 스프링클러 보조펌프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3</a:t>
            </a:r>
            <a:r>
              <a:rPr lang="ko-KR" altLang="en-US" sz="1000"/>
              <a:t>동 기계실 소방 스프링클러 보조 펌프</a:t>
            </a:r>
            <a:r>
              <a:rPr lang="en-US" altLang="ko-KR" sz="1000"/>
              <a:t>(</a:t>
            </a:r>
            <a:r>
              <a:rPr lang="ko-KR" altLang="en-US" sz="1000"/>
              <a:t>노후 및 미세 누수</a:t>
            </a:r>
            <a:r>
              <a:rPr lang="en-US" altLang="ko-KR" sz="1000"/>
              <a:t>) 1</a:t>
            </a:r>
            <a:r>
              <a:rPr lang="ko-KR" altLang="en-US" sz="1000"/>
              <a:t>대
설치년도</a:t>
            </a:r>
            <a:r>
              <a:rPr lang="en-US" altLang="ko-KR" sz="1000"/>
              <a:t>: 2011</a:t>
            </a:r>
            <a:r>
              <a:rPr lang="ko-KR" altLang="en-US" sz="1000"/>
              <a:t>년</a:t>
            </a:r>
            <a:r>
              <a:rPr lang="en-US" altLang="ko-KR" sz="1000"/>
              <a:t>(2025</a:t>
            </a:r>
            <a:r>
              <a:rPr lang="ko-KR" altLang="en-US" sz="1000"/>
              <a:t>년 현재 </a:t>
            </a:r>
            <a:r>
              <a:rPr lang="en-US" altLang="ko-KR" sz="1000"/>
              <a:t>14</a:t>
            </a:r>
            <a:r>
              <a:rPr lang="ko-KR" altLang="en-US" sz="1000"/>
              <a:t>년 경과</a:t>
            </a:r>
            <a:r>
              <a:rPr lang="en-US" altLang="ko-KR" sz="1000"/>
              <a:t>)
</a:t>
            </a:r>
            <a:r>
              <a:rPr lang="ko-KR" altLang="en-US" sz="1000"/>
              <a:t>웨스코펌프 </a:t>
            </a:r>
            <a:r>
              <a:rPr lang="en-US" altLang="ko-KR" sz="1000"/>
              <a:t>1</a:t>
            </a:r>
            <a:r>
              <a:rPr lang="ko-KR" altLang="en-US" sz="1000"/>
              <a:t>대 </a:t>
            </a:r>
            <a:r>
              <a:rPr lang="en-US" altLang="ko-KR" sz="1000"/>
              <a:t>( </a:t>
            </a:r>
            <a:r>
              <a:rPr lang="ko-KR" altLang="en-US" sz="1000"/>
              <a:t>방진 베이스 포함</a:t>
            </a:r>
            <a:r>
              <a:rPr lang="en-US" altLang="ko-KR" sz="1000"/>
              <a:t>)
</a:t>
            </a:r>
            <a:r>
              <a:rPr lang="ko-KR" altLang="en-US" sz="1000"/>
              <a:t>후렉시블 및 체크밸브 등</a:t>
            </a:r>
            <a:r>
              <a:rPr lang="en-US" altLang="ko-KR" sz="1000"/>
              <a:t>_ </a:t>
            </a:r>
            <a:r>
              <a:rPr lang="ko-KR" altLang="en-US" sz="1000"/>
              <a:t>배관 구성품 일체
기동용 수압개폐장치 </a:t>
            </a:r>
            <a:r>
              <a:rPr lang="en-US" altLang="ko-KR" sz="1000"/>
              <a:t>2</a:t>
            </a:r>
            <a:r>
              <a:rPr lang="ko-KR" altLang="en-US" sz="1000"/>
              <a:t>대</a:t>
            </a:r>
            <a:r>
              <a:rPr lang="en-US" altLang="ko-KR" sz="1000"/>
              <a:t>(</a:t>
            </a:r>
            <a:r>
              <a:rPr lang="ko-KR" altLang="en-US" sz="1000"/>
              <a:t>소화전용</a:t>
            </a:r>
            <a:r>
              <a:rPr lang="en-US" altLang="ko-KR" sz="1000"/>
              <a:t>_ </a:t>
            </a:r>
            <a:r>
              <a:rPr lang="ko-KR" altLang="en-US" sz="1000"/>
              <a:t>스프링클러용</a:t>
            </a:r>
            <a:r>
              <a:rPr lang="en-US" altLang="ko-KR" sz="1000"/>
              <a:t>)
</a:t>
            </a:r>
            <a:r>
              <a:rPr lang="ko-KR" altLang="en-US" sz="1000"/>
              <a:t>압력 챔버 압력 스위치 </a:t>
            </a:r>
            <a:r>
              <a:rPr lang="en-US" altLang="ko-KR" sz="1000"/>
              <a:t>4</a:t>
            </a:r>
            <a:r>
              <a:rPr lang="ko-KR" altLang="en-US" sz="1000"/>
              <a:t>개 교체
작업 완료후 시운전 및 밸브 조작 통수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2025-10-16T01:29:42Z</dcterms:modified>
</cp:coreProperties>
</file>