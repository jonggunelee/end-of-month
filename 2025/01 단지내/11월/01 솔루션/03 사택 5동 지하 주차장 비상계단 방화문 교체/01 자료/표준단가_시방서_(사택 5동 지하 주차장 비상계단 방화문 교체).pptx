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</a:t>
            </a:r>
            <a:r>
              <a:rPr lang="ko-KR" altLang="en-US" b="1">
                <a:latin typeface="+mn-ea"/>
              </a:rPr>
              <a:t>동 지하 주차장 비상계단 방화문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 지하 주차장 비상계단 방화문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대   상</a:t>
            </a:r>
            <a:r>
              <a:rPr lang="en-US" altLang="ko-KR" sz="1000"/>
              <a:t>: 5</a:t>
            </a:r>
            <a:r>
              <a:rPr lang="ko-KR" altLang="en-US" sz="1000"/>
              <a:t>동 지하 주차장 비상 계단용 방화문 </a:t>
            </a:r>
            <a:r>
              <a:rPr lang="en-US" altLang="ko-KR" sz="1000"/>
              <a:t>3</a:t>
            </a:r>
            <a:r>
              <a:rPr lang="ko-KR" altLang="en-US" sz="1000"/>
              <a:t>개
</a:t>
            </a:r>
            <a:r>
              <a:rPr lang="en-US" altLang="ko-KR" sz="1000"/>
              <a:t>-</a:t>
            </a:r>
            <a:r>
              <a:rPr lang="ko-KR" altLang="en-US" sz="1000"/>
              <a:t>기존 방화문 부분 가설 보양 및 출입 통제
</a:t>
            </a:r>
            <a:r>
              <a:rPr lang="en-US" altLang="ko-KR" sz="1000"/>
              <a:t>-</a:t>
            </a:r>
            <a:r>
              <a:rPr lang="ko-KR" altLang="en-US" sz="1000"/>
              <a:t>기존 방화 문짝 및 틀 철거 작업
</a:t>
            </a:r>
            <a:r>
              <a:rPr lang="en-US" altLang="ko-KR" sz="1000"/>
              <a:t>-</a:t>
            </a:r>
            <a:r>
              <a:rPr lang="ko-KR" altLang="en-US" sz="1000"/>
              <a:t>기존 방화문 틀 철거 부분 면 및 바탕처리 작업
</a:t>
            </a:r>
            <a:r>
              <a:rPr lang="en-US" altLang="ko-KR" sz="1000"/>
              <a:t>-</a:t>
            </a:r>
            <a:r>
              <a:rPr lang="ko-KR" altLang="en-US" sz="1000"/>
              <a:t>신규 방화 틀 및 문 설치 작업
</a:t>
            </a:r>
            <a:r>
              <a:rPr lang="en-US" altLang="ko-KR" sz="1000"/>
              <a:t>-</a:t>
            </a:r>
            <a:r>
              <a:rPr lang="ko-KR" altLang="en-US" sz="1000"/>
              <a:t>국가공인 방화 등급 시험성적서 제출
</a:t>
            </a:r>
            <a:r>
              <a:rPr lang="en-US" altLang="ko-KR" sz="1000"/>
              <a:t>-</a:t>
            </a:r>
            <a:r>
              <a:rPr lang="ko-KR" altLang="en-US" sz="1000"/>
              <a:t>완료후 주변 정리 정돈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2025-08-20T03:31:26Z</dcterms:modified>
</cp:coreProperties>
</file>