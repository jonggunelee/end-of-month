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어린이집 현관 차양막 추가 설치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건축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어린이집 현관 차양막 추가 설치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건축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2</a:t>
            </a:r>
            <a:r>
              <a:rPr lang="ko-KR" altLang="en-US" sz="1000"/>
              <a:t>분할 대리석 벽 타공 및 앙카 설치 작업
</a:t>
            </a:r>
            <a:r>
              <a:rPr lang="en-US" altLang="ko-KR" sz="1000"/>
              <a:t>2</a:t>
            </a:r>
            <a:r>
              <a:rPr lang="ko-KR" altLang="en-US" sz="1000"/>
              <a:t>분할 골조 설치 및 수평 작업
</a:t>
            </a:r>
            <a:r>
              <a:rPr lang="en-US" altLang="ko-KR" sz="1000"/>
              <a:t>2</a:t>
            </a:r>
            <a:r>
              <a:rPr lang="ko-KR" altLang="en-US" sz="1000"/>
              <a:t>분할 차양막 설치 및 실리콘 마감 작업
</a:t>
            </a:r>
            <a:r>
              <a:rPr lang="en-US" altLang="ko-KR" sz="1000"/>
              <a:t>2</a:t>
            </a:r>
            <a:r>
              <a:rPr lang="ko-KR" altLang="en-US" sz="1000"/>
              <a:t>분할 동작 시험 작업 
주변 정리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2025-09-16T07:09:28Z</dcterms:modified>
</cp:coreProperties>
</file>