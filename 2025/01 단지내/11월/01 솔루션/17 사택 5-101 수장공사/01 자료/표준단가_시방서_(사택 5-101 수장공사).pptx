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912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5-101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5-101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
</a:t>
            </a: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
</a:t>
            </a:r>
            <a:r>
              <a:rPr lang="ko-KR" altLang="en-US" sz="1000"/>
              <a:t>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
</a:t>
            </a:r>
            <a:r>
              <a:rPr lang="ko-KR" altLang="en-US" sz="1000"/>
              <a:t>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 및 방화문내부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뒤베란다전체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거실 걸레받이</a:t>
            </a:r>
            <a:r>
              <a:rPr lang="en-US" altLang="ko-KR" sz="1000"/>
              <a:t>) </a:t>
            </a:r>
            <a:r>
              <a:rPr lang="ko-KR" altLang="en-US" sz="1000"/>
              <a:t>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2025-09-18T06:30:23Z</dcterms:modified>
</cp:coreProperties>
</file>