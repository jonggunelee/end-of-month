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4358E-B05A-DEA3-07A1-9CF6EECAA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13D58-C2A7-B5A9-35E4-97DA90CD8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27631-DDA5-4B6C-CCC9-829ED5AC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E3667-FF9A-EA82-E0CA-E26F6D7E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656D5-5BC1-D64B-C33B-E3119EAF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26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41799-5FC7-902A-E64A-9A6AC04F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13CB56-7BAC-CB2B-EBEA-06F9C3E8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29B89-B439-5303-C7D0-EB09E7F0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C9C5F-84FA-9DCB-E11D-261E3878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26D78-D0D1-B0B7-2D63-AEAE4611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7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DE4D4-6C16-EC52-49FF-BBB5AC496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AC4B63-1455-146C-07D2-DA6A377D9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C6ADE-758A-8862-2AFC-81CE4834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B4357-6AD0-CB1F-E26A-6AAFD46E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55BCAD-625C-DF13-6DD2-90BF5073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52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CF0EC-2DB9-A03E-1F64-2BF01719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7B1D6-2A4A-CBE8-D638-2B135740F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C9CD16-FA3C-67EB-0765-745EC8C60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5336FB-D5D2-79D3-439F-94E4C71C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F8F2B4-C270-FBE6-9429-147FDC08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5BF1A7-D64C-4675-F06B-94A77F3E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192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885BB-D0A8-6AA2-74C3-A6D60A22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BD5F44-1156-2250-2867-EE4DFA874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01C6FC-C29E-045B-C065-767623AE5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847CB5-D3F3-B9CB-56C0-4DAE44E78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2FEB71-F947-F09F-E6F4-8A38FE6F1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ED00B3-7641-CAA3-2F93-6B12D647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12EDB-FEFA-1B0E-8CE8-BBBF8718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D00CCE-D162-B5E4-A04E-3ACDE51B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62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D51D6-65E5-5168-F34C-BEC624CB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A3F7B9-A421-BF56-9987-64B75D8E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44FD4E-0CCA-6638-3546-B21D87EB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44B847-4A25-3E14-D7BC-6B6D9C3F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8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372212-41C8-35DE-B5AC-584635AB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2863A-435B-5E75-EFAC-E841D856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EEDF79-4ABA-2744-7AD9-2E78BBEC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0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3629C-A350-CD44-551E-E693372F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E00959-B005-B766-8320-9A2F4BF99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CC9BA4-9A8B-302A-2A97-C871AE1FF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C7966C-DB16-36A6-1702-AF862255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323680-14BB-5B7F-439B-279B870C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C7D09E-055B-34F9-2EAD-B24D9845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13EE0-7F04-6E74-FA27-63E12E7B3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2FC28-415E-2DAE-E974-EBB586F43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8EBCFC-F5EB-C6BC-8743-39C89DFD3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3479C8-17D2-1356-8B93-E1D8393C6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92A86E-6A4A-1F30-5580-2AA66092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9042BC-ED06-E0BB-878D-E8E87C59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5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76AC5-E3EA-C7B3-87AC-5FD60D9B2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A07B70-E230-A956-9085-A04ADBD90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33275A-1B75-06F7-3054-EB05D5983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98BC7B-0326-BC7A-3C47-626B243C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0728F6-FF64-7B31-A11C-F3BAC603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0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B0889A-71BB-F8FB-EA79-0A14B1F44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0EB3DB-D2AB-9B20-F297-A48771573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3DC2D0-CFC4-9174-A1EF-BEBF093E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08634-7C99-073C-A6DB-2AA5CC3E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808421-054E-A3C8-F832-D7F31B86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44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A51D7F-D7BD-2EF9-9792-D5FEF8A5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435A5C-E057-362D-1D13-3273903D9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DB834-6EDF-E416-7DCA-1E0FB510D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B2305-F843-4477-866C-495254FE8A5A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FEEB91-C9F9-F9E7-1AFB-44C8FF2FC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7AAEDC-8EB9-CB40-CFEC-93702991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F3B3F-C14F-4FAB-8933-9A9E2BA21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11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건물, 야외, 자동차, 도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1BBBEC-6F37-ED4A-351D-867063F4F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" r="18808" b="-1"/>
          <a:stretch>
            <a:fillRect/>
          </a:stretch>
        </p:blipFill>
        <p:spPr>
          <a:xfrm>
            <a:off x="20" y="10"/>
            <a:ext cx="9141724" cy="6863475"/>
          </a:xfrm>
          <a:custGeom>
            <a:avLst/>
            <a:gdLst/>
            <a:ahLst/>
            <a:cxnLst/>
            <a:rect l="l" t="t" r="r" b="b"/>
            <a:pathLst>
              <a:path w="9141744" h="6863485">
                <a:moveTo>
                  <a:pt x="0" y="0"/>
                </a:moveTo>
                <a:lnTo>
                  <a:pt x="5963051" y="0"/>
                </a:lnTo>
                <a:lnTo>
                  <a:pt x="9141744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그림 4" descr="야외, 건물, 하늘, 도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33C07E-9D52-1BAC-8FBC-599CCF662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8" r="29247" b="1"/>
          <a:stretch>
            <a:fillRect/>
          </a:stretch>
        </p:blipFill>
        <p:spPr>
          <a:xfrm>
            <a:off x="5790353" y="10"/>
            <a:ext cx="6401647" cy="6852984"/>
          </a:xfrm>
          <a:custGeom>
            <a:avLst/>
            <a:gdLst/>
            <a:ahLst/>
            <a:cxnLst/>
            <a:rect l="l" t="t" r="r" b="b"/>
            <a:pathLst>
              <a:path w="6401647" h="6852994">
                <a:moveTo>
                  <a:pt x="354282" y="0"/>
                </a:moveTo>
                <a:lnTo>
                  <a:pt x="6401647" y="0"/>
                </a:lnTo>
                <a:lnTo>
                  <a:pt x="6401647" y="6852994"/>
                </a:lnTo>
                <a:lnTo>
                  <a:pt x="0" y="6852994"/>
                </a:lnTo>
                <a:lnTo>
                  <a:pt x="0" y="6852993"/>
                </a:lnTo>
                <a:lnTo>
                  <a:pt x="3528116" y="6852993"/>
                </a:lnTo>
                <a:close/>
              </a:path>
            </a:pathLst>
          </a:cu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3EAD21F-2FEC-2C9B-07F2-391010648BBB}"/>
              </a:ext>
            </a:extLst>
          </p:cNvPr>
          <p:cNvSpPr/>
          <p:nvPr/>
        </p:nvSpPr>
        <p:spPr>
          <a:xfrm>
            <a:off x="0" y="0"/>
            <a:ext cx="121058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현재</a:t>
            </a:r>
            <a:endParaRPr lang="en-US" altLang="ko-K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299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그림 8" descr="건물, 야외, 하늘, 도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B555F9-800E-7F9B-592E-3003CAD3C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9" r="-2" b="4004"/>
          <a:stretch>
            <a:fillRect/>
          </a:stretch>
        </p:blipFill>
        <p:spPr>
          <a:xfrm>
            <a:off x="321730" y="321732"/>
            <a:ext cx="5674897" cy="3017405"/>
          </a:xfrm>
          <a:prstGeom prst="rect">
            <a:avLst/>
          </a:prstGeom>
        </p:spPr>
      </p:pic>
      <p:pic>
        <p:nvPicPr>
          <p:cNvPr id="17" name="그림 16" descr="건물, 야외, 창문, 도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A1580B-3C60-B7D1-BBA4-7EC12FC1A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2" r="-2" b="2832"/>
          <a:stretch>
            <a:fillRect/>
          </a:stretch>
        </p:blipFill>
        <p:spPr>
          <a:xfrm>
            <a:off x="321730" y="3510853"/>
            <a:ext cx="5674897" cy="2789954"/>
          </a:xfrm>
          <a:prstGeom prst="rect">
            <a:avLst/>
          </a:prstGeom>
        </p:spPr>
      </p:pic>
      <p:pic>
        <p:nvPicPr>
          <p:cNvPr id="15" name="그림 14" descr="야외, 도로, 거리, 하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CA0379-A21E-6E78-F7E6-18DE6D372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2" r="6689" b="-2"/>
          <a:stretch>
            <a:fillRect/>
          </a:stretch>
        </p:blipFill>
        <p:spPr>
          <a:xfrm>
            <a:off x="6195373" y="321733"/>
            <a:ext cx="5674897" cy="597907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2879C858-A1C6-0759-0067-C7D449849458}"/>
              </a:ext>
            </a:extLst>
          </p:cNvPr>
          <p:cNvSpPr/>
          <p:nvPr/>
        </p:nvSpPr>
        <p:spPr>
          <a:xfrm>
            <a:off x="14370" y="0"/>
            <a:ext cx="1210588" cy="707886"/>
          </a:xfrm>
          <a:prstGeom prst="rect">
            <a:avLst/>
          </a:prstGeom>
          <a:solidFill>
            <a:srgbClr val="FFFF0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컨셉</a:t>
            </a:r>
            <a:endParaRPr lang="en-US" altLang="ko-KR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9455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BFB2D5-6D78-D486-3C3B-F4A72B9E571B}"/>
              </a:ext>
            </a:extLst>
          </p:cNvPr>
          <p:cNvSpPr/>
          <p:nvPr/>
        </p:nvSpPr>
        <p:spPr>
          <a:xfrm>
            <a:off x="640080" y="4419600"/>
            <a:ext cx="10908792" cy="1203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6600" b="1" kern="12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컨셉</a:t>
            </a:r>
            <a:endParaRPr lang="en-US" altLang="ko-KR" sz="6600" b="1" kern="1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1" name="그림 30" descr="야외, 건물, 도로,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1C80B9-0820-E975-334E-BE9F1F70D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9" r="9704" b="1"/>
          <a:stretch>
            <a:fillRect/>
          </a:stretch>
        </p:blipFill>
        <p:spPr>
          <a:xfrm>
            <a:off x="6" y="-11"/>
            <a:ext cx="6095994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pic>
        <p:nvPicPr>
          <p:cNvPr id="29" name="그림 28" descr="야외, 건물, 도로, 육상 차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B68569-19C4-5B9B-2C59-880CF6441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" r="12652" b="-1"/>
          <a:stretch>
            <a:fillRect/>
          </a:stretch>
        </p:blipFill>
        <p:spPr>
          <a:xfrm>
            <a:off x="6019800" y="12"/>
            <a:ext cx="6172195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</p:spPr>
      </p:pic>
      <p:sp>
        <p:nvSpPr>
          <p:cNvPr id="38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8439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22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2025-09-16T06:36:52Z</dcterms:created>
  <dcterms:modified xsi:type="dcterms:W3CDTF">2025-09-16T06:57:05Z</dcterms:modified>
</cp:coreProperties>
</file>