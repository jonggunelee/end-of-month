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현관 차양막 추가 설치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전기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현관 차양막 추가 설치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전기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전원 케이블 연장 작업
기존 전원 스위치 설치 작업
기존 전원 조작 시험 작업
주변 정리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2025-09-16T07:09:30Z</dcterms:modified>
</cp:coreProperties>
</file>