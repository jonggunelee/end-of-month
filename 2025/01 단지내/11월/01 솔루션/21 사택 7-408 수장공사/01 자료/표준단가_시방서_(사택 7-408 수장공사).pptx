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7-408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7-408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 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창고바닥포함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2025-09-18T06:30:34Z</dcterms:modified>
</cp:coreProperties>
</file>