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912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</a:t>
            </a:r>
            <a:r>
              <a:rPr lang="ko-KR" altLang="en-US" b="1">
                <a:latin typeface="+mn-ea"/>
              </a:rPr>
              <a:t>동 및 </a:t>
            </a:r>
            <a:r>
              <a:rPr lang="en-US" altLang="ko-KR" b="1">
                <a:latin typeface="+mn-ea"/>
              </a:rPr>
              <a:t>9</a:t>
            </a:r>
            <a:r>
              <a:rPr lang="ko-KR" altLang="en-US" b="1">
                <a:latin typeface="+mn-ea"/>
              </a:rPr>
              <a:t>동 공동 현관 도어보수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 및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 공동 현관 도어보수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8</a:t>
            </a:r>
            <a:r>
              <a:rPr lang="ko-KR" altLang="en-US" sz="1000"/>
              <a:t>동 </a:t>
            </a:r>
            <a:r>
              <a:rPr lang="en-US" altLang="ko-KR" sz="1000"/>
              <a:t>3-4 </a:t>
            </a:r>
            <a:r>
              <a:rPr lang="ko-KR" altLang="en-US" sz="1000"/>
              <a:t>및 </a:t>
            </a:r>
            <a:r>
              <a:rPr lang="en-US" altLang="ko-KR" sz="1000"/>
              <a:t>9</a:t>
            </a:r>
            <a:r>
              <a:rPr lang="ko-KR" altLang="en-US" sz="1000"/>
              <a:t>동 </a:t>
            </a:r>
            <a:r>
              <a:rPr lang="en-US" altLang="ko-KR" sz="1000"/>
              <a:t>1-2 </a:t>
            </a:r>
            <a:r>
              <a:rPr lang="ko-KR" altLang="en-US" sz="1000"/>
              <a:t>라인</a:t>
            </a:r>
            <a:r>
              <a:rPr lang="en-US" altLang="ko-KR" sz="1000"/>
              <a:t>: </a:t>
            </a:r>
            <a:r>
              <a:rPr lang="ko-KR" altLang="en-US" sz="1000"/>
              <a:t>공동 현관문 철거 작업
</a:t>
            </a:r>
            <a:r>
              <a:rPr lang="en-US" altLang="ko-KR" sz="1000"/>
              <a:t>8</a:t>
            </a:r>
            <a:r>
              <a:rPr lang="ko-KR" altLang="en-US" sz="1000"/>
              <a:t>동 </a:t>
            </a:r>
            <a:r>
              <a:rPr lang="en-US" altLang="ko-KR" sz="1000"/>
              <a:t>3-4 </a:t>
            </a:r>
            <a:r>
              <a:rPr lang="ko-KR" altLang="en-US" sz="1000"/>
              <a:t>및 </a:t>
            </a:r>
            <a:r>
              <a:rPr lang="en-US" altLang="ko-KR" sz="1000"/>
              <a:t>9</a:t>
            </a:r>
            <a:r>
              <a:rPr lang="ko-KR" altLang="en-US" sz="1000"/>
              <a:t>동 </a:t>
            </a:r>
            <a:r>
              <a:rPr lang="en-US" altLang="ko-KR" sz="1000"/>
              <a:t>1-2 </a:t>
            </a:r>
            <a:r>
              <a:rPr lang="ko-KR" altLang="en-US" sz="1000"/>
              <a:t>라인</a:t>
            </a:r>
            <a:r>
              <a:rPr lang="en-US" altLang="ko-KR" sz="1000"/>
              <a:t>: </a:t>
            </a:r>
            <a:r>
              <a:rPr lang="ko-KR" altLang="en-US" sz="1000"/>
              <a:t>공동 현관문 임시 보양 작업
</a:t>
            </a:r>
            <a:r>
              <a:rPr lang="en-US" altLang="ko-KR" sz="1000"/>
              <a:t>8</a:t>
            </a:r>
            <a:r>
              <a:rPr lang="ko-KR" altLang="en-US" sz="1000"/>
              <a:t>동 </a:t>
            </a:r>
            <a:r>
              <a:rPr lang="en-US" altLang="ko-KR" sz="1000"/>
              <a:t>3-4</a:t>
            </a:r>
            <a:r>
              <a:rPr lang="ko-KR" altLang="en-US" sz="1000"/>
              <a:t>라인</a:t>
            </a:r>
            <a:r>
              <a:rPr lang="en-US" altLang="ko-KR" sz="1000"/>
              <a:t>: </a:t>
            </a:r>
            <a:r>
              <a:rPr lang="ko-KR" altLang="en-US" sz="1000"/>
              <a:t>휜지교체</a:t>
            </a:r>
            <a:r>
              <a:rPr lang="en-US" altLang="ko-KR" sz="1000"/>
              <a:t>(2</a:t>
            </a:r>
            <a:r>
              <a:rPr lang="ko-KR" altLang="en-US" sz="1000"/>
              <a:t>개소</a:t>
            </a:r>
            <a:r>
              <a:rPr lang="en-US" altLang="ko-KR" sz="1000"/>
              <a:t>) </a:t>
            </a:r>
            <a:r>
              <a:rPr lang="ko-KR" altLang="en-US" sz="1000"/>
              <a:t>작업
</a:t>
            </a:r>
            <a:r>
              <a:rPr lang="en-US" altLang="ko-KR" sz="1000"/>
              <a:t>8</a:t>
            </a:r>
            <a:r>
              <a:rPr lang="ko-KR" altLang="en-US" sz="1000"/>
              <a:t>동 </a:t>
            </a:r>
            <a:r>
              <a:rPr lang="en-US" altLang="ko-KR" sz="1000"/>
              <a:t>3-4</a:t>
            </a:r>
            <a:r>
              <a:rPr lang="ko-KR" altLang="en-US" sz="1000"/>
              <a:t>라인</a:t>
            </a:r>
            <a:r>
              <a:rPr lang="en-US" altLang="ko-KR" sz="1000"/>
              <a:t>: </a:t>
            </a:r>
            <a:r>
              <a:rPr lang="ko-KR" altLang="en-US" sz="1000"/>
              <a:t>도어 외부반출 하부 걸림 커팅 및 용접후 익일 반입 작업
</a:t>
            </a:r>
            <a:r>
              <a:rPr lang="en-US" altLang="ko-KR" sz="1000"/>
              <a:t>9</a:t>
            </a:r>
            <a:r>
              <a:rPr lang="ko-KR" altLang="en-US" sz="1000"/>
              <a:t>동 </a:t>
            </a:r>
            <a:r>
              <a:rPr lang="en-US" altLang="ko-KR" sz="1000"/>
              <a:t>1-2</a:t>
            </a:r>
            <a:r>
              <a:rPr lang="ko-KR" altLang="en-US" sz="1000"/>
              <a:t>라인</a:t>
            </a:r>
            <a:r>
              <a:rPr lang="en-US" altLang="ko-KR" sz="1000"/>
              <a:t>: </a:t>
            </a:r>
            <a:r>
              <a:rPr lang="ko-KR" altLang="en-US" sz="1000"/>
              <a:t>휜지교체</a:t>
            </a:r>
            <a:r>
              <a:rPr lang="en-US" altLang="ko-KR" sz="1000"/>
              <a:t>(2</a:t>
            </a:r>
            <a:r>
              <a:rPr lang="ko-KR" altLang="en-US" sz="1000"/>
              <a:t>개소</a:t>
            </a:r>
            <a:r>
              <a:rPr lang="en-US" altLang="ko-KR" sz="1000"/>
              <a:t>) </a:t>
            </a:r>
            <a:r>
              <a:rPr lang="ko-KR" altLang="en-US" sz="1000"/>
              <a:t>작업
</a:t>
            </a:r>
            <a:r>
              <a:rPr lang="en-US" altLang="ko-KR" sz="1000"/>
              <a:t>9</a:t>
            </a:r>
            <a:r>
              <a:rPr lang="ko-KR" altLang="en-US" sz="1000"/>
              <a:t>동 </a:t>
            </a:r>
            <a:r>
              <a:rPr lang="en-US" altLang="ko-KR" sz="1000"/>
              <a:t>1-2</a:t>
            </a:r>
            <a:r>
              <a:rPr lang="ko-KR" altLang="en-US" sz="1000"/>
              <a:t>라인</a:t>
            </a:r>
            <a:r>
              <a:rPr lang="en-US" altLang="ko-KR" sz="1000"/>
              <a:t>: </a:t>
            </a:r>
            <a:r>
              <a:rPr lang="ko-KR" altLang="en-US" sz="1000"/>
              <a:t>도어 외부반출 하부 걸림 커팅 및 용접후 익일 반입 작업
</a:t>
            </a:r>
            <a:r>
              <a:rPr lang="en-US" altLang="ko-KR" sz="1000"/>
              <a:t>8</a:t>
            </a:r>
            <a:r>
              <a:rPr lang="ko-KR" altLang="en-US" sz="1000"/>
              <a:t>동 </a:t>
            </a:r>
            <a:r>
              <a:rPr lang="en-US" altLang="ko-KR" sz="1000"/>
              <a:t>3-4 </a:t>
            </a:r>
            <a:r>
              <a:rPr lang="ko-KR" altLang="en-US" sz="1000"/>
              <a:t>및 </a:t>
            </a:r>
            <a:r>
              <a:rPr lang="en-US" altLang="ko-KR" sz="1000"/>
              <a:t>9</a:t>
            </a:r>
            <a:r>
              <a:rPr lang="ko-KR" altLang="en-US" sz="1000"/>
              <a:t>동 </a:t>
            </a:r>
            <a:r>
              <a:rPr lang="en-US" altLang="ko-KR" sz="1000"/>
              <a:t>1-2 </a:t>
            </a:r>
            <a:r>
              <a:rPr lang="ko-KR" altLang="en-US" sz="1000"/>
              <a:t>라인</a:t>
            </a:r>
            <a:r>
              <a:rPr lang="en-US" altLang="ko-KR" sz="1000"/>
              <a:t>: </a:t>
            </a:r>
            <a:r>
              <a:rPr lang="ko-KR" altLang="en-US" sz="1000"/>
              <a:t>공동 현관문 교체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890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2025-09-18T06:30:47Z</dcterms:modified>
</cp:coreProperties>
</file>