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8-505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8-505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</a:t>
            </a:r>
            <a:r>
              <a:rPr lang="en-US" altLang="ko-KR" sz="1000"/>
              <a:t>: </a:t>
            </a:r>
            <a:r>
              <a:rPr lang="ko-KR" altLang="en-US" sz="1000"/>
              <a:t>합지</a:t>
            </a:r>
            <a:r>
              <a:rPr lang="en-US" altLang="ko-KR" sz="1000"/>
              <a:t>/</a:t>
            </a:r>
            <a:r>
              <a:rPr lang="ko-KR" altLang="en-US" sz="1000"/>
              <a:t>장판</a:t>
            </a:r>
            <a:r>
              <a:rPr lang="en-US" altLang="ko-KR" sz="1000"/>
              <a:t>: PVC </a:t>
            </a:r>
            <a:r>
              <a:rPr lang="ko-KR" altLang="en-US" sz="1000"/>
              <a:t>비닐계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및 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_ </a:t>
            </a:r>
            <a:r>
              <a:rPr lang="ko-KR" altLang="en-US" sz="1000"/>
              <a:t>거실 걸레받이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처리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2025-09-29T19:18:29Z</dcterms:modified>
</cp:coreProperties>
</file>