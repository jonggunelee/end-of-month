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</a:t>
            </a:r>
            <a:r>
              <a:rPr lang="ko-KR" altLang="en-US" b="1">
                <a:latin typeface="+mn-ea"/>
              </a:rPr>
              <a:t>동</a:t>
            </a:r>
            <a:r>
              <a:rPr lang="en-US" altLang="ko-KR" b="1">
                <a:latin typeface="+mn-ea"/>
              </a:rPr>
              <a:t>-104</a:t>
            </a:r>
            <a:r>
              <a:rPr lang="ko-KR" altLang="en-US" b="1">
                <a:latin typeface="+mn-ea"/>
              </a:rPr>
              <a:t>동 주차장 주차면 정리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-104</a:t>
            </a:r>
            <a:r>
              <a:rPr lang="ko-KR" altLang="en-US" sz="1000">
                <a:latin typeface="+mn-ea"/>
              </a:rPr>
              <a:t>동 주차장 주차면 정리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101</a:t>
            </a:r>
            <a:r>
              <a:rPr lang="ko-KR" altLang="en-US" sz="1000"/>
              <a:t>동</a:t>
            </a:r>
            <a:r>
              <a:rPr lang="en-US" altLang="ko-KR" sz="1000"/>
              <a:t>-102</a:t>
            </a:r>
            <a:r>
              <a:rPr lang="ko-KR" altLang="en-US" sz="1000"/>
              <a:t>동 경차명칭제거</a:t>
            </a:r>
            <a:r>
              <a:rPr lang="en-US" altLang="ko-KR" sz="1000"/>
              <a:t>(</a:t>
            </a:r>
            <a:r>
              <a:rPr lang="ko-KR" altLang="en-US" sz="1000"/>
              <a:t>바닥면</a:t>
            </a:r>
            <a:r>
              <a:rPr lang="en-US" altLang="ko-KR" sz="1000"/>
              <a:t>): 2</a:t>
            </a:r>
            <a:r>
              <a:rPr lang="ko-KR" altLang="en-US" sz="1000"/>
              <a:t>면
</a:t>
            </a:r>
            <a:r>
              <a:rPr lang="en-US" altLang="ko-KR" sz="1000"/>
              <a:t>104</a:t>
            </a:r>
            <a:r>
              <a:rPr lang="ko-KR" altLang="en-US" sz="1000"/>
              <a:t>동</a:t>
            </a:r>
            <a:r>
              <a:rPr lang="en-US" altLang="ko-KR" sz="1000"/>
              <a:t>: </a:t>
            </a:r>
            <a:r>
              <a:rPr lang="ko-KR" altLang="en-US" sz="1000"/>
              <a:t>경차라인제거후 통행로 표시</a:t>
            </a:r>
            <a:r>
              <a:rPr lang="en-US" altLang="ko-KR" sz="1000"/>
              <a:t>:2</a:t>
            </a:r>
            <a:r>
              <a:rPr lang="ko-KR" altLang="en-US" sz="1000"/>
              <a:t>개
</a:t>
            </a:r>
            <a:r>
              <a:rPr lang="en-US" altLang="ko-KR" sz="1000"/>
              <a:t>101</a:t>
            </a:r>
            <a:r>
              <a:rPr lang="ko-KR" altLang="en-US" sz="1000"/>
              <a:t>동</a:t>
            </a:r>
            <a:r>
              <a:rPr lang="en-US" altLang="ko-KR" sz="1000"/>
              <a:t>-103</a:t>
            </a:r>
            <a:r>
              <a:rPr lang="ko-KR" altLang="en-US" sz="1000"/>
              <a:t>동</a:t>
            </a:r>
            <a:r>
              <a:rPr lang="en-US" altLang="ko-KR" sz="1000"/>
              <a:t>: </a:t>
            </a:r>
            <a:r>
              <a:rPr lang="ko-KR" altLang="en-US" sz="1000"/>
              <a:t>지하 </a:t>
            </a:r>
            <a:r>
              <a:rPr lang="en-US" altLang="ko-KR" sz="1000"/>
              <a:t>1</a:t>
            </a:r>
            <a:r>
              <a:rPr lang="ko-KR" altLang="en-US" sz="1000"/>
              <a:t>층 시간제주차라인</a:t>
            </a:r>
            <a:r>
              <a:rPr lang="en-US" altLang="ko-KR" sz="1000"/>
              <a:t>: 3</a:t>
            </a:r>
            <a:r>
              <a:rPr lang="ko-KR" altLang="en-US" sz="1000"/>
              <a:t>면
</a:t>
            </a:r>
            <a:r>
              <a:rPr lang="en-US" altLang="ko-KR" sz="1000"/>
              <a:t>101</a:t>
            </a:r>
            <a:r>
              <a:rPr lang="ko-KR" altLang="en-US" sz="1000"/>
              <a:t>동</a:t>
            </a:r>
            <a:r>
              <a:rPr lang="en-US" altLang="ko-KR" sz="1000"/>
              <a:t>-103</a:t>
            </a:r>
            <a:r>
              <a:rPr lang="ko-KR" altLang="en-US" sz="1000"/>
              <a:t>동 지하 </a:t>
            </a:r>
            <a:r>
              <a:rPr lang="en-US" altLang="ko-KR" sz="1000"/>
              <a:t>2</a:t>
            </a:r>
            <a:r>
              <a:rPr lang="ko-KR" altLang="en-US" sz="1000"/>
              <a:t>층</a:t>
            </a:r>
            <a:r>
              <a:rPr lang="en-US" altLang="ko-KR" sz="1000"/>
              <a:t>: </a:t>
            </a:r>
            <a:r>
              <a:rPr lang="ko-KR" altLang="en-US" sz="1000"/>
              <a:t>경차면 </a:t>
            </a:r>
            <a:r>
              <a:rPr lang="en-US" altLang="ko-KR" sz="1000"/>
              <a:t>3-&gt;</a:t>
            </a:r>
            <a:r>
              <a:rPr lang="ko-KR" altLang="en-US" sz="1000"/>
              <a:t>일반</a:t>
            </a:r>
            <a:r>
              <a:rPr lang="en-US" altLang="ko-KR" sz="1000"/>
              <a:t>2</a:t>
            </a:r>
            <a:r>
              <a:rPr lang="ko-KR" altLang="en-US" sz="1000"/>
              <a:t>개로 </a:t>
            </a:r>
            <a:r>
              <a:rPr lang="en-US" altLang="ko-KR" sz="1000"/>
              <a:t>(</a:t>
            </a:r>
            <a:r>
              <a:rPr lang="ko-KR" altLang="en-US" sz="1000"/>
              <a:t>바닥면</a:t>
            </a:r>
            <a:r>
              <a:rPr lang="en-US" altLang="ko-KR" sz="1000"/>
              <a:t>): 3</a:t>
            </a:r>
            <a:r>
              <a:rPr lang="ko-KR" altLang="en-US" sz="1000"/>
              <a:t>면
</a:t>
            </a:r>
            <a:r>
              <a:rPr lang="en-US" altLang="ko-KR" sz="1000"/>
              <a:t>101</a:t>
            </a:r>
            <a:r>
              <a:rPr lang="ko-KR" altLang="en-US" sz="1000"/>
              <a:t>동</a:t>
            </a:r>
            <a:r>
              <a:rPr lang="en-US" altLang="ko-KR" sz="1000"/>
              <a:t>-103</a:t>
            </a:r>
            <a:r>
              <a:rPr lang="ko-KR" altLang="en-US" sz="1000"/>
              <a:t>동 지하 </a:t>
            </a:r>
            <a:r>
              <a:rPr lang="en-US" altLang="ko-KR" sz="1000"/>
              <a:t>2</a:t>
            </a:r>
            <a:r>
              <a:rPr lang="ko-KR" altLang="en-US" sz="1000"/>
              <a:t>층</a:t>
            </a:r>
            <a:r>
              <a:rPr lang="en-US" altLang="ko-KR" sz="1000"/>
              <a:t>: </a:t>
            </a:r>
            <a:r>
              <a:rPr lang="ko-KR" altLang="en-US" sz="1000"/>
              <a:t>경차면 </a:t>
            </a:r>
            <a:r>
              <a:rPr lang="en-US" altLang="ko-KR" sz="1000"/>
              <a:t>3-&gt;</a:t>
            </a:r>
            <a:r>
              <a:rPr lang="ko-KR" altLang="en-US" sz="1000"/>
              <a:t>일반</a:t>
            </a:r>
            <a:r>
              <a:rPr lang="en-US" altLang="ko-KR" sz="1000"/>
              <a:t>2</a:t>
            </a:r>
            <a:r>
              <a:rPr lang="ko-KR" altLang="en-US" sz="1000"/>
              <a:t>개로</a:t>
            </a:r>
            <a:r>
              <a:rPr lang="en-US" altLang="ko-KR" sz="1000"/>
              <a:t>(</a:t>
            </a:r>
            <a:r>
              <a:rPr lang="ko-KR" altLang="en-US" sz="1000"/>
              <a:t>라인</a:t>
            </a:r>
            <a:r>
              <a:rPr lang="en-US" altLang="ko-KR" sz="1000"/>
              <a:t>)
</a:t>
            </a:r>
            <a:r>
              <a:rPr lang="ko-KR" altLang="en-US" sz="1000"/>
              <a:t>시간제주차 안내판 부착</a:t>
            </a:r>
            <a:r>
              <a:rPr lang="en-US" altLang="ko-KR" sz="1000"/>
              <a:t>: 3</a:t>
            </a:r>
            <a:r>
              <a:rPr lang="ko-KR" altLang="en-US" sz="1000"/>
              <a:t>개
작업시 신호수 상주 및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2025-09-25T03:25:20Z</dcterms:modified>
</cp:coreProperties>
</file>