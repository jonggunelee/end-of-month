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9FF7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211" autoAdjust="0"/>
    <p:restoredTop sz="94660"/>
  </p:normalViewPr>
  <p:slideViewPr>
    <p:cSldViewPr snapToGrid="0">
      <p:cViewPr>
        <p:scale>
          <a:sx n="75" d="100"/>
          <a:sy n="75" d="100"/>
        </p:scale>
        <p:origin x="1998" y="7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39D18B-8B68-BBC5-4F7C-B1EFE10305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E808DAD-6F1C-DDBB-11E1-06BDB80C85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B25408E-481A-3495-CCAC-D74D167099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5334-F147-4B04-9699-478B50CF765E}" type="datetimeFigureOut">
              <a:rPr lang="ko-KR" altLang="en-US" smtClean="0"/>
              <a:t>2025-09-25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521DD5F-10D5-4798-B5C6-6057E07F17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1BACF5C-E643-0F3E-9EE6-F2CAF9800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105CED-79AE-42E1-BE2D-49974B5969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85332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216B25-9859-9EB5-2A7B-9C8A2C8C78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4877912-54A8-83D9-1E23-3FB0187C1A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65CB44D-5BC6-0A4C-C39D-0AA1631EA3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5334-F147-4B04-9699-478B50CF765E}" type="datetimeFigureOut">
              <a:rPr lang="ko-KR" altLang="en-US" smtClean="0"/>
              <a:t>2025-09-25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3844EF4-8423-A7DD-870A-9C8A2724C4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56F22EA-C9FE-4579-EF92-1136E368B1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105CED-79AE-42E1-BE2D-49974B5969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56861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0C8653-3A8F-5A15-5FE0-5346061DB2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CBF4378-93CA-D199-2482-B6864AEACD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CDAF8F4-1738-A3A1-EA05-8ECCDBEA55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5334-F147-4B04-9699-478B50CF765E}" type="datetimeFigureOut">
              <a:rPr lang="ko-KR" altLang="en-US" smtClean="0"/>
              <a:t>2025-09-25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363F71E-EBC2-BC74-0091-62AB4F4ADA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D64E49F-0BA9-0FA3-0371-1B68A79D8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105CED-79AE-42E1-BE2D-49974B5969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58067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DDE736-A25B-26FA-E392-F54C9C94DB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10F0160-78FF-67BD-3388-F61DC87607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D2AF3F0-A5A2-1405-674F-3FB8160ABE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0971481-F524-7EC4-EE1C-7D4222F24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5334-F147-4B04-9699-478B50CF765E}" type="datetimeFigureOut">
              <a:rPr lang="ko-KR" altLang="en-US" smtClean="0"/>
              <a:t>2025-09-25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8E8925A-116C-2A4D-D827-38C5E816DB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AF7E31C-B9F4-F039-2854-0B00912C2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105CED-79AE-42E1-BE2D-49974B5969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56137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ABAD63-DF2C-106E-E3C2-CF5EF87D68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BCCF0DE-A7CC-A295-6EBC-56C251078B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AC24057-580D-AEAD-838F-7A79266584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F6A7CAB-BFC9-50D8-6F5A-8D2A9561DB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0F1A2DF-8640-83E6-C6E9-2F4DB57E6D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19AABB5-6B6F-2239-3279-673E5EF44E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5334-F147-4B04-9699-478B50CF765E}" type="datetimeFigureOut">
              <a:rPr lang="ko-KR" altLang="en-US" smtClean="0"/>
              <a:t>2025-09-25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95876B6-A3E6-B56D-3302-AE65E6AF79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9E5B040-5F2F-1720-97D6-4174F222FF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105CED-79AE-42E1-BE2D-49974B5969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28288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BF33BF-21B2-51BA-73AC-8FA4CC851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2082387-3262-CAED-3A9F-E829C3C7D7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5334-F147-4B04-9699-478B50CF765E}" type="datetimeFigureOut">
              <a:rPr lang="ko-KR" altLang="en-US" smtClean="0"/>
              <a:t>2025-09-25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6FBD3F3-4580-191C-B2B2-AA562AE12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42C19CF-5487-EE74-2577-EBB931BF2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105CED-79AE-42E1-BE2D-49974B5969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79024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BB3342F-B32D-BDA9-6834-E295AA134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5334-F147-4B04-9699-478B50CF765E}" type="datetimeFigureOut">
              <a:rPr lang="ko-KR" altLang="en-US" smtClean="0"/>
              <a:t>2025-09-25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1014692-80BB-4843-329A-0084EA13C4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C7D2D59-BCC8-37DB-3418-D125E30D0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105CED-79AE-42E1-BE2D-49974B5969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47987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B06AD2-DC2D-15FE-2FDC-72252B5128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BF84FC0-CE69-AC31-6D06-4A57003C35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9EC6CE6-07C5-073C-2D1C-7DCFC209D1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73C2533-7044-CE3E-1D98-E7D73CD5D8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5334-F147-4B04-9699-478B50CF765E}" type="datetimeFigureOut">
              <a:rPr lang="ko-KR" altLang="en-US" smtClean="0"/>
              <a:t>2025-09-25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D3DCF7F-F34B-0E8D-4EBA-AB404AAAB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04AC37D-296C-9F9E-9EC9-4C6F03F25D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105CED-79AE-42E1-BE2D-49974B5969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35945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8249B1-B945-D32E-6BA5-9149655465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D6349AB-E1C3-3A59-5DB8-4677952DF91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49EB3B2-2442-523B-908C-81B2130650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81608CB-BB3C-6C0D-72DE-88499CF91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5334-F147-4B04-9699-478B50CF765E}" type="datetimeFigureOut">
              <a:rPr lang="ko-KR" altLang="en-US" smtClean="0"/>
              <a:t>2025-09-25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974549A-00A9-C6E3-266D-9D4E8A2258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DF2400B-CB56-07F2-0564-58582563F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105CED-79AE-42E1-BE2D-49974B5969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85303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9FC97D-B526-11E6-CF6A-17E61AD231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003C0AF-6EFF-4717-176F-D1526595A3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2A6B47B-8A6B-98F4-77B7-99433FD62F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5334-F147-4B04-9699-478B50CF765E}" type="datetimeFigureOut">
              <a:rPr lang="ko-KR" altLang="en-US" smtClean="0"/>
              <a:t>2025-09-25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8E576D8-B27C-155F-6C54-3BFF7D01F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6F359D6-6A81-A0CE-74E5-80B1B32B4F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105CED-79AE-42E1-BE2D-49974B5969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40973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2CA1C43-2CD4-19F3-AD07-550E4031D6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64A01CE-A2E0-9D92-FECB-746DE1C8A2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2FA0140-B98D-4E3F-13FB-97A2D3512E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5334-F147-4B04-9699-478B50CF765E}" type="datetimeFigureOut">
              <a:rPr lang="ko-KR" altLang="en-US" smtClean="0"/>
              <a:t>2025-09-25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964FE85-731A-5C07-E372-D5A6C1CA32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89C05A1-836D-9FB3-810B-49E2CBB76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105CED-79AE-42E1-BE2D-49974B5969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91293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DD4FA80-8AD6-A751-303D-71833D5CF2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EE3DAC8-1E60-B963-5882-5E5CDF2B0E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27F5148-904B-80D2-7008-C3C9DE3928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5334-F147-4B04-9699-478B50CF765E}" type="datetimeFigureOut">
              <a:rPr lang="ko-KR" altLang="en-US" smtClean="0"/>
              <a:t>2025-09-25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243FE04-5FA1-4837-E489-12B818EBF6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46C98E6-6F08-586E-A9A8-D0DA3BF361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105CED-79AE-42E1-BE2D-49974B5969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9715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A9741331-71EB-2428-25A9-8BE946BCCB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247" y="2166506"/>
            <a:ext cx="4742993" cy="2442641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D56677B-C0B7-4DAC-ACAD-8054FF1B59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96000" y="1573887"/>
            <a:ext cx="0" cy="3710227"/>
          </a:xfrm>
          <a:prstGeom prst="line">
            <a:avLst/>
          </a:prstGeom>
          <a:ln w="19050">
            <a:solidFill>
              <a:srgbClr val="FF00D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그림 2">
            <a:extLst>
              <a:ext uri="{FF2B5EF4-FFF2-40B4-BE49-F238E27FC236}">
                <a16:creationId xmlns:a16="http://schemas.microsoft.com/office/drawing/2014/main" id="{A996ED34-BFA1-E8AF-F851-646ACB899BC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476" t="3442" r="32913" b="25088"/>
          <a:stretch>
            <a:fillRect/>
          </a:stretch>
        </p:blipFill>
        <p:spPr>
          <a:xfrm>
            <a:off x="6770261" y="1524861"/>
            <a:ext cx="4728015" cy="3929131"/>
          </a:xfrm>
          <a:prstGeom prst="rect">
            <a:avLst/>
          </a:prstGeom>
        </p:spPr>
      </p:pic>
      <p:grpSp>
        <p:nvGrpSpPr>
          <p:cNvPr id="4" name="그룹 3">
            <a:extLst>
              <a:ext uri="{FF2B5EF4-FFF2-40B4-BE49-F238E27FC236}">
                <a16:creationId xmlns:a16="http://schemas.microsoft.com/office/drawing/2014/main" id="{5C9977E4-1A83-702D-2F20-FFFC8A44FA89}"/>
              </a:ext>
            </a:extLst>
          </p:cNvPr>
          <p:cNvGrpSpPr/>
          <p:nvPr/>
        </p:nvGrpSpPr>
        <p:grpSpPr>
          <a:xfrm>
            <a:off x="872079" y="1041400"/>
            <a:ext cx="2214271" cy="296049"/>
            <a:chOff x="63318" y="2459650"/>
            <a:chExt cx="2214271" cy="296049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88B0ECC9-66CE-38A7-4AFB-D5E404B33C48}"/>
                </a:ext>
              </a:extLst>
            </p:cNvPr>
            <p:cNvSpPr/>
            <p:nvPr/>
          </p:nvSpPr>
          <p:spPr>
            <a:xfrm>
              <a:off x="63318" y="2541095"/>
              <a:ext cx="355600" cy="128409"/>
            </a:xfrm>
            <a:prstGeom prst="rect">
              <a:avLst/>
            </a:prstGeom>
            <a:solidFill>
              <a:srgbClr val="09FF78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highlight>
                  <a:srgbClr val="FFFF00"/>
                </a:highlight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4906FAF4-FC85-D16A-C6E9-2E89FA62EF69}"/>
                </a:ext>
              </a:extLst>
            </p:cNvPr>
            <p:cNvSpPr txBox="1"/>
            <p:nvPr/>
          </p:nvSpPr>
          <p:spPr>
            <a:xfrm>
              <a:off x="395624" y="2478700"/>
              <a:ext cx="52610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:</a:t>
              </a:r>
              <a:r>
                <a:rPr lang="ko-KR" altLang="en-US" sz="12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기존</a:t>
              </a: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C092A725-79F3-6C61-5646-47C48AACC77F}"/>
                </a:ext>
              </a:extLst>
            </p:cNvPr>
            <p:cNvSpPr/>
            <p:nvPr/>
          </p:nvSpPr>
          <p:spPr>
            <a:xfrm>
              <a:off x="1018612" y="2541095"/>
              <a:ext cx="355600" cy="128409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highlight>
                  <a:srgbClr val="FFFF00"/>
                </a:highlight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2635E67-5147-D94C-5AAD-609B7D13125F}"/>
                </a:ext>
              </a:extLst>
            </p:cNvPr>
            <p:cNvSpPr txBox="1"/>
            <p:nvPr/>
          </p:nvSpPr>
          <p:spPr>
            <a:xfrm>
              <a:off x="1369968" y="2459650"/>
              <a:ext cx="90762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:</a:t>
              </a:r>
              <a:r>
                <a:rPr lang="ko-KR" altLang="en-US" sz="1200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신설</a:t>
              </a:r>
              <a:r>
                <a:rPr lang="en-US" altLang="ko-KR" sz="1200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/</a:t>
              </a:r>
              <a:r>
                <a:rPr lang="ko-KR" altLang="en-US" sz="1200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개선</a:t>
              </a:r>
            </a:p>
          </p:txBody>
        </p:sp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C7DE8B36-824E-6AF1-47BC-70F63B1C7E4B}"/>
              </a:ext>
            </a:extLst>
          </p:cNvPr>
          <p:cNvGrpSpPr/>
          <p:nvPr/>
        </p:nvGrpSpPr>
        <p:grpSpPr>
          <a:xfrm>
            <a:off x="6414661" y="1041400"/>
            <a:ext cx="2214271" cy="296049"/>
            <a:chOff x="63318" y="2459650"/>
            <a:chExt cx="2214271" cy="296049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A8F1D668-FE51-4360-C829-C73025CC461D}"/>
                </a:ext>
              </a:extLst>
            </p:cNvPr>
            <p:cNvSpPr/>
            <p:nvPr/>
          </p:nvSpPr>
          <p:spPr>
            <a:xfrm>
              <a:off x="63318" y="2541095"/>
              <a:ext cx="355600" cy="128409"/>
            </a:xfrm>
            <a:prstGeom prst="rect">
              <a:avLst/>
            </a:prstGeom>
            <a:solidFill>
              <a:srgbClr val="09FF78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highlight>
                  <a:srgbClr val="FFFF00"/>
                </a:highlight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F94C4F2F-8963-0DD2-E2F1-848B50C5C39E}"/>
                </a:ext>
              </a:extLst>
            </p:cNvPr>
            <p:cNvSpPr txBox="1"/>
            <p:nvPr/>
          </p:nvSpPr>
          <p:spPr>
            <a:xfrm>
              <a:off x="395624" y="2478700"/>
              <a:ext cx="52610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:</a:t>
              </a:r>
              <a:r>
                <a:rPr lang="ko-KR" altLang="en-US" sz="12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기존</a:t>
              </a: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B2B28200-9B99-F8D8-0EF4-10C31B0A1303}"/>
                </a:ext>
              </a:extLst>
            </p:cNvPr>
            <p:cNvSpPr/>
            <p:nvPr/>
          </p:nvSpPr>
          <p:spPr>
            <a:xfrm>
              <a:off x="1018612" y="2541095"/>
              <a:ext cx="355600" cy="128409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highlight>
                  <a:srgbClr val="FFFF00"/>
                </a:highlight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83B45153-FB52-4938-18A1-8A166794FD01}"/>
                </a:ext>
              </a:extLst>
            </p:cNvPr>
            <p:cNvSpPr txBox="1"/>
            <p:nvPr/>
          </p:nvSpPr>
          <p:spPr>
            <a:xfrm>
              <a:off x="1369968" y="2459650"/>
              <a:ext cx="90762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:</a:t>
              </a:r>
              <a:r>
                <a:rPr lang="ko-KR" altLang="en-US" sz="1200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신설</a:t>
              </a:r>
              <a:r>
                <a:rPr lang="en-US" altLang="ko-KR" sz="1200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/</a:t>
              </a:r>
              <a:r>
                <a:rPr lang="ko-KR" altLang="en-US" sz="1200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개선</a:t>
              </a:r>
            </a:p>
          </p:txBody>
        </p:sp>
      </p:grp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64BCA07A-4902-E6C0-D615-47BB0DC59FB9}"/>
              </a:ext>
            </a:extLst>
          </p:cNvPr>
          <p:cNvSpPr/>
          <p:nvPr/>
        </p:nvSpPr>
        <p:spPr>
          <a:xfrm>
            <a:off x="1732000" y="5714053"/>
            <a:ext cx="2990134" cy="38472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ko-KR" sz="1900" b="1" dirty="0">
                <a:ln w="9525">
                  <a:solidFill>
                    <a:schemeClr val="tx1">
                      <a:lumMod val="75000"/>
                      <a:lumOff val="25000"/>
                    </a:schemeClr>
                  </a:solidFill>
                  <a:prstDash val="solid"/>
                </a:ln>
                <a:solidFill>
                  <a:schemeClr val="bg1">
                    <a:lumMod val="50000"/>
                  </a:schemeClr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101</a:t>
            </a:r>
            <a:r>
              <a:rPr lang="ko-KR" altLang="en-US" sz="1900" b="1" cap="none" spc="0" dirty="0">
                <a:ln w="9525">
                  <a:solidFill>
                    <a:schemeClr val="tx1">
                      <a:lumMod val="75000"/>
                      <a:lumOff val="25000"/>
                    </a:schemeClr>
                  </a:solidFill>
                  <a:prstDash val="solid"/>
                </a:ln>
                <a:solidFill>
                  <a:schemeClr val="bg1">
                    <a:lumMod val="50000"/>
                  </a:schemeClr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동 </a:t>
            </a:r>
            <a:r>
              <a:rPr lang="en-US" altLang="ko-KR" sz="1900" b="1" cap="none" spc="0" dirty="0">
                <a:ln w="9525">
                  <a:solidFill>
                    <a:schemeClr val="tx1">
                      <a:lumMod val="75000"/>
                      <a:lumOff val="25000"/>
                    </a:schemeClr>
                  </a:solidFill>
                  <a:prstDash val="solid"/>
                </a:ln>
                <a:solidFill>
                  <a:schemeClr val="bg1">
                    <a:lumMod val="50000"/>
                  </a:schemeClr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-104</a:t>
            </a:r>
            <a:r>
              <a:rPr lang="ko-KR" altLang="en-US" sz="1900" b="1" cap="none" spc="0" dirty="0">
                <a:ln w="9525">
                  <a:solidFill>
                    <a:schemeClr val="tx1">
                      <a:lumMod val="75000"/>
                      <a:lumOff val="25000"/>
                    </a:schemeClr>
                  </a:solidFill>
                  <a:prstDash val="solid"/>
                </a:ln>
                <a:solidFill>
                  <a:schemeClr val="bg1">
                    <a:lumMod val="50000"/>
                  </a:schemeClr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동 </a:t>
            </a:r>
            <a:r>
              <a:rPr lang="en-US" altLang="ko-KR" sz="1900" b="1" cap="none" spc="0" dirty="0">
                <a:ln w="9525">
                  <a:solidFill>
                    <a:schemeClr val="tx1">
                      <a:lumMod val="75000"/>
                      <a:lumOff val="25000"/>
                    </a:schemeClr>
                  </a:solidFill>
                  <a:prstDash val="solid"/>
                </a:ln>
                <a:solidFill>
                  <a:schemeClr val="bg1">
                    <a:lumMod val="50000"/>
                  </a:schemeClr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(</a:t>
            </a:r>
            <a:r>
              <a:rPr lang="ko-KR" altLang="en-US" sz="1900" b="1" cap="none" spc="0" dirty="0">
                <a:ln w="9525">
                  <a:solidFill>
                    <a:schemeClr val="tx1">
                      <a:lumMod val="75000"/>
                      <a:lumOff val="25000"/>
                    </a:schemeClr>
                  </a:solidFill>
                  <a:prstDash val="solid"/>
                </a:ln>
                <a:solidFill>
                  <a:schemeClr val="bg1">
                    <a:lumMod val="50000"/>
                  </a:schemeClr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지하 </a:t>
            </a:r>
            <a:r>
              <a:rPr lang="en-US" altLang="ko-KR" sz="1900" b="1" cap="none" spc="0" dirty="0">
                <a:ln w="9525">
                  <a:solidFill>
                    <a:schemeClr val="tx1">
                      <a:lumMod val="75000"/>
                      <a:lumOff val="25000"/>
                    </a:schemeClr>
                  </a:solidFill>
                  <a:prstDash val="solid"/>
                </a:ln>
                <a:solidFill>
                  <a:schemeClr val="bg1">
                    <a:lumMod val="50000"/>
                  </a:schemeClr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1</a:t>
            </a:r>
            <a:r>
              <a:rPr lang="ko-KR" altLang="en-US" sz="1900" b="1" cap="none" spc="0" dirty="0">
                <a:ln w="9525">
                  <a:solidFill>
                    <a:schemeClr val="tx1">
                      <a:lumMod val="75000"/>
                      <a:lumOff val="25000"/>
                    </a:schemeClr>
                  </a:solidFill>
                  <a:prstDash val="solid"/>
                </a:ln>
                <a:solidFill>
                  <a:schemeClr val="bg1">
                    <a:lumMod val="50000"/>
                  </a:schemeClr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층</a:t>
            </a:r>
            <a:r>
              <a:rPr lang="en-US" altLang="ko-KR" sz="1900" b="1" cap="none" spc="0" dirty="0">
                <a:ln w="9525">
                  <a:solidFill>
                    <a:schemeClr val="tx1">
                      <a:lumMod val="75000"/>
                      <a:lumOff val="25000"/>
                    </a:schemeClr>
                  </a:solidFill>
                  <a:prstDash val="solid"/>
                </a:ln>
                <a:solidFill>
                  <a:schemeClr val="bg1">
                    <a:lumMod val="50000"/>
                  </a:schemeClr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)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C6A8B6E1-BD5F-BDD3-0C9E-F202584C7FC8}"/>
              </a:ext>
            </a:extLst>
          </p:cNvPr>
          <p:cNvSpPr/>
          <p:nvPr/>
        </p:nvSpPr>
        <p:spPr>
          <a:xfrm>
            <a:off x="7649355" y="5714053"/>
            <a:ext cx="2990134" cy="38472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ko-KR" sz="1900" b="1" dirty="0">
                <a:ln w="9525">
                  <a:solidFill>
                    <a:schemeClr val="tx1">
                      <a:lumMod val="75000"/>
                      <a:lumOff val="25000"/>
                    </a:schemeClr>
                  </a:solidFill>
                  <a:prstDash val="solid"/>
                </a:ln>
                <a:solidFill>
                  <a:schemeClr val="bg1">
                    <a:lumMod val="50000"/>
                  </a:schemeClr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101</a:t>
            </a:r>
            <a:r>
              <a:rPr lang="ko-KR" altLang="en-US" sz="1900" b="1" cap="none" spc="0" dirty="0">
                <a:ln w="9525">
                  <a:solidFill>
                    <a:schemeClr val="tx1">
                      <a:lumMod val="75000"/>
                      <a:lumOff val="25000"/>
                    </a:schemeClr>
                  </a:solidFill>
                  <a:prstDash val="solid"/>
                </a:ln>
                <a:solidFill>
                  <a:schemeClr val="bg1">
                    <a:lumMod val="50000"/>
                  </a:schemeClr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동 </a:t>
            </a:r>
            <a:r>
              <a:rPr lang="en-US" altLang="ko-KR" sz="1900" b="1" cap="none" spc="0" dirty="0">
                <a:ln w="9525">
                  <a:solidFill>
                    <a:schemeClr val="tx1">
                      <a:lumMod val="75000"/>
                      <a:lumOff val="25000"/>
                    </a:schemeClr>
                  </a:solidFill>
                  <a:prstDash val="solid"/>
                </a:ln>
                <a:solidFill>
                  <a:schemeClr val="bg1">
                    <a:lumMod val="50000"/>
                  </a:schemeClr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-104</a:t>
            </a:r>
            <a:r>
              <a:rPr lang="ko-KR" altLang="en-US" sz="1900" b="1" cap="none" spc="0" dirty="0">
                <a:ln w="9525">
                  <a:solidFill>
                    <a:schemeClr val="tx1">
                      <a:lumMod val="75000"/>
                      <a:lumOff val="25000"/>
                    </a:schemeClr>
                  </a:solidFill>
                  <a:prstDash val="solid"/>
                </a:ln>
                <a:solidFill>
                  <a:schemeClr val="bg1">
                    <a:lumMod val="50000"/>
                  </a:schemeClr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동 </a:t>
            </a:r>
            <a:r>
              <a:rPr lang="en-US" altLang="ko-KR" sz="1900" b="1" cap="none" spc="0" dirty="0">
                <a:ln w="9525">
                  <a:solidFill>
                    <a:schemeClr val="tx1">
                      <a:lumMod val="75000"/>
                      <a:lumOff val="25000"/>
                    </a:schemeClr>
                  </a:solidFill>
                  <a:prstDash val="solid"/>
                </a:ln>
                <a:solidFill>
                  <a:schemeClr val="bg1">
                    <a:lumMod val="50000"/>
                  </a:schemeClr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(</a:t>
            </a:r>
            <a:r>
              <a:rPr lang="ko-KR" altLang="en-US" sz="1900" b="1" cap="none" spc="0" dirty="0">
                <a:ln w="9525">
                  <a:solidFill>
                    <a:schemeClr val="tx1">
                      <a:lumMod val="75000"/>
                      <a:lumOff val="25000"/>
                    </a:schemeClr>
                  </a:solidFill>
                  <a:prstDash val="solid"/>
                </a:ln>
                <a:solidFill>
                  <a:schemeClr val="bg1">
                    <a:lumMod val="50000"/>
                  </a:schemeClr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지하 </a:t>
            </a:r>
            <a:r>
              <a:rPr lang="en-US" altLang="ko-KR" sz="1900" b="1" dirty="0">
                <a:ln w="9525">
                  <a:solidFill>
                    <a:schemeClr val="tx1">
                      <a:lumMod val="75000"/>
                      <a:lumOff val="25000"/>
                    </a:schemeClr>
                  </a:solidFill>
                  <a:prstDash val="solid"/>
                </a:ln>
                <a:solidFill>
                  <a:schemeClr val="bg1">
                    <a:lumMod val="50000"/>
                  </a:schemeClr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2</a:t>
            </a:r>
            <a:r>
              <a:rPr lang="ko-KR" altLang="en-US" sz="1900" b="1" cap="none" spc="0" dirty="0">
                <a:ln w="9525">
                  <a:solidFill>
                    <a:schemeClr val="tx1">
                      <a:lumMod val="75000"/>
                      <a:lumOff val="25000"/>
                    </a:schemeClr>
                  </a:solidFill>
                  <a:prstDash val="solid"/>
                </a:ln>
                <a:solidFill>
                  <a:schemeClr val="bg1">
                    <a:lumMod val="50000"/>
                  </a:schemeClr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층</a:t>
            </a:r>
            <a:r>
              <a:rPr lang="en-US" altLang="ko-KR" sz="1900" b="1" cap="none" spc="0" dirty="0">
                <a:ln w="9525">
                  <a:solidFill>
                    <a:schemeClr val="tx1">
                      <a:lumMod val="75000"/>
                      <a:lumOff val="25000"/>
                    </a:schemeClr>
                  </a:solidFill>
                  <a:prstDash val="solid"/>
                </a:ln>
                <a:solidFill>
                  <a:schemeClr val="bg1">
                    <a:lumMod val="50000"/>
                  </a:schemeClr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7325733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1268</TotalTime>
  <Words>32</Words>
  <Application>Microsoft Office PowerPoint</Application>
  <PresentationFormat>와이드스크린</PresentationFormat>
  <Paragraphs>6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승덕 박</dc:creator>
  <cp:lastModifiedBy>종근 이</cp:lastModifiedBy>
  <cp:revision>39</cp:revision>
  <dcterms:created xsi:type="dcterms:W3CDTF">2024-08-29T23:43:46Z</dcterms:created>
  <dcterms:modified xsi:type="dcterms:W3CDTF">2025-09-25T03:16:27Z</dcterms:modified>
</cp:coreProperties>
</file>