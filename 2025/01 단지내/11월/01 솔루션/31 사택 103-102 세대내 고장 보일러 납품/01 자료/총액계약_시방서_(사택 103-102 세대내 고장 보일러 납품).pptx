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80" d="100"/>
          <a:sy n="80" d="100"/>
        </p:scale>
        <p:origin x="3702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2025-10-13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2025-10-13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2025-10-13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2025-10-13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2025-10-13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2025-10-13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2025-10-13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2025-10-13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2025-10-13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2025-10-13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2025-10-13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2025-10-13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2025-10-13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103-102 </a:t>
            </a:r>
            <a:r>
              <a:rPr lang="ko-KR" altLang="en-US" b="1">
                <a:latin typeface="+mn-ea"/>
              </a:rPr>
              <a:t>세대내 고장 보일러 납품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103-102 </a:t>
            </a:r>
            <a:r>
              <a:rPr lang="ko-KR" altLang="en-US" sz="1000">
                <a:latin typeface="+mn-ea"/>
              </a:rPr>
              <a:t>세대내 고장 보일러 납품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103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15822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 dirty="0"/>
              <a:t>대상</a:t>
            </a:r>
            <a:r>
              <a:rPr lang="en-US" altLang="ko-KR" sz="1000" dirty="0"/>
              <a:t>: 103</a:t>
            </a:r>
            <a:r>
              <a:rPr lang="ko-KR" altLang="en-US" sz="1000" dirty="0"/>
              <a:t>동 </a:t>
            </a:r>
            <a:r>
              <a:rPr lang="en-US" altLang="ko-KR" sz="1000" dirty="0"/>
              <a:t>102</a:t>
            </a:r>
            <a:r>
              <a:rPr lang="ko-KR" altLang="en-US" sz="1000" dirty="0"/>
              <a:t>호
가스버너 터짐으로 가스 누설 발생
귀뚜라미 보일러 </a:t>
            </a:r>
            <a:r>
              <a:rPr lang="ko-KR" altLang="en-US" sz="1000" dirty="0" err="1"/>
              <a:t>네번타는보일러</a:t>
            </a:r>
            <a:r>
              <a:rPr lang="en-US" altLang="ko-KR" sz="1000" dirty="0"/>
              <a:t>(</a:t>
            </a:r>
            <a:r>
              <a:rPr lang="ko-KR" altLang="en-US" sz="1000" dirty="0"/>
              <a:t>거꾸로</a:t>
            </a:r>
            <a:r>
              <a:rPr lang="en-US" altLang="ko-KR" sz="1000" dirty="0"/>
              <a:t>ECO</a:t>
            </a:r>
            <a:r>
              <a:rPr lang="ko-KR" altLang="en-US" sz="1000" dirty="0" err="1"/>
              <a:t>콘덴싱</a:t>
            </a:r>
            <a:r>
              <a:rPr lang="en-US" altLang="ko-KR" sz="1000" dirty="0" err="1"/>
              <a:t>L20-27H</a:t>
            </a:r>
            <a:r>
              <a:rPr lang="en-US" altLang="ko-KR" sz="1000" dirty="0"/>
              <a:t>)
</a:t>
            </a:r>
            <a:r>
              <a:rPr lang="ko-KR" altLang="en-US" sz="1000" dirty="0"/>
              <a:t>보일러 사택 관리소에 납품</a:t>
            </a:r>
            <a:r>
              <a:rPr lang="en-US" altLang="ko-KR" sz="1000" dirty="0"/>
              <a:t>(</a:t>
            </a:r>
            <a:r>
              <a:rPr lang="ko-KR" altLang="en-US" sz="1000" dirty="0"/>
              <a:t>셋업 작업 관리는 사택 관리소</a:t>
            </a:r>
            <a:r>
              <a:rPr lang="en-US" altLang="ko-KR" sz="1000" dirty="0"/>
              <a:t>)
</a:t>
            </a:r>
            <a:r>
              <a:rPr lang="ko-KR" altLang="en-US" sz="1000" dirty="0"/>
              <a:t>온도조절기</a:t>
            </a:r>
            <a:r>
              <a:rPr lang="en-US" altLang="ko-KR" sz="1000" dirty="0"/>
              <a:t>/</a:t>
            </a:r>
            <a:r>
              <a:rPr lang="ko-KR" altLang="en-US" sz="1000" dirty="0" err="1"/>
              <a:t>가스누설경보기</a:t>
            </a:r>
            <a:r>
              <a:rPr lang="en-US" altLang="ko-KR" sz="1000" dirty="0"/>
              <a:t>/</a:t>
            </a:r>
            <a:r>
              <a:rPr lang="ko-KR" altLang="en-US" sz="1000" dirty="0"/>
              <a:t>보일러 본체 납품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828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490</cp:revision>
  <dcterms:created xsi:type="dcterms:W3CDTF">2015-01-28T03:52:40Z</dcterms:created>
  <dcterms:modified xsi:type="dcterms:W3CDTF">2025-10-12T21:17:04Z</dcterms:modified>
</cp:coreProperties>
</file>