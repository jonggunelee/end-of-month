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912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2-304 </a:t>
            </a:r>
            <a:r>
              <a:rPr lang="ko-KR" altLang="en-US" b="1">
                <a:latin typeface="+mn-ea"/>
              </a:rPr>
              <a:t>씽크대 상하부장 문짝교체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2-304 </a:t>
            </a:r>
            <a:r>
              <a:rPr lang="ko-KR" altLang="en-US" sz="1000">
                <a:latin typeface="+mn-ea"/>
              </a:rPr>
              <a:t>씽크대 상하부장 문짝교체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5055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주방 문짝 분리후 수평</a:t>
            </a:r>
            <a:r>
              <a:rPr lang="en-US" altLang="ko-KR" sz="1000"/>
              <a:t>/</a:t>
            </a:r>
            <a:r>
              <a:rPr lang="ko-KR" altLang="en-US" sz="1000"/>
              <a:t>처짐</a:t>
            </a:r>
            <a:r>
              <a:rPr lang="en-US" altLang="ko-KR" sz="1000"/>
              <a:t>/</a:t>
            </a:r>
            <a:r>
              <a:rPr lang="ko-KR" altLang="en-US" sz="1000"/>
              <a:t>보강 상태 사전 점검
주방 씽크대 하부장 문짝</a:t>
            </a:r>
            <a:r>
              <a:rPr lang="en-US" altLang="ko-KR" sz="1000"/>
              <a:t>(</a:t>
            </a:r>
            <a:r>
              <a:rPr lang="ko-KR" altLang="en-US" sz="1000"/>
              <a:t>옆판</a:t>
            </a:r>
            <a:r>
              <a:rPr lang="en-US" altLang="ko-KR" sz="1000"/>
              <a:t>(1</a:t>
            </a:r>
            <a:r>
              <a:rPr lang="ko-KR" altLang="en-US" sz="1000"/>
              <a:t>개</a:t>
            </a:r>
            <a:r>
              <a:rPr lang="en-US" altLang="ko-KR" sz="1000"/>
              <a:t>) </a:t>
            </a:r>
            <a:r>
              <a:rPr lang="ko-KR" altLang="en-US" sz="1000"/>
              <a:t>교체 작업
주방 씽크대</a:t>
            </a:r>
            <a:r>
              <a:rPr lang="en-US" altLang="ko-KR" sz="1000"/>
              <a:t>(</a:t>
            </a:r>
            <a:r>
              <a:rPr lang="ko-KR" altLang="en-US" sz="1000"/>
              <a:t>하부장</a:t>
            </a:r>
            <a:r>
              <a:rPr lang="en-US" altLang="ko-KR" sz="1000"/>
              <a:t>) </a:t>
            </a:r>
            <a:r>
              <a:rPr lang="ko-KR" altLang="en-US" sz="1000"/>
              <a:t>문짝</a:t>
            </a:r>
            <a:r>
              <a:rPr lang="en-US" altLang="ko-KR" sz="1000"/>
              <a:t>(</a:t>
            </a:r>
            <a:r>
              <a:rPr lang="ko-KR" altLang="en-US" sz="1000"/>
              <a:t>서럽장</a:t>
            </a:r>
            <a:r>
              <a:rPr lang="en-US" altLang="ko-KR" sz="1000"/>
              <a:t>_</a:t>
            </a:r>
            <a:r>
              <a:rPr lang="ko-KR" altLang="en-US" sz="1000"/>
              <a:t>몰딩포함</a:t>
            </a:r>
            <a:r>
              <a:rPr lang="en-US" altLang="ko-KR" sz="1000"/>
              <a:t>)
</a:t>
            </a:r>
            <a:r>
              <a:rPr lang="ko-KR" altLang="en-US" sz="1000"/>
              <a:t>주방 씽크대 하부장 문짝 작업
주방 씽크대 서랍장 철거 작업
주방 씽크대 기존 몰딩 철거 작업
주방 씽크대 신규 문짝 및 서랍장 설치 작업
철거 씽크대 문짝 및 폐기물 폐기작업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2025-09-18T06:30:21Z</dcterms:modified>
</cp:coreProperties>
</file>