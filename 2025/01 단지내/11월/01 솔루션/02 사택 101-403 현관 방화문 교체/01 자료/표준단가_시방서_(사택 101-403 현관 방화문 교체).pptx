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2025-06-18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101-403 </a:t>
            </a:r>
            <a:r>
              <a:rPr lang="ko-KR" altLang="en-US" b="1">
                <a:latin typeface="+mn-ea"/>
              </a:rPr>
              <a:t>현관 방화문 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101-403 </a:t>
            </a:r>
            <a:r>
              <a:rPr lang="ko-KR" altLang="en-US" sz="1000">
                <a:latin typeface="+mn-ea"/>
              </a:rPr>
              <a:t>현관 방화문 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101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세대 현관앞 임시 가설 비닐 보양 작업
세대 현관 기존 방화문 및 현관내 신발장 천장 도배 부분 철거 작업
세대 현관 기존 방화문 틀 해체 작업
세대 현관 신규 방화문 틀 설치 작업
세대 현관 신규 방화문 설치 작업
세대 현관 벽면 도장 및 도배 보수 작업
세대 현관앞 임시 가설 비닐 보양 철거 및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847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2025-06-18T02:00:00Z</dcterms:modified>
</cp:coreProperties>
</file>