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AB</a:t>
            </a:r>
            <a:r>
              <a:rPr lang="ko-KR" altLang="en-US" b="1">
                <a:latin typeface="+mn-ea"/>
              </a:rPr>
              <a:t>동 비상방송 고장 엠프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AB</a:t>
            </a:r>
            <a:r>
              <a:rPr lang="ko-KR" altLang="en-US" sz="1000">
                <a:latin typeface="+mn-ea"/>
              </a:rPr>
              <a:t>동 비상방송 고장 엠프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AB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-</a:t>
            </a:r>
            <a:r>
              <a:rPr lang="ko-KR" altLang="en-US" sz="1000"/>
              <a:t>비상방송 점검결과 방송장비 고장 엠프</a:t>
            </a:r>
            <a:r>
              <a:rPr lang="en-US" altLang="ko-KR" sz="1000"/>
              <a:t>(1</a:t>
            </a:r>
            <a:r>
              <a:rPr lang="ko-KR" altLang="en-US" sz="1000"/>
              <a:t>대</a:t>
            </a:r>
            <a:r>
              <a:rPr lang="en-US" altLang="ko-KR" sz="1000"/>
              <a:t>) </a:t>
            </a:r>
            <a:r>
              <a:rPr lang="ko-KR" altLang="en-US" sz="1000"/>
              <a:t>담당 구역</a:t>
            </a:r>
            <a:r>
              <a:rPr lang="en-US" altLang="ko-KR" sz="1000"/>
              <a:t>:
.A</a:t>
            </a:r>
            <a:r>
              <a:rPr lang="ko-KR" altLang="en-US" sz="1000"/>
              <a:t>동 </a:t>
            </a:r>
            <a:r>
              <a:rPr lang="en-US" altLang="ko-KR" sz="1000"/>
              <a:t>3</a:t>
            </a:r>
            <a:r>
              <a:rPr lang="ko-KR" altLang="en-US" sz="1000"/>
              <a:t>층</a:t>
            </a:r>
            <a:r>
              <a:rPr lang="en-US" altLang="ko-KR" sz="1000"/>
              <a:t>_ 2</a:t>
            </a:r>
            <a:r>
              <a:rPr lang="ko-KR" altLang="en-US" sz="1000"/>
              <a:t>층</a:t>
            </a:r>
            <a:r>
              <a:rPr lang="en-US" altLang="ko-KR" sz="1000"/>
              <a:t>_ 1</a:t>
            </a:r>
            <a:r>
              <a:rPr lang="ko-KR" altLang="en-US" sz="1000"/>
              <a:t>층 지하층 화재 시 해당층</a:t>
            </a:r>
            <a:r>
              <a:rPr lang="en-US" altLang="ko-KR" sz="1000"/>
              <a:t>_ </a:t>
            </a:r>
            <a:r>
              <a:rPr lang="ko-KR" altLang="en-US" sz="1000"/>
              <a:t>직상층 및 지하층 비상방송 미출력 
</a:t>
            </a:r>
            <a:r>
              <a:rPr lang="en-US" altLang="ko-KR" sz="1000"/>
              <a:t>.B</a:t>
            </a:r>
            <a:r>
              <a:rPr lang="ko-KR" altLang="en-US" sz="1000"/>
              <a:t>동 </a:t>
            </a:r>
            <a:r>
              <a:rPr lang="en-US" altLang="ko-KR" sz="1000"/>
              <a:t>1</a:t>
            </a:r>
            <a:r>
              <a:rPr lang="ko-KR" altLang="en-US" sz="1000"/>
              <a:t>층</a:t>
            </a:r>
            <a:r>
              <a:rPr lang="en-US" altLang="ko-KR" sz="1000"/>
              <a:t>_ </a:t>
            </a:r>
            <a:r>
              <a:rPr lang="ko-KR" altLang="en-US" sz="1000"/>
              <a:t>지하층 화재 시 해당층</a:t>
            </a:r>
            <a:r>
              <a:rPr lang="en-US" altLang="ko-KR" sz="1000"/>
              <a:t>_ </a:t>
            </a:r>
            <a:r>
              <a:rPr lang="ko-KR" altLang="en-US" sz="1000"/>
              <a:t>직상층 및 지하층 비상방송 출력안됨
</a:t>
            </a:r>
            <a:r>
              <a:rPr lang="en-US" altLang="ko-KR" sz="1000"/>
              <a:t>-</a:t>
            </a:r>
            <a:r>
              <a:rPr lang="ko-KR" altLang="en-US" sz="1000"/>
              <a:t>고장 비상 방송 엠프 철거 및 교체 작업
</a:t>
            </a:r>
            <a:r>
              <a:rPr lang="en-US" altLang="ko-KR" sz="1000"/>
              <a:t>-</a:t>
            </a:r>
            <a:r>
              <a:rPr lang="ko-KR" altLang="en-US" sz="1000"/>
              <a:t>고장 엠프 철거 및 교체시 기존 엠프 파손 주의
</a:t>
            </a:r>
            <a:r>
              <a:rPr lang="en-US" altLang="ko-KR" sz="1000"/>
              <a:t>-</a:t>
            </a:r>
            <a:r>
              <a:rPr lang="ko-KR" altLang="en-US" sz="1000"/>
              <a:t>주변 방송 전원선 점검 및 시험 방송
</a:t>
            </a:r>
            <a:r>
              <a:rPr lang="en-US" altLang="ko-KR" sz="1000"/>
              <a:t>-</a:t>
            </a:r>
            <a:r>
              <a:rPr lang="ko-KR" altLang="en-US" sz="1000"/>
              <a:t>완료후 주변 정리 정돈 및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879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2025-08-20T03:31:20Z</dcterms:modified>
</cp:coreProperties>
</file>