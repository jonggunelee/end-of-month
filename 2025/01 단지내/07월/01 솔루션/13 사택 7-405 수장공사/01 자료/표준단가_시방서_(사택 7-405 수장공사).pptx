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7-405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7-405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</a:t>
            </a:r>
            <a:r>
              <a:rPr lang="en-US" altLang="ko-KR" sz="1000"/>
              <a:t>/</a:t>
            </a:r>
            <a:r>
              <a:rPr lang="ko-KR" altLang="en-US" sz="1000"/>
              <a:t>장판</a:t>
            </a:r>
            <a:r>
              <a:rPr lang="en-US" altLang="ko-KR" sz="1000"/>
              <a:t>: </a:t>
            </a:r>
            <a:r>
              <a:rPr lang="ko-KR" altLang="en-US" sz="1000"/>
              <a:t>비닐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_</a:t>
            </a:r>
            <a:r>
              <a:rPr lang="ko-KR" altLang="en-US" sz="1000"/>
              <a:t>수성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</a:t>
            </a:r>
            <a:r>
              <a:rPr lang="en-US" altLang="ko-KR" sz="1000"/>
              <a:t>) </a:t>
            </a:r>
            <a:r>
              <a:rPr lang="ko-KR" altLang="en-US" sz="1000"/>
              <a:t>작업
작업 완료후 폐기물 반출 및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2025-05-30T00:39:19Z</dcterms:modified>
</cp:coreProperties>
</file>