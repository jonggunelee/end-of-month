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계단실 지반수용 트렌치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계단실 지반수용 트렌치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건축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계단실 바닥 타일 부분 컷팅 작업
계단실 바닥 타일 부분 컷팅 부분 정리 작업
계단실 바닥 타일 부분 컷팅 부분 방수 작업
계단실 바닥 트렌치 반입 및 제단 작업
계단실 바닥 트렌치 설치 작업
계단실 폐기물 반출 및 처리 작업
계단실 배관 연결 완료후 담수 시험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2025-05-13T06:58:28Z</dcterms:modified>
</cp:coreProperties>
</file>