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7-302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7-302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걸레받이</a:t>
            </a:r>
            <a:r>
              <a:rPr lang="en-US" altLang="ko-KR" sz="1000"/>
              <a:t>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
</a:t>
            </a:r>
            <a:r>
              <a:rPr lang="ko-KR" altLang="en-US" sz="1000"/>
              <a:t>폐기물 반출</a:t>
            </a:r>
            <a:r>
              <a:rPr lang="en-US" altLang="ko-KR" sz="1000"/>
              <a:t>/</a:t>
            </a:r>
            <a:r>
              <a:rPr lang="ko-KR" altLang="en-US" sz="1000"/>
              <a:t>처리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2025-04-28T03:34:06Z</dcterms:modified>
</cp:coreProperties>
</file>