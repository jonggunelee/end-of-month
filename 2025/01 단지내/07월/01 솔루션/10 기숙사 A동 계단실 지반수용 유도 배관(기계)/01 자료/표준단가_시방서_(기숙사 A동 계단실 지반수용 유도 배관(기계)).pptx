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A</a:t>
            </a:r>
            <a:r>
              <a:rPr lang="ko-KR" altLang="en-US" b="1">
                <a:latin typeface="+mn-ea"/>
              </a:rPr>
              <a:t>동 계단실 지반수용 유도 배관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기계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A</a:t>
            </a:r>
            <a:r>
              <a:rPr lang="ko-KR" altLang="en-US" sz="1000">
                <a:latin typeface="+mn-ea"/>
              </a:rPr>
              <a:t>동 계단실 지반수용 유도 배관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기계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A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EPS</a:t>
            </a:r>
            <a:r>
              <a:rPr lang="ko-KR" altLang="en-US" sz="1000"/>
              <a:t>실 내부 옹벽 부분 비닐 보양 작업
</a:t>
            </a:r>
            <a:r>
              <a:rPr lang="en-US" altLang="ko-KR" sz="1000"/>
              <a:t>EPS</a:t>
            </a:r>
            <a:r>
              <a:rPr lang="ko-KR" altLang="en-US" sz="1000"/>
              <a:t>실 내부 옹벽 부분 타공 작업
</a:t>
            </a:r>
            <a:r>
              <a:rPr lang="en-US" altLang="ko-KR" sz="1000"/>
              <a:t>EPS</a:t>
            </a:r>
            <a:r>
              <a:rPr lang="ko-KR" altLang="en-US" sz="1000"/>
              <a:t>실 내부 옹벽 부분 타공부 슬리브 구성
</a:t>
            </a:r>
            <a:r>
              <a:rPr lang="en-US" altLang="ko-KR" sz="1000"/>
              <a:t>EPS</a:t>
            </a:r>
            <a:r>
              <a:rPr lang="ko-KR" altLang="en-US" sz="1000"/>
              <a:t>실 내부 옹벽 부분 타공부 </a:t>
            </a:r>
            <a:r>
              <a:rPr lang="en-US" altLang="ko-KR" sz="1000"/>
              <a:t>PVC</a:t>
            </a:r>
            <a:r>
              <a:rPr lang="ko-KR" altLang="en-US" sz="1000"/>
              <a:t>배관 설치
</a:t>
            </a:r>
            <a:r>
              <a:rPr lang="en-US" altLang="ko-KR" sz="1000"/>
              <a:t>EPS</a:t>
            </a:r>
            <a:r>
              <a:rPr lang="ko-KR" altLang="en-US" sz="1000"/>
              <a:t>실 내부 </a:t>
            </a:r>
            <a:r>
              <a:rPr lang="en-US" altLang="ko-KR" sz="1000"/>
              <a:t>PVC(50A) </a:t>
            </a:r>
            <a:r>
              <a:rPr lang="ko-KR" altLang="en-US" sz="1000"/>
              <a:t>기존 드레인 배관에 연결
</a:t>
            </a:r>
            <a:r>
              <a:rPr lang="en-US" altLang="ko-KR" sz="1000"/>
              <a:t>EPS</a:t>
            </a:r>
            <a:r>
              <a:rPr lang="ko-KR" altLang="en-US" sz="1000"/>
              <a:t>실 내부 </a:t>
            </a:r>
            <a:r>
              <a:rPr lang="en-US" altLang="ko-KR" sz="1000"/>
              <a:t>PVC(50A) </a:t>
            </a:r>
            <a:r>
              <a:rPr lang="ko-KR" altLang="en-US" sz="1000"/>
              <a:t>수직용 차수판 설치</a:t>
            </a:r>
            <a:r>
              <a:rPr lang="en-US" altLang="ko-KR" sz="1000"/>
              <a:t>(EPS</a:t>
            </a:r>
            <a:r>
              <a:rPr lang="ko-KR" altLang="en-US" sz="1000"/>
              <a:t>보호</a:t>
            </a:r>
            <a:r>
              <a:rPr lang="en-US" altLang="ko-KR" sz="1000"/>
              <a:t>)
EPS</a:t>
            </a:r>
            <a:r>
              <a:rPr lang="ko-KR" altLang="en-US" sz="1000"/>
              <a:t>실 내부 옹벽 부분 비닐 철거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2025-05-13T06:58:30Z</dcterms:modified>
</cp:coreProperties>
</file>