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2-301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: </a:t>
            </a:r>
            <a:r>
              <a:rPr lang="ko-KR" altLang="en-US" sz="1000"/>
              <a:t>합지 </a:t>
            </a:r>
            <a:r>
              <a:rPr lang="en-US" altLang="ko-KR" sz="1000"/>
              <a:t>/ </a:t>
            </a:r>
            <a:r>
              <a:rPr lang="ko-KR" altLang="en-US" sz="1000"/>
              <a:t>장판</a:t>
            </a:r>
            <a:r>
              <a:rPr lang="en-US" altLang="ko-KR" sz="1000"/>
              <a:t>: </a:t>
            </a:r>
            <a:r>
              <a:rPr lang="ko-KR" altLang="en-US" sz="1000"/>
              <a:t>비닐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벽면 부분도색</a:t>
            </a:r>
            <a:r>
              <a:rPr lang="en-US" altLang="ko-KR" sz="1000"/>
              <a:t>(</a:t>
            </a:r>
            <a:r>
              <a:rPr lang="ko-KR" altLang="en-US" sz="1000"/>
              <a:t>뒤베란다 천정</a:t>
            </a:r>
            <a:r>
              <a:rPr lang="en-US" altLang="ko-KR" sz="1000"/>
              <a:t>_</a:t>
            </a:r>
            <a:r>
              <a:rPr lang="ko-KR" altLang="en-US" sz="1000"/>
              <a:t>벽면 곰팡이제거 포함</a:t>
            </a:r>
            <a:r>
              <a:rPr lang="en-US" altLang="ko-KR" sz="1000"/>
              <a:t>)) </a:t>
            </a:r>
            <a:r>
              <a:rPr lang="ko-KR" altLang="en-US" sz="1000"/>
              <a:t>작업
준공 청소 작업
작업 완료후 폐기물 반출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2025-05-12T01:41:17Z</dcterms:modified>
</cp:coreProperties>
</file>