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937D83-8964-E4DF-512C-FDD002A15E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CBEDF6-1BED-16FC-2879-51865F91A61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E70BE436-8289-46D5-83EA-D520A7D618B2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294775A-25A3-B7EA-8F84-88179FD57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A2E26EB-8C18-E149-B9E5-F8D8D91F5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15F708-EE64-873F-3D05-7E3A62B1CE9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D3D299-085D-7BBF-5718-68A139DA2C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B32AD279-FEA7-45AC-924A-B37DE9087AD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FF94A8A-B01D-7463-AA98-BA15C47E84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8F2052D6-4C3A-6E7D-585D-D7C0B774EA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AD61A8E5-C036-D062-B980-FB6DC5DCD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A420645-060C-4774-92CC-4EE5489F8B0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A394CD70-73C2-19B0-D3E9-C14AE692ADB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421B597-F59F-8980-17BB-3746042AD2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38BD946-67D0-3C1F-B3E3-2734F2A973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B8389E3-BE84-4592-92D7-D863D837D4D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76086EA7-A2A4-06F5-A93B-C1591DC493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4A030052-98B0-3E9B-0A1D-771444C67A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71F938E8-054D-6328-D9C1-6070B42F9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9959DD19-A3AE-4A79-B1C0-CBBC84E267D3}" type="slidenum">
              <a:rPr lang="ko-KR" altLang="en-US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4C4A83E-6CA5-23C0-DC17-E87D2A46D1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180740E5-B3F2-FE8B-7729-0CA933C25B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7937A9D4-D3CB-D916-58B0-3EC455061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C194C27-10D6-40A0-9370-31B0D46FD740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9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D5E3864F-BFC7-23FD-518B-59A41AAAEB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6A4F568A-386D-8E14-15A4-F4EA2B4449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CB6697E1-9A12-FBF1-8CDF-980F56730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67F5C36-6C6D-4539-9AEF-D49A21C9050A}" type="slidenum">
              <a:rPr lang="ko-KR" altLang="en-US"/>
              <a:pPr/>
              <a:t>12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6EEDB1-227F-91E8-C07F-71F062FE6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B73578-B466-44A0-AD08-400ED09F9A7B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A3236D-3067-169E-C3D9-104036DB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18EC8A-D9B9-AABB-4167-B89A1739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D0AA3C-4F24-4881-A06E-FCD303AF7FD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52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B8965A-9CFB-40DA-F16A-06E696840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08CB23-0AE9-4F86-B2D3-523F289C50A3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896D1-FE6A-F180-F42D-5B9A3D0F9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9A6066-6AAD-867C-C317-BDB02E02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2C1136-DE54-40D1-AAD1-926AE78EEF8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45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D8FCD7-91B0-9AB5-349C-9D8555F63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D2638C-9FB5-4BFA-8DC2-F33D4D3A305B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771059-5289-B4B7-6D59-738DB27CC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0D89F3-EBF6-A5FD-3202-921E4875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EE2C59-4E6A-4B0A-8C3B-64B3181F94DE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00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E0682BA-BA82-D06C-DC58-71893AA09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4F5E80-FE78-43C0-861F-984B0219B87E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7CB529E-57B5-C301-616E-8BAE22F5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B6D5D34-8C73-7EA3-A800-4186DD1AA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21FB1-42D3-4B09-A2D2-4B863F46FEE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10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858285B5-9BC4-7DBD-4F8A-18616FA1E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3C185-9009-452D-A730-232295A79CC2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E5A24D3B-5E98-5ED2-0B0D-501A909E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63E076DF-92E2-F538-1FBE-60D7DF1E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F8D440-815A-4AC7-8B55-9169F0B3213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17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F4580CF6-356D-8D46-2133-4232F381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DE6F0-AC9A-48D4-8313-B3A488576C63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DEDD4C8E-A02B-8C90-DB02-94A82310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D642F43B-6657-3E66-8817-9C10BEC07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150C3F-7ED7-44A4-A8EA-31B60E18D47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45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24BE7367-AE64-9E0C-5B21-06733081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892D4-88D7-43A2-A3AD-317387A590BF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056A6B08-F9E8-91CE-BA9D-F2AE9EBE7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4634BA34-61C7-D5EE-9C8C-40FF3689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089463-2DEB-49D5-8441-461808FCC7B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399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BAB7567-985F-D4CC-61A1-B98AED1DC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693CE-F37D-4AC4-B654-438D975A3761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C82C4D7-C5EB-4E17-A30C-AC08C4F7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655A1C9-FAD5-02A7-24F1-CEB13381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D6E69-BF0E-4A8D-AE46-14E43F9F4D2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453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65850A9-33C9-7F62-4C30-DE717D29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450479-4503-4CEF-AB48-8391F740B753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973E883-B6EE-8D8B-710A-12F73351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8C0366EC-9FFA-08B8-00FE-6C91EFD5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D8A87-1091-4AED-A1FD-BD2D233A369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529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42DFA4-DE28-A466-F4DB-D0744D2CD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0052B-DCA6-4BF1-8B99-BD468A949449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5E90B3-D10B-0268-ACB3-89F70056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9D5C5-3043-3AD8-3639-8A889071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8CF7BD-2393-40B4-ADF5-F322FC13FCD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90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3A11FF-55B9-73BC-A4EF-8A4F18A2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20876D-0CF6-46C9-86C8-6CB85D858205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EB0A16-520C-D810-EE4E-6042ECE9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9B4514-B843-1694-9909-1E9941222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2FC21F-5589-449C-9107-66FD37C15C8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95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F8840437-98AC-C6E8-FC6A-D74B56D1E5B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AB05097B-136D-DD2F-96B1-9F58BF2124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58435-14B1-2343-9666-4A1EFA9C9E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4C8D6EC-C86C-4D47-8A05-D9675B6B18D0}" type="datetimeFigureOut">
              <a:rPr lang="ko-KR" altLang="en-US"/>
              <a:pPr>
                <a:defRPr/>
              </a:pPr>
              <a:t>2025-05-30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A04163-C25A-CAAC-E617-E2F504484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276DC8-9FED-2DF0-B130-51C2C70456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EA632DCE-2762-474D-8823-00C85F5E448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E8DE6B9-DEF6-909C-C5D7-C8632202A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665288"/>
            <a:ext cx="6696075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101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301</a:t>
            </a:r>
            <a:r>
              <a:rPr kumimoji="0" lang="ko-KR" altLang="en-US" sz="3000" b="1"/>
              <a:t>호 보일러 교체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D2931FF3-C117-1CA2-13A5-A241CA162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BA83B3B-1596-50A2-0117-C34425943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2025. 05. 07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3F9926C-6FD5-C890-C9F5-9B6011B78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101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301</a:t>
            </a:r>
            <a:r>
              <a:rPr kumimoji="0" lang="ko-KR" altLang="en-US" sz="2400" b="1" u="sng"/>
              <a:t>호 보일러교체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34ED8605-F1D6-43F1-374A-5FD6DAF5B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505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9C1095FF-5FF5-7CA9-F33D-AF601462D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DDEE9D08-6F77-772E-EAAE-667FFA6CD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702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101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301</a:t>
            </a:r>
            <a:r>
              <a:rPr kumimoji="0" lang="ko-KR" altLang="en-US" sz="1200" b="1"/>
              <a:t>호 보일러교체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E30A6530-49F4-AE42-599A-FF7D38C40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63750"/>
            <a:ext cx="86677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보일러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교 체 사 유</a:t>
            </a:r>
            <a:r>
              <a:rPr kumimoji="0" lang="en-US" altLang="ko-KR" sz="1200" b="1"/>
              <a:t> : </a:t>
            </a:r>
            <a:r>
              <a:rPr kumimoji="0" lang="ko-KR" altLang="en-US" sz="1200" b="1"/>
              <a:t>점화시 소음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열교환기 고장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으로 보일러 교체요함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EF518FC-33B2-287E-3A9C-EE4397D98942}"/>
              </a:ext>
            </a:extLst>
          </p:cNvPr>
          <p:cNvSpPr/>
          <p:nvPr/>
        </p:nvSpPr>
        <p:spPr bwMode="auto">
          <a:xfrm>
            <a:off x="3316288" y="446405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A887930B-0339-D282-3038-0EEF84ED2D90}"/>
              </a:ext>
            </a:extLst>
          </p:cNvPr>
          <p:cNvSpPr/>
          <p:nvPr/>
        </p:nvSpPr>
        <p:spPr>
          <a:xfrm>
            <a:off x="4178300" y="533400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37118C94-1428-3BF7-5321-259365E6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875088"/>
            <a:ext cx="845661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50BB80-15C9-ED66-E86D-048E31D8745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보일러 사진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4B91F09-8860-8893-118F-BCFB5040D46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4">
            <a:extLst>
              <a:ext uri="{FF2B5EF4-FFF2-40B4-BE49-F238E27FC236}">
                <a16:creationId xmlns:a16="http://schemas.microsoft.com/office/drawing/2014/main" id="{2F04314D-8096-300D-ADFB-7E008741A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628775"/>
            <a:ext cx="8064500" cy="446405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00796C-DE82-0F57-92F6-ECD9D4D1A0D4}"/>
              </a:ext>
            </a:extLst>
          </p:cNvPr>
          <p:cNvSpPr/>
          <p:nvPr/>
        </p:nvSpPr>
        <p:spPr>
          <a:xfrm>
            <a:off x="3284544" y="116632"/>
            <a:ext cx="238398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5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월</a:t>
            </a: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 8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일 완료</a:t>
            </a:r>
            <a:endParaRPr lang="en-US" altLang="ko-KR" sz="3000" b="1" dirty="0">
              <a:ln w="6600">
                <a:solidFill>
                  <a:schemeClr val="bg1"/>
                </a:solidFill>
                <a:prstDash val="solid"/>
              </a:ln>
              <a:solidFill>
                <a:srgbClr val="FF00FF"/>
              </a:solidFill>
            </a:endParaRPr>
          </a:p>
        </p:txBody>
      </p:sp>
      <p:grpSp>
        <p:nvGrpSpPr>
          <p:cNvPr id="7171" name="그룹 7169">
            <a:extLst>
              <a:ext uri="{FF2B5EF4-FFF2-40B4-BE49-F238E27FC236}">
                <a16:creationId xmlns:a16="http://schemas.microsoft.com/office/drawing/2014/main" id="{5467BF06-2FB4-C2DD-2E56-F3750989748B}"/>
              </a:ext>
            </a:extLst>
          </p:cNvPr>
          <p:cNvGrpSpPr>
            <a:grpSpLocks/>
          </p:cNvGrpSpPr>
          <p:nvPr/>
        </p:nvGrpSpPr>
        <p:grpSpPr bwMode="auto">
          <a:xfrm>
            <a:off x="-107950" y="215900"/>
            <a:ext cx="9261475" cy="6435725"/>
            <a:chOff x="-107950" y="215901"/>
            <a:chExt cx="9261475" cy="6435726"/>
          </a:xfrm>
        </p:grpSpPr>
        <p:sp>
          <p:nvSpPr>
            <p:cNvPr id="7172" name="AutoShape 5">
              <a:extLst>
                <a:ext uri="{FF2B5EF4-FFF2-40B4-BE49-F238E27FC236}">
                  <a16:creationId xmlns:a16="http://schemas.microsoft.com/office/drawing/2014/main" id="{A21AF0D2-29F9-2F9F-834F-9EACD8FE47A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-107950" y="260351"/>
              <a:ext cx="9144000" cy="6391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3" name="Rectangle 7">
              <a:extLst>
                <a:ext uri="{FF2B5EF4-FFF2-40B4-BE49-F238E27FC236}">
                  <a16:creationId xmlns:a16="http://schemas.microsoft.com/office/drawing/2014/main" id="{3345047A-0796-162E-2362-2A70BD036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" y="215901"/>
              <a:ext cx="17793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r>
                <a:rPr lang="en-US" altLang="ko-KR" sz="2400" b="1">
                  <a:solidFill>
                    <a:srgbClr val="FF00FF"/>
                  </a:solidFill>
                  <a:ea typeface="굴림" panose="020B0600000101010101" pitchFamily="50" charset="-127"/>
                </a:rPr>
                <a:t>101</a:t>
              </a:r>
              <a:r>
                <a:rPr lang="ko-KR" altLang="ko-KR" sz="2400" b="1">
                  <a:solidFill>
                    <a:srgbClr val="FF00FF"/>
                  </a:solidFill>
                  <a:ea typeface="굴림" panose="020B0600000101010101" pitchFamily="50" charset="-127"/>
                </a:rPr>
                <a:t>동 </a:t>
              </a:r>
              <a:r>
                <a:rPr lang="en-US" altLang="ko-KR" sz="2400" b="1">
                  <a:solidFill>
                    <a:srgbClr val="FF00FF"/>
                  </a:solidFill>
                  <a:ea typeface="굴림" panose="020B0600000101010101" pitchFamily="50" charset="-127"/>
                </a:rPr>
                <a:t>301</a:t>
              </a:r>
              <a:r>
                <a:rPr lang="ko-KR" altLang="ko-KR" sz="2400" b="1">
                  <a:solidFill>
                    <a:srgbClr val="FF00FF"/>
                  </a:solidFill>
                  <a:ea typeface="굴림" panose="020B0600000101010101" pitchFamily="50" charset="-127"/>
                </a:rPr>
                <a:t>호</a:t>
              </a: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74" name="Rectangle 8">
              <a:extLst>
                <a:ext uri="{FF2B5EF4-FFF2-40B4-BE49-F238E27FC236}">
                  <a16:creationId xmlns:a16="http://schemas.microsoft.com/office/drawing/2014/main" id="{35F07473-838F-E0F5-535B-D0000D830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75" y="6234114"/>
              <a:ext cx="153988" cy="73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ko-KR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75" name="Line 9">
              <a:extLst>
                <a:ext uri="{FF2B5EF4-FFF2-40B4-BE49-F238E27FC236}">
                  <a16:creationId xmlns:a16="http://schemas.microsoft.com/office/drawing/2014/main" id="{28961435-D560-E2E4-0A65-E1C800117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33389"/>
              <a:ext cx="9525" cy="0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6" name="Rectangle 10">
              <a:extLst>
                <a:ext uri="{FF2B5EF4-FFF2-40B4-BE49-F238E27FC236}">
                  <a16:creationId xmlns:a16="http://schemas.microsoft.com/office/drawing/2014/main" id="{423D0EC4-2887-0DF8-413F-BB3C692D2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433389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77" name="Line 11">
              <a:extLst>
                <a:ext uri="{FF2B5EF4-FFF2-40B4-BE49-F238E27FC236}">
                  <a16:creationId xmlns:a16="http://schemas.microsoft.com/office/drawing/2014/main" id="{9FF580BF-CF7A-118F-7672-EB04FD046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33364"/>
              <a:ext cx="0" cy="398463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78" name="Rectangle 12">
              <a:extLst>
                <a:ext uri="{FF2B5EF4-FFF2-40B4-BE49-F238E27FC236}">
                  <a16:creationId xmlns:a16="http://schemas.microsoft.com/office/drawing/2014/main" id="{FC93C9F3-74A5-7402-AD61-173F4655B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3364"/>
              <a:ext cx="9525" cy="398463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79" name="Line 13">
              <a:extLst>
                <a:ext uri="{FF2B5EF4-FFF2-40B4-BE49-F238E27FC236}">
                  <a16:creationId xmlns:a16="http://schemas.microsoft.com/office/drawing/2014/main" id="{A742954F-F8B5-3335-67BE-BC2100FCAD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5" y="631826"/>
              <a:ext cx="913447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80" name="Rectangle 14">
              <a:extLst>
                <a:ext uri="{FF2B5EF4-FFF2-40B4-BE49-F238E27FC236}">
                  <a16:creationId xmlns:a16="http://schemas.microsoft.com/office/drawing/2014/main" id="{937E8377-1BB6-5660-270F-A7350F5FA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" y="631826"/>
              <a:ext cx="9134475" cy="95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81" name="Line 15">
              <a:extLst>
                <a:ext uri="{FF2B5EF4-FFF2-40B4-BE49-F238E27FC236}">
                  <a16:creationId xmlns:a16="http://schemas.microsoft.com/office/drawing/2014/main" id="{77858118-A9D3-F05A-F629-3919F5684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4475" y="233364"/>
              <a:ext cx="0" cy="398463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82" name="Rectangle 16">
              <a:extLst>
                <a:ext uri="{FF2B5EF4-FFF2-40B4-BE49-F238E27FC236}">
                  <a16:creationId xmlns:a16="http://schemas.microsoft.com/office/drawing/2014/main" id="{370B4F1D-1B36-FACF-A049-A481289D3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233364"/>
              <a:ext cx="9525" cy="398463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83" name="Line 17">
              <a:extLst>
                <a:ext uri="{FF2B5EF4-FFF2-40B4-BE49-F238E27FC236}">
                  <a16:creationId xmlns:a16="http://schemas.microsoft.com/office/drawing/2014/main" id="{5C052ABF-4420-A98C-B912-5A485944E5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31826"/>
              <a:ext cx="0" cy="59928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84" name="Rectangle 18">
              <a:extLst>
                <a:ext uri="{FF2B5EF4-FFF2-40B4-BE49-F238E27FC236}">
                  <a16:creationId xmlns:a16="http://schemas.microsoft.com/office/drawing/2014/main" id="{33514367-CF08-F142-3401-5DCDD22A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1826"/>
              <a:ext cx="9525" cy="59928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85" name="Line 19">
              <a:extLst>
                <a:ext uri="{FF2B5EF4-FFF2-40B4-BE49-F238E27FC236}">
                  <a16:creationId xmlns:a16="http://schemas.microsoft.com/office/drawing/2014/main" id="{93C4682F-1E8E-D018-4281-90280AE71E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463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86" name="Rectangle 20">
              <a:extLst>
                <a:ext uri="{FF2B5EF4-FFF2-40B4-BE49-F238E27FC236}">
                  <a16:creationId xmlns:a16="http://schemas.microsoft.com/office/drawing/2014/main" id="{B6B7DDF2-9FF7-4ED6-7BF6-FD52BC853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63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87" name="Line 21">
              <a:extLst>
                <a:ext uri="{FF2B5EF4-FFF2-40B4-BE49-F238E27FC236}">
                  <a16:creationId xmlns:a16="http://schemas.microsoft.com/office/drawing/2014/main" id="{4BF95902-1CB5-0BBE-F575-75F56D97F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4925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88" name="Rectangle 22">
              <a:extLst>
                <a:ext uri="{FF2B5EF4-FFF2-40B4-BE49-F238E27FC236}">
                  <a16:creationId xmlns:a16="http://schemas.microsoft.com/office/drawing/2014/main" id="{C52E2D1E-0FD6-95AC-B80C-039F9B1D1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25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89" name="Line 23">
              <a:extLst>
                <a:ext uri="{FF2B5EF4-FFF2-40B4-BE49-F238E27FC236}">
                  <a16:creationId xmlns:a16="http://schemas.microsoft.com/office/drawing/2014/main" id="{37F69554-E64E-1626-5F99-CB93597DA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7388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90" name="Rectangle 24">
              <a:extLst>
                <a:ext uri="{FF2B5EF4-FFF2-40B4-BE49-F238E27FC236}">
                  <a16:creationId xmlns:a16="http://schemas.microsoft.com/office/drawing/2014/main" id="{CDC3C0DE-0AF2-C2B1-FF11-AF3592E2C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388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91" name="Line 25">
              <a:extLst>
                <a:ext uri="{FF2B5EF4-FFF2-40B4-BE49-F238E27FC236}">
                  <a16:creationId xmlns:a16="http://schemas.microsoft.com/office/drawing/2014/main" id="{7AF37975-9A69-1702-4165-BC19008312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850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92" name="Rectangle 26">
              <a:extLst>
                <a:ext uri="{FF2B5EF4-FFF2-40B4-BE49-F238E27FC236}">
                  <a16:creationId xmlns:a16="http://schemas.microsoft.com/office/drawing/2014/main" id="{F8194EFC-8EDA-B3F1-2CCD-7E648ECDC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9850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93" name="Line 27">
              <a:extLst>
                <a:ext uri="{FF2B5EF4-FFF2-40B4-BE49-F238E27FC236}">
                  <a16:creationId xmlns:a16="http://schemas.microsoft.com/office/drawing/2014/main" id="{BB8B5D31-943A-4BBC-6050-AF23C806B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2313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94" name="Rectangle 28">
              <a:extLst>
                <a:ext uri="{FF2B5EF4-FFF2-40B4-BE49-F238E27FC236}">
                  <a16:creationId xmlns:a16="http://schemas.microsoft.com/office/drawing/2014/main" id="{B6274197-FF13-1C1A-595F-D5E3F32A6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313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95" name="Line 29">
              <a:extLst>
                <a:ext uri="{FF2B5EF4-FFF2-40B4-BE49-F238E27FC236}">
                  <a16:creationId xmlns:a16="http://schemas.microsoft.com/office/drawing/2014/main" id="{45AB6404-6AE2-E93E-0030-C5D9DF988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775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96" name="Rectangle 30">
              <a:extLst>
                <a:ext uri="{FF2B5EF4-FFF2-40B4-BE49-F238E27FC236}">
                  <a16:creationId xmlns:a16="http://schemas.microsoft.com/office/drawing/2014/main" id="{6C022BCA-1AD1-E9C0-32C0-99DD22AF6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97" name="Line 31">
              <a:extLst>
                <a:ext uri="{FF2B5EF4-FFF2-40B4-BE49-F238E27FC236}">
                  <a16:creationId xmlns:a16="http://schemas.microsoft.com/office/drawing/2014/main" id="{9FB2AD42-62A5-10A1-A7C1-A8F8FA444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7238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198" name="Rectangle 32">
              <a:extLst>
                <a:ext uri="{FF2B5EF4-FFF2-40B4-BE49-F238E27FC236}">
                  <a16:creationId xmlns:a16="http://schemas.microsoft.com/office/drawing/2014/main" id="{F968E3C0-63FF-713C-4B5D-1290B64CF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238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199" name="Line 33">
              <a:extLst>
                <a:ext uri="{FF2B5EF4-FFF2-40B4-BE49-F238E27FC236}">
                  <a16:creationId xmlns:a16="http://schemas.microsoft.com/office/drawing/2014/main" id="{A4917479-87F1-7B31-7A1A-90C503896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9700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00" name="Rectangle 34">
              <a:extLst>
                <a:ext uri="{FF2B5EF4-FFF2-40B4-BE49-F238E27FC236}">
                  <a16:creationId xmlns:a16="http://schemas.microsoft.com/office/drawing/2014/main" id="{F4CF0264-3516-E783-F70A-DBFBA7BF6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01" name="Line 35">
              <a:extLst>
                <a:ext uri="{FF2B5EF4-FFF2-40B4-BE49-F238E27FC236}">
                  <a16:creationId xmlns:a16="http://schemas.microsoft.com/office/drawing/2014/main" id="{DD351272-B9F2-E44C-904D-18F000B9E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2163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02" name="Rectangle 36">
              <a:extLst>
                <a:ext uri="{FF2B5EF4-FFF2-40B4-BE49-F238E27FC236}">
                  <a16:creationId xmlns:a16="http://schemas.microsoft.com/office/drawing/2014/main" id="{5F54B98A-F98E-8733-F884-1B01F4921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2163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03" name="Line 37">
              <a:extLst>
                <a:ext uri="{FF2B5EF4-FFF2-40B4-BE49-F238E27FC236}">
                  <a16:creationId xmlns:a16="http://schemas.microsoft.com/office/drawing/2014/main" id="{0C73A45A-19E8-7A0C-93A1-F1C78F432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4625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04" name="Rectangle 38">
              <a:extLst>
                <a:ext uri="{FF2B5EF4-FFF2-40B4-BE49-F238E27FC236}">
                  <a16:creationId xmlns:a16="http://schemas.microsoft.com/office/drawing/2014/main" id="{96C3A316-7C34-DADD-F91D-24C39E474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625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05" name="Line 39">
              <a:extLst>
                <a:ext uri="{FF2B5EF4-FFF2-40B4-BE49-F238E27FC236}">
                  <a16:creationId xmlns:a16="http://schemas.microsoft.com/office/drawing/2014/main" id="{25128912-31E2-DEF1-49AE-8C4CB0E02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7088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06" name="Rectangle 40">
              <a:extLst>
                <a:ext uri="{FF2B5EF4-FFF2-40B4-BE49-F238E27FC236}">
                  <a16:creationId xmlns:a16="http://schemas.microsoft.com/office/drawing/2014/main" id="{B00F0730-50BB-410D-77DE-5C7B81FFE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088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07" name="Line 41">
              <a:extLst>
                <a:ext uri="{FF2B5EF4-FFF2-40B4-BE49-F238E27FC236}">
                  <a16:creationId xmlns:a16="http://schemas.microsoft.com/office/drawing/2014/main" id="{DBAF56C8-CF89-CE10-5A8A-846C4BD5B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9550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08" name="Rectangle 42">
              <a:extLst>
                <a:ext uri="{FF2B5EF4-FFF2-40B4-BE49-F238E27FC236}">
                  <a16:creationId xmlns:a16="http://schemas.microsoft.com/office/drawing/2014/main" id="{5D4FA7D7-B09F-861F-2D8A-A7067481B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9550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09" name="Line 43">
              <a:extLst>
                <a:ext uri="{FF2B5EF4-FFF2-40B4-BE49-F238E27FC236}">
                  <a16:creationId xmlns:a16="http://schemas.microsoft.com/office/drawing/2014/main" id="{AC445C8F-37A3-B22F-39C2-65CBDE1EA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2013" y="233364"/>
              <a:ext cx="0" cy="9525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10" name="Rectangle 44">
              <a:extLst>
                <a:ext uri="{FF2B5EF4-FFF2-40B4-BE49-F238E27FC236}">
                  <a16:creationId xmlns:a16="http://schemas.microsoft.com/office/drawing/2014/main" id="{338C2DB8-049B-A443-A8BC-E283A0AC5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2013" y="2333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11" name="Line 45">
              <a:extLst>
                <a:ext uri="{FF2B5EF4-FFF2-40B4-BE49-F238E27FC236}">
                  <a16:creationId xmlns:a16="http://schemas.microsoft.com/office/drawing/2014/main" id="{A03D2BC8-91B4-0128-CC95-41002B621C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5" y="6615114"/>
              <a:ext cx="913447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12" name="Rectangle 46">
              <a:extLst>
                <a:ext uri="{FF2B5EF4-FFF2-40B4-BE49-F238E27FC236}">
                  <a16:creationId xmlns:a16="http://schemas.microsoft.com/office/drawing/2014/main" id="{7E6D4C8B-51BD-DC67-9A53-2A427910A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" y="6615114"/>
              <a:ext cx="9134475" cy="95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13" name="Line 47">
              <a:extLst>
                <a:ext uri="{FF2B5EF4-FFF2-40B4-BE49-F238E27FC236}">
                  <a16:creationId xmlns:a16="http://schemas.microsoft.com/office/drawing/2014/main" id="{27ED02F7-0093-D619-9BB9-392DBE39D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4475" y="641351"/>
              <a:ext cx="0" cy="598328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14" name="Rectangle 48">
              <a:extLst>
                <a:ext uri="{FF2B5EF4-FFF2-40B4-BE49-F238E27FC236}">
                  <a16:creationId xmlns:a16="http://schemas.microsoft.com/office/drawing/2014/main" id="{0F783084-5945-C594-7362-0336F1F7F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641351"/>
              <a:ext cx="9525" cy="598328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15" name="Line 49">
              <a:extLst>
                <a:ext uri="{FF2B5EF4-FFF2-40B4-BE49-F238E27FC236}">
                  <a16:creationId xmlns:a16="http://schemas.microsoft.com/office/drawing/2014/main" id="{D29EF537-EC3A-6268-81FF-5EC77196DF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16" name="Rectangle 50">
              <a:extLst>
                <a:ext uri="{FF2B5EF4-FFF2-40B4-BE49-F238E27FC236}">
                  <a16:creationId xmlns:a16="http://schemas.microsoft.com/office/drawing/2014/main" id="{08BC539E-CBBE-2F97-DE38-78F253E79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17" name="Line 51">
              <a:extLst>
                <a:ext uri="{FF2B5EF4-FFF2-40B4-BE49-F238E27FC236}">
                  <a16:creationId xmlns:a16="http://schemas.microsoft.com/office/drawing/2014/main" id="{9CDED8B9-8D55-D75F-FBCC-40BB5CEFF4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463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18" name="Rectangle 52">
              <a:extLst>
                <a:ext uri="{FF2B5EF4-FFF2-40B4-BE49-F238E27FC236}">
                  <a16:creationId xmlns:a16="http://schemas.microsoft.com/office/drawing/2014/main" id="{0733272B-53D9-8420-EDE5-8200D5B7E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63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19" name="Line 53">
              <a:extLst>
                <a:ext uri="{FF2B5EF4-FFF2-40B4-BE49-F238E27FC236}">
                  <a16:creationId xmlns:a16="http://schemas.microsoft.com/office/drawing/2014/main" id="{C28EF254-F4C9-7F83-9991-59925D6F4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4925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20" name="Rectangle 54">
              <a:extLst>
                <a:ext uri="{FF2B5EF4-FFF2-40B4-BE49-F238E27FC236}">
                  <a16:creationId xmlns:a16="http://schemas.microsoft.com/office/drawing/2014/main" id="{DF88FA8A-BF98-6190-A69D-77A764349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925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21" name="Line 55">
              <a:extLst>
                <a:ext uri="{FF2B5EF4-FFF2-40B4-BE49-F238E27FC236}">
                  <a16:creationId xmlns:a16="http://schemas.microsoft.com/office/drawing/2014/main" id="{22ABF051-BE2F-3C17-E40F-7D5FC192C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7388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22" name="Rectangle 56">
              <a:extLst>
                <a:ext uri="{FF2B5EF4-FFF2-40B4-BE49-F238E27FC236}">
                  <a16:creationId xmlns:a16="http://schemas.microsoft.com/office/drawing/2014/main" id="{652D47AF-EBD7-DC9C-6C06-4B49DA7DC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388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23" name="Line 57">
              <a:extLst>
                <a:ext uri="{FF2B5EF4-FFF2-40B4-BE49-F238E27FC236}">
                  <a16:creationId xmlns:a16="http://schemas.microsoft.com/office/drawing/2014/main" id="{FC342A27-A64A-D1B9-0D4C-2E60246A8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9850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24" name="Rectangle 58">
              <a:extLst>
                <a:ext uri="{FF2B5EF4-FFF2-40B4-BE49-F238E27FC236}">
                  <a16:creationId xmlns:a16="http://schemas.microsoft.com/office/drawing/2014/main" id="{6C9C2DB9-C0E9-E738-79E9-6A5B762AC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9850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25" name="Line 59">
              <a:extLst>
                <a:ext uri="{FF2B5EF4-FFF2-40B4-BE49-F238E27FC236}">
                  <a16:creationId xmlns:a16="http://schemas.microsoft.com/office/drawing/2014/main" id="{AB75F5D5-E3AC-82A0-AD86-CDD506150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2313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26" name="Rectangle 60">
              <a:extLst>
                <a:ext uri="{FF2B5EF4-FFF2-40B4-BE49-F238E27FC236}">
                  <a16:creationId xmlns:a16="http://schemas.microsoft.com/office/drawing/2014/main" id="{DC735C8D-0E4D-1E40-25F6-36BF4F55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313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27" name="Line 61">
              <a:extLst>
                <a:ext uri="{FF2B5EF4-FFF2-40B4-BE49-F238E27FC236}">
                  <a16:creationId xmlns:a16="http://schemas.microsoft.com/office/drawing/2014/main" id="{DB7AF956-BC85-CD56-C55C-237292457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4775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28" name="Rectangle 62">
              <a:extLst>
                <a:ext uri="{FF2B5EF4-FFF2-40B4-BE49-F238E27FC236}">
                  <a16:creationId xmlns:a16="http://schemas.microsoft.com/office/drawing/2014/main" id="{A0C51E61-63CA-C05B-DE9D-371B6C390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775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29" name="Line 63">
              <a:extLst>
                <a:ext uri="{FF2B5EF4-FFF2-40B4-BE49-F238E27FC236}">
                  <a16:creationId xmlns:a16="http://schemas.microsoft.com/office/drawing/2014/main" id="{0DB3F04C-FEA7-7663-4AB9-1C16FDF69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7238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30" name="Rectangle 64">
              <a:extLst>
                <a:ext uri="{FF2B5EF4-FFF2-40B4-BE49-F238E27FC236}">
                  <a16:creationId xmlns:a16="http://schemas.microsoft.com/office/drawing/2014/main" id="{55C15624-3FE5-C38C-875C-874D15448C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238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31" name="Line 65">
              <a:extLst>
                <a:ext uri="{FF2B5EF4-FFF2-40B4-BE49-F238E27FC236}">
                  <a16:creationId xmlns:a16="http://schemas.microsoft.com/office/drawing/2014/main" id="{47ED13F1-73D1-C041-697C-70AAE8747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9700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32" name="Rectangle 66">
              <a:extLst>
                <a:ext uri="{FF2B5EF4-FFF2-40B4-BE49-F238E27FC236}">
                  <a16:creationId xmlns:a16="http://schemas.microsoft.com/office/drawing/2014/main" id="{98E13409-2E4A-F236-41B6-33BBEAD49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700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33" name="Line 67">
              <a:extLst>
                <a:ext uri="{FF2B5EF4-FFF2-40B4-BE49-F238E27FC236}">
                  <a16:creationId xmlns:a16="http://schemas.microsoft.com/office/drawing/2014/main" id="{F7492534-57F3-C99A-F4E7-7DBC76F7C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72163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34" name="Rectangle 68">
              <a:extLst>
                <a:ext uri="{FF2B5EF4-FFF2-40B4-BE49-F238E27FC236}">
                  <a16:creationId xmlns:a16="http://schemas.microsoft.com/office/drawing/2014/main" id="{286AD0DF-AA57-3001-5871-63B2F4BD6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2163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35" name="Line 69">
              <a:extLst>
                <a:ext uri="{FF2B5EF4-FFF2-40B4-BE49-F238E27FC236}">
                  <a16:creationId xmlns:a16="http://schemas.microsoft.com/office/drawing/2014/main" id="{71F72DE0-02A1-2490-9C53-422D4631A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4625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36" name="Rectangle 70">
              <a:extLst>
                <a:ext uri="{FF2B5EF4-FFF2-40B4-BE49-F238E27FC236}">
                  <a16:creationId xmlns:a16="http://schemas.microsoft.com/office/drawing/2014/main" id="{BE2B1229-AE65-C0B4-DCBF-31E86F4DF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625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37" name="Line 71">
              <a:extLst>
                <a:ext uri="{FF2B5EF4-FFF2-40B4-BE49-F238E27FC236}">
                  <a16:creationId xmlns:a16="http://schemas.microsoft.com/office/drawing/2014/main" id="{DADB47B9-FC8F-EA32-B2DD-609BE376E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77088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38" name="Rectangle 72">
              <a:extLst>
                <a:ext uri="{FF2B5EF4-FFF2-40B4-BE49-F238E27FC236}">
                  <a16:creationId xmlns:a16="http://schemas.microsoft.com/office/drawing/2014/main" id="{D943C645-EA06-1412-63D6-A428EBBCB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088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39" name="Line 73">
              <a:extLst>
                <a:ext uri="{FF2B5EF4-FFF2-40B4-BE49-F238E27FC236}">
                  <a16:creationId xmlns:a16="http://schemas.microsoft.com/office/drawing/2014/main" id="{5A33EF2C-5D30-8A11-EA2F-F0B15FBCB2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29550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40" name="Rectangle 74">
              <a:extLst>
                <a:ext uri="{FF2B5EF4-FFF2-40B4-BE49-F238E27FC236}">
                  <a16:creationId xmlns:a16="http://schemas.microsoft.com/office/drawing/2014/main" id="{3D786159-404F-0EED-B307-26A598C79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9550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41" name="Line 75">
              <a:extLst>
                <a:ext uri="{FF2B5EF4-FFF2-40B4-BE49-F238E27FC236}">
                  <a16:creationId xmlns:a16="http://schemas.microsoft.com/office/drawing/2014/main" id="{0C59D524-0142-5245-3C6B-0C0E25610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2013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42" name="Rectangle 76">
              <a:extLst>
                <a:ext uri="{FF2B5EF4-FFF2-40B4-BE49-F238E27FC236}">
                  <a16:creationId xmlns:a16="http://schemas.microsoft.com/office/drawing/2014/main" id="{EC8B1AD9-2E23-945B-5B1C-CD744D4E7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2013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43" name="Line 77">
              <a:extLst>
                <a:ext uri="{FF2B5EF4-FFF2-40B4-BE49-F238E27FC236}">
                  <a16:creationId xmlns:a16="http://schemas.microsoft.com/office/drawing/2014/main" id="{F4A7C34A-A5EC-EE17-4F20-0B0C99624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34475" y="66246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44" name="Rectangle 78">
              <a:extLst>
                <a:ext uri="{FF2B5EF4-FFF2-40B4-BE49-F238E27FC236}">
                  <a16:creationId xmlns:a16="http://schemas.microsoft.com/office/drawing/2014/main" id="{B0D22DC7-C8DC-8C6A-E76B-3D152ABD6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66246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45" name="Line 79">
              <a:extLst>
                <a:ext uri="{FF2B5EF4-FFF2-40B4-BE49-F238E27FC236}">
                  <a16:creationId xmlns:a16="http://schemas.microsoft.com/office/drawing/2014/main" id="{E937CFD4-E1D7-1E1D-FE67-DBA6ACA98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233364"/>
              <a:ext cx="9144000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46" name="Rectangle 80">
              <a:extLst>
                <a:ext uri="{FF2B5EF4-FFF2-40B4-BE49-F238E27FC236}">
                  <a16:creationId xmlns:a16="http://schemas.microsoft.com/office/drawing/2014/main" id="{60CA2236-0E5D-DD3A-017B-20C1B5A0C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33364"/>
              <a:ext cx="9153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47" name="Line 81">
              <a:extLst>
                <a:ext uri="{FF2B5EF4-FFF2-40B4-BE49-F238E27FC236}">
                  <a16:creationId xmlns:a16="http://schemas.microsoft.com/office/drawing/2014/main" id="{8337BE13-841D-B2DE-855D-3E5A9C55B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43338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48" name="Rectangle 82">
              <a:extLst>
                <a:ext uri="{FF2B5EF4-FFF2-40B4-BE49-F238E27FC236}">
                  <a16:creationId xmlns:a16="http://schemas.microsoft.com/office/drawing/2014/main" id="{F4C27C6E-375C-573D-95D0-80F1E36E6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433389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49" name="Line 83">
              <a:extLst>
                <a:ext uri="{FF2B5EF4-FFF2-40B4-BE49-F238E27FC236}">
                  <a16:creationId xmlns:a16="http://schemas.microsoft.com/office/drawing/2014/main" id="{C88DBA1A-90D5-3D46-F6BB-5B15DE7D2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631826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50" name="Rectangle 84">
              <a:extLst>
                <a:ext uri="{FF2B5EF4-FFF2-40B4-BE49-F238E27FC236}">
                  <a16:creationId xmlns:a16="http://schemas.microsoft.com/office/drawing/2014/main" id="{0F985CC1-A683-88FD-21DA-21B3B9286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631826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51" name="Line 85">
              <a:extLst>
                <a:ext uri="{FF2B5EF4-FFF2-40B4-BE49-F238E27FC236}">
                  <a16:creationId xmlns:a16="http://schemas.microsoft.com/office/drawing/2014/main" id="{9C6E2123-D390-2EB8-0677-40DC183299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831851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52" name="Rectangle 86">
              <a:extLst>
                <a:ext uri="{FF2B5EF4-FFF2-40B4-BE49-F238E27FC236}">
                  <a16:creationId xmlns:a16="http://schemas.microsoft.com/office/drawing/2014/main" id="{A5682332-5CA9-FA4E-C35B-AE968056AE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831851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53" name="Line 87">
              <a:extLst>
                <a:ext uri="{FF2B5EF4-FFF2-40B4-BE49-F238E27FC236}">
                  <a16:creationId xmlns:a16="http://schemas.microsoft.com/office/drawing/2014/main" id="{402F5E33-EB92-574E-BE93-815C2C391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1031876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54" name="Rectangle 88">
              <a:extLst>
                <a:ext uri="{FF2B5EF4-FFF2-40B4-BE49-F238E27FC236}">
                  <a16:creationId xmlns:a16="http://schemas.microsoft.com/office/drawing/2014/main" id="{0B4FB386-2E7E-CEEB-F6A8-13F9EA67C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1031876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55" name="Line 89">
              <a:extLst>
                <a:ext uri="{FF2B5EF4-FFF2-40B4-BE49-F238E27FC236}">
                  <a16:creationId xmlns:a16="http://schemas.microsoft.com/office/drawing/2014/main" id="{FA798946-8A13-9BD6-C482-91E5D034EA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1230314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56" name="Rectangle 90">
              <a:extLst>
                <a:ext uri="{FF2B5EF4-FFF2-40B4-BE49-F238E27FC236}">
                  <a16:creationId xmlns:a16="http://schemas.microsoft.com/office/drawing/2014/main" id="{9EB97D15-1465-ABD3-FB38-FE8A6C853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123031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57" name="Line 91">
              <a:extLst>
                <a:ext uri="{FF2B5EF4-FFF2-40B4-BE49-F238E27FC236}">
                  <a16:creationId xmlns:a16="http://schemas.microsoft.com/office/drawing/2014/main" id="{A4C13CFC-53FF-E3FD-C580-74E30CF9B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14303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58" name="Rectangle 92">
              <a:extLst>
                <a:ext uri="{FF2B5EF4-FFF2-40B4-BE49-F238E27FC236}">
                  <a16:creationId xmlns:a16="http://schemas.microsoft.com/office/drawing/2014/main" id="{952E4E69-02A4-097A-DE3F-B60B20203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14303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59" name="Line 93">
              <a:extLst>
                <a:ext uri="{FF2B5EF4-FFF2-40B4-BE49-F238E27FC236}">
                  <a16:creationId xmlns:a16="http://schemas.microsoft.com/office/drawing/2014/main" id="{970FAD53-9D1F-8BB3-71E4-6CCBE06FA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1628776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60" name="Rectangle 94">
              <a:extLst>
                <a:ext uri="{FF2B5EF4-FFF2-40B4-BE49-F238E27FC236}">
                  <a16:creationId xmlns:a16="http://schemas.microsoft.com/office/drawing/2014/main" id="{75429757-0598-4929-3A97-2610C8B42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1628776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61" name="Line 95">
              <a:extLst>
                <a:ext uri="{FF2B5EF4-FFF2-40B4-BE49-F238E27FC236}">
                  <a16:creationId xmlns:a16="http://schemas.microsoft.com/office/drawing/2014/main" id="{1BE3880A-D80E-3801-5536-7744EACB3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1828801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62" name="Rectangle 96">
              <a:extLst>
                <a:ext uri="{FF2B5EF4-FFF2-40B4-BE49-F238E27FC236}">
                  <a16:creationId xmlns:a16="http://schemas.microsoft.com/office/drawing/2014/main" id="{60B75B49-B9E2-DD96-FDDF-B64D8581E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1828801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63" name="Line 97">
              <a:extLst>
                <a:ext uri="{FF2B5EF4-FFF2-40B4-BE49-F238E27FC236}">
                  <a16:creationId xmlns:a16="http://schemas.microsoft.com/office/drawing/2014/main" id="{47C949E5-8CC0-6143-A3F7-19608DE46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2028826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64" name="Rectangle 98">
              <a:extLst>
                <a:ext uri="{FF2B5EF4-FFF2-40B4-BE49-F238E27FC236}">
                  <a16:creationId xmlns:a16="http://schemas.microsoft.com/office/drawing/2014/main" id="{75622DB0-560F-8DCA-71B6-75BA3BB0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2028826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65" name="Line 99">
              <a:extLst>
                <a:ext uri="{FF2B5EF4-FFF2-40B4-BE49-F238E27FC236}">
                  <a16:creationId xmlns:a16="http://schemas.microsoft.com/office/drawing/2014/main" id="{434DE3D4-758F-907D-978D-15AC8A98E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2227264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66" name="Rectangle 100">
              <a:extLst>
                <a:ext uri="{FF2B5EF4-FFF2-40B4-BE49-F238E27FC236}">
                  <a16:creationId xmlns:a16="http://schemas.microsoft.com/office/drawing/2014/main" id="{BB3FA423-ABE1-B3FF-A831-AF789AEAA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22272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67" name="Line 101">
              <a:extLst>
                <a:ext uri="{FF2B5EF4-FFF2-40B4-BE49-F238E27FC236}">
                  <a16:creationId xmlns:a16="http://schemas.microsoft.com/office/drawing/2014/main" id="{387C5090-2072-DFCC-5B2B-AB29B4E8F6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242728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68" name="Rectangle 102">
              <a:extLst>
                <a:ext uri="{FF2B5EF4-FFF2-40B4-BE49-F238E27FC236}">
                  <a16:creationId xmlns:a16="http://schemas.microsoft.com/office/drawing/2014/main" id="{12054701-3319-66D2-F10D-FE87C3057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242728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69" name="Line 103">
              <a:extLst>
                <a:ext uri="{FF2B5EF4-FFF2-40B4-BE49-F238E27FC236}">
                  <a16:creationId xmlns:a16="http://schemas.microsoft.com/office/drawing/2014/main" id="{90175A25-8979-29D3-0B11-1A042076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2627314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70" name="Rectangle 104">
              <a:extLst>
                <a:ext uri="{FF2B5EF4-FFF2-40B4-BE49-F238E27FC236}">
                  <a16:creationId xmlns:a16="http://schemas.microsoft.com/office/drawing/2014/main" id="{1183DE11-7FBB-D9FE-F985-EC3442A88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2627314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71" name="Line 105">
              <a:extLst>
                <a:ext uri="{FF2B5EF4-FFF2-40B4-BE49-F238E27FC236}">
                  <a16:creationId xmlns:a16="http://schemas.microsoft.com/office/drawing/2014/main" id="{59F4E77F-3448-D273-F197-F31D80AA1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2825751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72" name="Rectangle 106">
              <a:extLst>
                <a:ext uri="{FF2B5EF4-FFF2-40B4-BE49-F238E27FC236}">
                  <a16:creationId xmlns:a16="http://schemas.microsoft.com/office/drawing/2014/main" id="{4A0DEC5F-FD60-B919-D5A2-2D20C69D7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2825751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73" name="Line 107">
              <a:extLst>
                <a:ext uri="{FF2B5EF4-FFF2-40B4-BE49-F238E27FC236}">
                  <a16:creationId xmlns:a16="http://schemas.microsoft.com/office/drawing/2014/main" id="{5E8C8D3E-7B17-1B18-CE2B-20E6B43215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3025776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74" name="Rectangle 108">
              <a:extLst>
                <a:ext uri="{FF2B5EF4-FFF2-40B4-BE49-F238E27FC236}">
                  <a16:creationId xmlns:a16="http://schemas.microsoft.com/office/drawing/2014/main" id="{995CB2BA-E3E8-85E4-5623-BFD8857DA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025776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75" name="Line 109">
              <a:extLst>
                <a:ext uri="{FF2B5EF4-FFF2-40B4-BE49-F238E27FC236}">
                  <a16:creationId xmlns:a16="http://schemas.microsoft.com/office/drawing/2014/main" id="{3A1B3127-DCCE-FA88-DFAA-1F9F007D7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3225801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76" name="Rectangle 110">
              <a:extLst>
                <a:ext uri="{FF2B5EF4-FFF2-40B4-BE49-F238E27FC236}">
                  <a16:creationId xmlns:a16="http://schemas.microsoft.com/office/drawing/2014/main" id="{6C2D97E2-020D-B6ED-7D7A-B96BAAEB9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225801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77" name="Line 111">
              <a:extLst>
                <a:ext uri="{FF2B5EF4-FFF2-40B4-BE49-F238E27FC236}">
                  <a16:creationId xmlns:a16="http://schemas.microsoft.com/office/drawing/2014/main" id="{D085406B-98F1-2CF4-EA02-D9FB13776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34242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78" name="Rectangle 112">
              <a:extLst>
                <a:ext uri="{FF2B5EF4-FFF2-40B4-BE49-F238E27FC236}">
                  <a16:creationId xmlns:a16="http://schemas.microsoft.com/office/drawing/2014/main" id="{9CC8E30D-DB28-13D5-3497-B8008FCAB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42423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79" name="Line 113">
              <a:extLst>
                <a:ext uri="{FF2B5EF4-FFF2-40B4-BE49-F238E27FC236}">
                  <a16:creationId xmlns:a16="http://schemas.microsoft.com/office/drawing/2014/main" id="{59C2F235-2E39-3965-1F16-26C03D750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3624264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80" name="Rectangle 114">
              <a:extLst>
                <a:ext uri="{FF2B5EF4-FFF2-40B4-BE49-F238E27FC236}">
                  <a16:creationId xmlns:a16="http://schemas.microsoft.com/office/drawing/2014/main" id="{91AEA363-0BFD-8245-272D-F5A210D9B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6242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81" name="Line 115">
              <a:extLst>
                <a:ext uri="{FF2B5EF4-FFF2-40B4-BE49-F238E27FC236}">
                  <a16:creationId xmlns:a16="http://schemas.microsoft.com/office/drawing/2014/main" id="{A2FCE399-FA5D-AE79-6716-11B318E136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3822702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82" name="Rectangle 116">
              <a:extLst>
                <a:ext uri="{FF2B5EF4-FFF2-40B4-BE49-F238E27FC236}">
                  <a16:creationId xmlns:a16="http://schemas.microsoft.com/office/drawing/2014/main" id="{9B0C4BA6-050E-907F-CA88-0E53DDB87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822702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83" name="Line 117">
              <a:extLst>
                <a:ext uri="{FF2B5EF4-FFF2-40B4-BE49-F238E27FC236}">
                  <a16:creationId xmlns:a16="http://schemas.microsoft.com/office/drawing/2014/main" id="{1FCD50F3-2CBF-FD9B-9C26-FE0249D3EC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4022727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84" name="Rectangle 118">
              <a:extLst>
                <a:ext uri="{FF2B5EF4-FFF2-40B4-BE49-F238E27FC236}">
                  <a16:creationId xmlns:a16="http://schemas.microsoft.com/office/drawing/2014/main" id="{ABA0757F-BEB5-899D-9DDE-D044EF3DF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4022727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85" name="Line 119">
              <a:extLst>
                <a:ext uri="{FF2B5EF4-FFF2-40B4-BE49-F238E27FC236}">
                  <a16:creationId xmlns:a16="http://schemas.microsoft.com/office/drawing/2014/main" id="{43EB5C9B-FA4E-2CCB-7C90-B420035D79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4222752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86" name="Rectangle 120">
              <a:extLst>
                <a:ext uri="{FF2B5EF4-FFF2-40B4-BE49-F238E27FC236}">
                  <a16:creationId xmlns:a16="http://schemas.microsoft.com/office/drawing/2014/main" id="{318AC541-EB8E-B8BC-BF93-AB5A88640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4222752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87" name="Line 121">
              <a:extLst>
                <a:ext uri="{FF2B5EF4-FFF2-40B4-BE49-F238E27FC236}">
                  <a16:creationId xmlns:a16="http://schemas.microsoft.com/office/drawing/2014/main" id="{A09EA56C-9FBA-C0A1-2704-6D4E0BBECE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442118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88" name="Rectangle 122">
              <a:extLst>
                <a:ext uri="{FF2B5EF4-FFF2-40B4-BE49-F238E27FC236}">
                  <a16:creationId xmlns:a16="http://schemas.microsoft.com/office/drawing/2014/main" id="{06B8AA77-34E4-908F-B04F-CCC93A0AA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4421189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89" name="Line 123">
              <a:extLst>
                <a:ext uri="{FF2B5EF4-FFF2-40B4-BE49-F238E27FC236}">
                  <a16:creationId xmlns:a16="http://schemas.microsoft.com/office/drawing/2014/main" id="{06BEB9B6-42E0-7B48-D371-D3F236EF0B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4621214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90" name="Rectangle 124">
              <a:extLst>
                <a:ext uri="{FF2B5EF4-FFF2-40B4-BE49-F238E27FC236}">
                  <a16:creationId xmlns:a16="http://schemas.microsoft.com/office/drawing/2014/main" id="{645E5B12-6997-2559-C723-E9E6ECF34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462121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91" name="Line 125">
              <a:extLst>
                <a:ext uri="{FF2B5EF4-FFF2-40B4-BE49-F238E27FC236}">
                  <a16:creationId xmlns:a16="http://schemas.microsoft.com/office/drawing/2014/main" id="{28451BD5-1F3A-42E7-F7F0-8C111A6C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482123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92" name="Rectangle 126">
              <a:extLst>
                <a:ext uri="{FF2B5EF4-FFF2-40B4-BE49-F238E27FC236}">
                  <a16:creationId xmlns:a16="http://schemas.microsoft.com/office/drawing/2014/main" id="{AC6E5F42-6742-1660-6782-6A90454CB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4821239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93" name="Line 127">
              <a:extLst>
                <a:ext uri="{FF2B5EF4-FFF2-40B4-BE49-F238E27FC236}">
                  <a16:creationId xmlns:a16="http://schemas.microsoft.com/office/drawing/2014/main" id="{001FC7FA-8D2C-168F-FB6E-1F3A0C06A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5019677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94" name="Rectangle 128">
              <a:extLst>
                <a:ext uri="{FF2B5EF4-FFF2-40B4-BE49-F238E27FC236}">
                  <a16:creationId xmlns:a16="http://schemas.microsoft.com/office/drawing/2014/main" id="{E670B96E-BAF8-3996-2547-F26E48705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019677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95" name="Line 129">
              <a:extLst>
                <a:ext uri="{FF2B5EF4-FFF2-40B4-BE49-F238E27FC236}">
                  <a16:creationId xmlns:a16="http://schemas.microsoft.com/office/drawing/2014/main" id="{6E0DDB51-05D4-DBE7-7277-16F6DF804B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5219702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96" name="Rectangle 130">
              <a:extLst>
                <a:ext uri="{FF2B5EF4-FFF2-40B4-BE49-F238E27FC236}">
                  <a16:creationId xmlns:a16="http://schemas.microsoft.com/office/drawing/2014/main" id="{E0143C23-9517-AC0F-7425-A42C66B33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219702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97" name="Line 131">
              <a:extLst>
                <a:ext uri="{FF2B5EF4-FFF2-40B4-BE49-F238E27FC236}">
                  <a16:creationId xmlns:a16="http://schemas.microsoft.com/office/drawing/2014/main" id="{E0296345-359F-722C-61D3-07B49A562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5419727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298" name="Rectangle 132">
              <a:extLst>
                <a:ext uri="{FF2B5EF4-FFF2-40B4-BE49-F238E27FC236}">
                  <a16:creationId xmlns:a16="http://schemas.microsoft.com/office/drawing/2014/main" id="{12A889FD-E352-8ACF-A367-570856A57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419727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299" name="Line 133">
              <a:extLst>
                <a:ext uri="{FF2B5EF4-FFF2-40B4-BE49-F238E27FC236}">
                  <a16:creationId xmlns:a16="http://schemas.microsoft.com/office/drawing/2014/main" id="{B5F9F00A-D6D3-6BC8-2ABF-1C97AFCAC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5618164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00" name="Rectangle 134">
              <a:extLst>
                <a:ext uri="{FF2B5EF4-FFF2-40B4-BE49-F238E27FC236}">
                  <a16:creationId xmlns:a16="http://schemas.microsoft.com/office/drawing/2014/main" id="{939696EA-BC5B-36DC-9D91-B3E430898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61816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01" name="Line 135">
              <a:extLst>
                <a:ext uri="{FF2B5EF4-FFF2-40B4-BE49-F238E27FC236}">
                  <a16:creationId xmlns:a16="http://schemas.microsoft.com/office/drawing/2014/main" id="{B5E3813F-236B-9495-6D7E-87427D398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5818189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02" name="Rectangle 136">
              <a:extLst>
                <a:ext uri="{FF2B5EF4-FFF2-40B4-BE49-F238E27FC236}">
                  <a16:creationId xmlns:a16="http://schemas.microsoft.com/office/drawing/2014/main" id="{2EBCA51D-3F10-5E55-5FFA-BA5D6016E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818189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03" name="Line 137">
              <a:extLst>
                <a:ext uri="{FF2B5EF4-FFF2-40B4-BE49-F238E27FC236}">
                  <a16:creationId xmlns:a16="http://schemas.microsoft.com/office/drawing/2014/main" id="{2A7952BB-7CF2-CA8F-E9E6-30A0039C61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6016627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04" name="Rectangle 138">
              <a:extLst>
                <a:ext uri="{FF2B5EF4-FFF2-40B4-BE49-F238E27FC236}">
                  <a16:creationId xmlns:a16="http://schemas.microsoft.com/office/drawing/2014/main" id="{395A307E-B95A-90C8-1753-DA6BE7DD8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6016627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05" name="Line 139">
              <a:extLst>
                <a:ext uri="{FF2B5EF4-FFF2-40B4-BE49-F238E27FC236}">
                  <a16:creationId xmlns:a16="http://schemas.microsoft.com/office/drawing/2014/main" id="{1C038FFE-4145-42B6-4D04-DE6C59666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6216652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06" name="Rectangle 140">
              <a:extLst>
                <a:ext uri="{FF2B5EF4-FFF2-40B4-BE49-F238E27FC236}">
                  <a16:creationId xmlns:a16="http://schemas.microsoft.com/office/drawing/2014/main" id="{BFCB0629-6490-55D9-804C-B514DEBFD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6216652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07" name="Line 141">
              <a:extLst>
                <a:ext uri="{FF2B5EF4-FFF2-40B4-BE49-F238E27FC236}">
                  <a16:creationId xmlns:a16="http://schemas.microsoft.com/office/drawing/2014/main" id="{BB3685E6-F0FF-78F9-300F-94983B529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6416677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08" name="Rectangle 142">
              <a:extLst>
                <a:ext uri="{FF2B5EF4-FFF2-40B4-BE49-F238E27FC236}">
                  <a16:creationId xmlns:a16="http://schemas.microsoft.com/office/drawing/2014/main" id="{3650767D-253B-3869-0DD4-2616A5600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6416677"/>
              <a:ext cx="9525" cy="7938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09" name="Line 143">
              <a:extLst>
                <a:ext uri="{FF2B5EF4-FFF2-40B4-BE49-F238E27FC236}">
                  <a16:creationId xmlns:a16="http://schemas.microsoft.com/office/drawing/2014/main" id="{084B3680-275C-A63A-E84A-7DEEEEEE4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4000" y="6615114"/>
              <a:ext cx="1588" cy="1588"/>
            </a:xfrm>
            <a:prstGeom prst="line">
              <a:avLst/>
            </a:prstGeom>
            <a:noFill/>
            <a:ln w="0">
              <a:solidFill>
                <a:srgbClr val="E0E0E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10" name="Rectangle 144">
              <a:extLst>
                <a:ext uri="{FF2B5EF4-FFF2-40B4-BE49-F238E27FC236}">
                  <a16:creationId xmlns:a16="http://schemas.microsoft.com/office/drawing/2014/main" id="{A7367AEB-4619-91B8-8AB1-F5C0615CE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6615114"/>
              <a:ext cx="9525" cy="9525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pic>
          <p:nvPicPr>
            <p:cNvPr id="7311" name="Picture 145">
              <a:extLst>
                <a:ext uri="{FF2B5EF4-FFF2-40B4-BE49-F238E27FC236}">
                  <a16:creationId xmlns:a16="http://schemas.microsoft.com/office/drawing/2014/main" id="{B12DD3A6-5E4B-8907-BFCA-A8759F72C0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463" y="714376"/>
              <a:ext cx="8990013" cy="5864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12" name="Oval 146">
              <a:extLst>
                <a:ext uri="{FF2B5EF4-FFF2-40B4-BE49-F238E27FC236}">
                  <a16:creationId xmlns:a16="http://schemas.microsoft.com/office/drawing/2014/main" id="{7C572437-A28D-E156-BF3B-7CA1F3D20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3513" y="1843089"/>
              <a:ext cx="869950" cy="869950"/>
            </a:xfrm>
            <a:prstGeom prst="ellipse">
              <a:avLst/>
            </a:prstGeom>
            <a:noFill/>
            <a:ln w="730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13" name="Oval 147">
              <a:extLst>
                <a:ext uri="{FF2B5EF4-FFF2-40B4-BE49-F238E27FC236}">
                  <a16:creationId xmlns:a16="http://schemas.microsoft.com/office/drawing/2014/main" id="{512CD1FD-D4FA-B140-E78E-6ABFF955E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1313" y="2232026"/>
              <a:ext cx="869950" cy="869950"/>
            </a:xfrm>
            <a:prstGeom prst="ellipse">
              <a:avLst/>
            </a:prstGeom>
            <a:noFill/>
            <a:ln w="730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314" name="Oval 148">
              <a:extLst>
                <a:ext uri="{FF2B5EF4-FFF2-40B4-BE49-F238E27FC236}">
                  <a16:creationId xmlns:a16="http://schemas.microsoft.com/office/drawing/2014/main" id="{98A6D0C6-BD8F-70FE-1273-F4D79864A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3363" y="981076"/>
              <a:ext cx="869950" cy="869950"/>
            </a:xfrm>
            <a:prstGeom prst="ellipse">
              <a:avLst/>
            </a:prstGeom>
            <a:noFill/>
            <a:ln w="73025">
              <a:solidFill>
                <a:srgbClr val="FF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latinLnBrk="0">
                <a:spcBef>
                  <a:spcPct val="0"/>
                </a:spcBef>
                <a:buFontTx/>
                <a:buNone/>
              </a:pPr>
              <a:endParaRPr lang="ko-KR" altLang="en-US" sz="180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D5EC0096-4540-56B8-8044-86A336208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665288"/>
            <a:ext cx="6696075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302</a:t>
            </a:r>
            <a:r>
              <a:rPr kumimoji="0" lang="ko-KR" altLang="en-US" sz="3000" b="1"/>
              <a:t>호 보일러 교체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CED68542-BFD0-0AD1-D544-9178D4EFD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55614620-F744-C883-9915-23C72032D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2025. 05. 15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DBF4879-A6F9-9B5D-D95B-64E6031F40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302</a:t>
            </a:r>
            <a:r>
              <a:rPr kumimoji="0" lang="ko-KR" altLang="en-US" sz="2400" b="1" u="sng"/>
              <a:t>호 보일러교체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F84CF49C-FFF9-4F06-5127-BB60A698E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5955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C625171-3515-3EF6-B7BF-B05E1493D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67792368-9C74-1150-7E8E-A00D10D17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702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302</a:t>
            </a:r>
            <a:r>
              <a:rPr kumimoji="0" lang="ko-KR" altLang="en-US" sz="1200" b="1"/>
              <a:t>호 보일러교체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4E468BFE-84CB-ABE0-35E6-EF30F4538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63750"/>
            <a:ext cx="86677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보일러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교 체 사 유</a:t>
            </a:r>
            <a:r>
              <a:rPr kumimoji="0" lang="en-US" altLang="ko-KR" sz="1200" b="1"/>
              <a:t> : </a:t>
            </a:r>
            <a:r>
              <a:rPr kumimoji="0" lang="ko-KR" altLang="en-US" sz="1200" b="1"/>
              <a:t>온수불량으로 삼방밸브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컨트롤러를 교체하였으나 계속적으로 같은증상 발생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원인은 열교환기 누수로 인한 다수부품 고장임</a:t>
            </a:r>
            <a:r>
              <a:rPr kumimoji="0" lang="en-US" altLang="ko-KR" sz="1200" b="1"/>
              <a:t>. </a:t>
            </a:r>
            <a:r>
              <a:rPr kumimoji="0" lang="ko-KR" altLang="en-US" sz="1200" b="1"/>
              <a:t>이에 보일러 교체를 요함</a:t>
            </a:r>
            <a:endParaRPr kumimoji="0" lang="en-US" altLang="ko-KR" sz="12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A912C31-79F1-23F3-C4DF-D8FC4870A09D}"/>
              </a:ext>
            </a:extLst>
          </p:cNvPr>
          <p:cNvSpPr/>
          <p:nvPr/>
        </p:nvSpPr>
        <p:spPr bwMode="auto">
          <a:xfrm>
            <a:off x="3316288" y="446405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C0B5C6EA-AB5B-F480-EC33-374731DBAB07}"/>
              </a:ext>
            </a:extLst>
          </p:cNvPr>
          <p:cNvSpPr/>
          <p:nvPr/>
        </p:nvSpPr>
        <p:spPr>
          <a:xfrm>
            <a:off x="4178300" y="533400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3445E7BF-CB94-842A-4C4E-EAA1A0161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875088"/>
            <a:ext cx="845661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9522E-AE93-EC3B-FBB9-EC4EF4E6D1C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보일러 사진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9A16801-9FDE-7AFC-F388-DA17485F295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4">
            <a:extLst>
              <a:ext uri="{FF2B5EF4-FFF2-40B4-BE49-F238E27FC236}">
                <a16:creationId xmlns:a16="http://schemas.microsoft.com/office/drawing/2014/main" id="{B80ED475-A9C0-4D9A-4F9A-B1D0BC89B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298B74-6351-EBC0-CC96-B99A63F196E3}"/>
              </a:ext>
            </a:extLst>
          </p:cNvPr>
          <p:cNvSpPr/>
          <p:nvPr/>
        </p:nvSpPr>
        <p:spPr>
          <a:xfrm>
            <a:off x="3239662" y="-99392"/>
            <a:ext cx="260039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5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월</a:t>
            </a: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 15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일 완료</a:t>
            </a:r>
            <a:endParaRPr lang="en-US" altLang="ko-KR" sz="3000" b="1" dirty="0">
              <a:ln w="6600">
                <a:solidFill>
                  <a:schemeClr val="bg1"/>
                </a:solidFill>
                <a:prstDash val="solid"/>
              </a:ln>
              <a:solidFill>
                <a:srgbClr val="FF00FF"/>
              </a:solidFill>
            </a:endParaRPr>
          </a:p>
        </p:txBody>
      </p:sp>
      <p:sp>
        <p:nvSpPr>
          <p:cNvPr id="7171" name="AutoShape 5">
            <a:extLst>
              <a:ext uri="{FF2B5EF4-FFF2-40B4-BE49-F238E27FC236}">
                <a16:creationId xmlns:a16="http://schemas.microsoft.com/office/drawing/2014/main" id="{4015DFFB-CD78-9A8E-C62F-E16B004D3C53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-125413" y="60325"/>
            <a:ext cx="9144001" cy="639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Rectangle 7">
            <a:extLst>
              <a:ext uri="{FF2B5EF4-FFF2-40B4-BE49-F238E27FC236}">
                <a16:creationId xmlns:a16="http://schemas.microsoft.com/office/drawing/2014/main" id="{DFF1D646-26C5-6C18-4A2D-8C543A40D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15875"/>
            <a:ext cx="1779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2400" b="1">
                <a:solidFill>
                  <a:srgbClr val="FF00FF"/>
                </a:solidFill>
                <a:ea typeface="굴림" panose="020B0600000101010101" pitchFamily="50" charset="-127"/>
              </a:rPr>
              <a:t>102</a:t>
            </a:r>
            <a:r>
              <a:rPr lang="ko-KR" altLang="ko-KR" sz="2400" b="1">
                <a:solidFill>
                  <a:srgbClr val="FF00FF"/>
                </a:solidFill>
                <a:ea typeface="굴림" panose="020B0600000101010101" pitchFamily="50" charset="-127"/>
              </a:rPr>
              <a:t>동 </a:t>
            </a:r>
            <a:r>
              <a:rPr lang="en-US" altLang="ko-KR" sz="2400" b="1">
                <a:solidFill>
                  <a:srgbClr val="FF00FF"/>
                </a:solidFill>
                <a:ea typeface="굴림" panose="020B0600000101010101" pitchFamily="50" charset="-127"/>
              </a:rPr>
              <a:t>302</a:t>
            </a:r>
            <a:r>
              <a:rPr lang="ko-KR" altLang="ko-KR" sz="2400" b="1">
                <a:solidFill>
                  <a:srgbClr val="FF00FF"/>
                </a:solidFill>
                <a:ea typeface="굴림" panose="020B0600000101010101" pitchFamily="50" charset="-127"/>
              </a:rPr>
              <a:t>호</a:t>
            </a: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73" name="Rectangle 8">
            <a:extLst>
              <a:ext uri="{FF2B5EF4-FFF2-40B4-BE49-F238E27FC236}">
                <a16:creationId xmlns:a16="http://schemas.microsoft.com/office/drawing/2014/main" id="{5D738C2F-05B1-FDDB-3E24-61717A18E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6034088"/>
            <a:ext cx="153987" cy="7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74" name="Line 9">
            <a:extLst>
              <a:ext uri="{FF2B5EF4-FFF2-40B4-BE49-F238E27FC236}">
                <a16:creationId xmlns:a16="http://schemas.microsoft.com/office/drawing/2014/main" id="{E37C6673-4A36-D52A-7C03-DE9DFA88D80B}"/>
              </a:ext>
            </a:extLst>
          </p:cNvPr>
          <p:cNvSpPr>
            <a:spLocks noChangeShapeType="1"/>
          </p:cNvSpPr>
          <p:nvPr/>
        </p:nvSpPr>
        <p:spPr bwMode="auto">
          <a:xfrm>
            <a:off x="-17463" y="233363"/>
            <a:ext cx="9525" cy="0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5" name="Rectangle 10">
            <a:extLst>
              <a:ext uri="{FF2B5EF4-FFF2-40B4-BE49-F238E27FC236}">
                <a16:creationId xmlns:a16="http://schemas.microsoft.com/office/drawing/2014/main" id="{347C0621-3FBA-868A-BD0B-E7C930FF8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63" y="233363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76" name="Line 11">
            <a:extLst>
              <a:ext uri="{FF2B5EF4-FFF2-40B4-BE49-F238E27FC236}">
                <a16:creationId xmlns:a16="http://schemas.microsoft.com/office/drawing/2014/main" id="{0871BB7D-AA85-2B98-1D9E-A01F9EB094C6}"/>
              </a:ext>
            </a:extLst>
          </p:cNvPr>
          <p:cNvSpPr>
            <a:spLocks noChangeShapeType="1"/>
          </p:cNvSpPr>
          <p:nvPr/>
        </p:nvSpPr>
        <p:spPr bwMode="auto">
          <a:xfrm>
            <a:off x="-17463" y="33338"/>
            <a:ext cx="0" cy="398462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7" name="Rectangle 12">
            <a:extLst>
              <a:ext uri="{FF2B5EF4-FFF2-40B4-BE49-F238E27FC236}">
                <a16:creationId xmlns:a16="http://schemas.microsoft.com/office/drawing/2014/main" id="{73EAD452-23A3-2B1A-C992-33110EC41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63" y="33338"/>
            <a:ext cx="9525" cy="398462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78" name="Line 13">
            <a:extLst>
              <a:ext uri="{FF2B5EF4-FFF2-40B4-BE49-F238E27FC236}">
                <a16:creationId xmlns:a16="http://schemas.microsoft.com/office/drawing/2014/main" id="{D2848D68-8213-4815-39F8-D5D7F6591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04813"/>
            <a:ext cx="913447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9" name="Line 15">
            <a:extLst>
              <a:ext uri="{FF2B5EF4-FFF2-40B4-BE49-F238E27FC236}">
                <a16:creationId xmlns:a16="http://schemas.microsoft.com/office/drawing/2014/main" id="{94CF79A0-66A5-C231-E3D1-1035B1A23F8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7013" y="33338"/>
            <a:ext cx="0" cy="398462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0" name="Rectangle 16">
            <a:extLst>
              <a:ext uri="{FF2B5EF4-FFF2-40B4-BE49-F238E27FC236}">
                <a16:creationId xmlns:a16="http://schemas.microsoft.com/office/drawing/2014/main" id="{03A73892-336A-C9BC-CC1E-CFA28B5A8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7013" y="33338"/>
            <a:ext cx="9525" cy="398462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1" name="Line 19">
            <a:extLst>
              <a:ext uri="{FF2B5EF4-FFF2-40B4-BE49-F238E27FC236}">
                <a16:creationId xmlns:a16="http://schemas.microsoft.com/office/drawing/2014/main" id="{BF0FFC21-10A0-CA5E-971A-2A9F52141A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00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2" name="Rectangle 20">
            <a:extLst>
              <a:ext uri="{FF2B5EF4-FFF2-40B4-BE49-F238E27FC236}">
                <a16:creationId xmlns:a16="http://schemas.microsoft.com/office/drawing/2014/main" id="{2BB0CC7C-DB71-96AB-08E4-6EFF172B6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3" name="Line 21">
            <a:extLst>
              <a:ext uri="{FF2B5EF4-FFF2-40B4-BE49-F238E27FC236}">
                <a16:creationId xmlns:a16="http://schemas.microsoft.com/office/drawing/2014/main" id="{01FB42DF-B813-D9FB-7106-A90EE93D0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7463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4" name="Rectangle 22">
            <a:extLst>
              <a:ext uri="{FF2B5EF4-FFF2-40B4-BE49-F238E27FC236}">
                <a16:creationId xmlns:a16="http://schemas.microsoft.com/office/drawing/2014/main" id="{210753C4-5331-C68A-0398-4E2EF1C34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5" name="Line 23">
            <a:extLst>
              <a:ext uri="{FF2B5EF4-FFF2-40B4-BE49-F238E27FC236}">
                <a16:creationId xmlns:a16="http://schemas.microsoft.com/office/drawing/2014/main" id="{95695E76-0FBE-D696-A22B-37DE29D5B8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9925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6" name="Rectangle 24">
            <a:extLst>
              <a:ext uri="{FF2B5EF4-FFF2-40B4-BE49-F238E27FC236}">
                <a16:creationId xmlns:a16="http://schemas.microsoft.com/office/drawing/2014/main" id="{7FF6F932-FB7E-78BF-78F0-06F3C402B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7" name="Line 25">
            <a:extLst>
              <a:ext uri="{FF2B5EF4-FFF2-40B4-BE49-F238E27FC236}">
                <a16:creationId xmlns:a16="http://schemas.microsoft.com/office/drawing/2014/main" id="{56BBBE70-B906-82BD-3A6E-E3A356479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8" name="Rectangle 26">
            <a:extLst>
              <a:ext uri="{FF2B5EF4-FFF2-40B4-BE49-F238E27FC236}">
                <a16:creationId xmlns:a16="http://schemas.microsoft.com/office/drawing/2014/main" id="{D88509D8-6750-4A97-DA22-2FB431F5E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9" name="Line 27">
            <a:extLst>
              <a:ext uri="{FF2B5EF4-FFF2-40B4-BE49-F238E27FC236}">
                <a16:creationId xmlns:a16="http://schemas.microsoft.com/office/drawing/2014/main" id="{7F1698D6-C60F-FD19-D592-8396025D2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4850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0" name="Rectangle 28">
            <a:extLst>
              <a:ext uri="{FF2B5EF4-FFF2-40B4-BE49-F238E27FC236}">
                <a16:creationId xmlns:a16="http://schemas.microsoft.com/office/drawing/2014/main" id="{0BCED686-7351-A69A-C5B5-C8D9382B1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1" name="Line 29">
            <a:extLst>
              <a:ext uri="{FF2B5EF4-FFF2-40B4-BE49-F238E27FC236}">
                <a16:creationId xmlns:a16="http://schemas.microsoft.com/office/drawing/2014/main" id="{1A5E906A-7FEF-6B53-08F6-284124262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7313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2" name="Rectangle 30">
            <a:extLst>
              <a:ext uri="{FF2B5EF4-FFF2-40B4-BE49-F238E27FC236}">
                <a16:creationId xmlns:a16="http://schemas.microsoft.com/office/drawing/2014/main" id="{191A7619-5ABE-1B50-252F-46AF2EF0A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3" name="Line 31">
            <a:extLst>
              <a:ext uri="{FF2B5EF4-FFF2-40B4-BE49-F238E27FC236}">
                <a16:creationId xmlns:a16="http://schemas.microsoft.com/office/drawing/2014/main" id="{936024FA-4F19-DB83-5C18-77B8B15AB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9775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4" name="Rectangle 32">
            <a:extLst>
              <a:ext uri="{FF2B5EF4-FFF2-40B4-BE49-F238E27FC236}">
                <a16:creationId xmlns:a16="http://schemas.microsoft.com/office/drawing/2014/main" id="{34BD1DA0-3DF2-F778-B042-100D7128F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5" name="Line 33">
            <a:extLst>
              <a:ext uri="{FF2B5EF4-FFF2-40B4-BE49-F238E27FC236}">
                <a16:creationId xmlns:a16="http://schemas.microsoft.com/office/drawing/2014/main" id="{5D059769-84FA-991C-66D3-0A8124148C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2238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6" name="Rectangle 34">
            <a:extLst>
              <a:ext uri="{FF2B5EF4-FFF2-40B4-BE49-F238E27FC236}">
                <a16:creationId xmlns:a16="http://schemas.microsoft.com/office/drawing/2014/main" id="{BCC514CC-6A15-4946-F2DE-E36CC64AD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7" name="Line 35">
            <a:extLst>
              <a:ext uri="{FF2B5EF4-FFF2-40B4-BE49-F238E27FC236}">
                <a16:creationId xmlns:a16="http://schemas.microsoft.com/office/drawing/2014/main" id="{5B07788E-429B-D607-F59D-26D846D43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00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8" name="Rectangle 36">
            <a:extLst>
              <a:ext uri="{FF2B5EF4-FFF2-40B4-BE49-F238E27FC236}">
                <a16:creationId xmlns:a16="http://schemas.microsoft.com/office/drawing/2014/main" id="{86EEDB8C-FEDD-6511-83DE-C9AB3FD8F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9" name="Line 37">
            <a:extLst>
              <a:ext uri="{FF2B5EF4-FFF2-40B4-BE49-F238E27FC236}">
                <a16:creationId xmlns:a16="http://schemas.microsoft.com/office/drawing/2014/main" id="{82515482-E574-F163-D379-CDBA1814B2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7163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0" name="Rectangle 38">
            <a:extLst>
              <a:ext uri="{FF2B5EF4-FFF2-40B4-BE49-F238E27FC236}">
                <a16:creationId xmlns:a16="http://schemas.microsoft.com/office/drawing/2014/main" id="{A21B86B0-649F-46B9-85E5-6AB94D881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1" name="Line 39">
            <a:extLst>
              <a:ext uri="{FF2B5EF4-FFF2-40B4-BE49-F238E27FC236}">
                <a16:creationId xmlns:a16="http://schemas.microsoft.com/office/drawing/2014/main" id="{01A94331-E5AC-CB46-0684-43A7DA051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9625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2" name="Rectangle 40">
            <a:extLst>
              <a:ext uri="{FF2B5EF4-FFF2-40B4-BE49-F238E27FC236}">
                <a16:creationId xmlns:a16="http://schemas.microsoft.com/office/drawing/2014/main" id="{659ABF64-1722-3168-418A-39D117678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25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3" name="Line 41">
            <a:extLst>
              <a:ext uri="{FF2B5EF4-FFF2-40B4-BE49-F238E27FC236}">
                <a16:creationId xmlns:a16="http://schemas.microsoft.com/office/drawing/2014/main" id="{4F54DF44-254E-BAEF-CE1D-396EA6105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4" name="Rectangle 42">
            <a:extLst>
              <a:ext uri="{FF2B5EF4-FFF2-40B4-BE49-F238E27FC236}">
                <a16:creationId xmlns:a16="http://schemas.microsoft.com/office/drawing/2014/main" id="{54CC669C-F0EF-2847-1E4E-209F5FC21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5" name="Line 43">
            <a:extLst>
              <a:ext uri="{FF2B5EF4-FFF2-40B4-BE49-F238E27FC236}">
                <a16:creationId xmlns:a16="http://schemas.microsoft.com/office/drawing/2014/main" id="{23B8026B-9F85-A99A-F74D-E749DDBF7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4550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6" name="Rectangle 44">
            <a:extLst>
              <a:ext uri="{FF2B5EF4-FFF2-40B4-BE49-F238E27FC236}">
                <a16:creationId xmlns:a16="http://schemas.microsoft.com/office/drawing/2014/main" id="{35AC3C9B-0B0F-2673-C904-7227C2C6A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4550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7" name="Line 49">
            <a:extLst>
              <a:ext uri="{FF2B5EF4-FFF2-40B4-BE49-F238E27FC236}">
                <a16:creationId xmlns:a16="http://schemas.microsoft.com/office/drawing/2014/main" id="{4E1F8FBC-00AC-8FA1-424E-8CBDE2AB0AD0}"/>
              </a:ext>
            </a:extLst>
          </p:cNvPr>
          <p:cNvSpPr>
            <a:spLocks noChangeShapeType="1"/>
          </p:cNvSpPr>
          <p:nvPr/>
        </p:nvSpPr>
        <p:spPr bwMode="auto">
          <a:xfrm>
            <a:off x="-17463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8" name="Rectangle 50">
            <a:extLst>
              <a:ext uri="{FF2B5EF4-FFF2-40B4-BE49-F238E27FC236}">
                <a16:creationId xmlns:a16="http://schemas.microsoft.com/office/drawing/2014/main" id="{83E6F239-7D1A-1D1A-98FC-A09C3AE18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6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9" name="Line 51">
            <a:extLst>
              <a:ext uri="{FF2B5EF4-FFF2-40B4-BE49-F238E27FC236}">
                <a16:creationId xmlns:a16="http://schemas.microsoft.com/office/drawing/2014/main" id="{B2443F44-9618-99FA-AD11-EE3382F106E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00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0" name="Rectangle 52">
            <a:extLst>
              <a:ext uri="{FF2B5EF4-FFF2-40B4-BE49-F238E27FC236}">
                <a16:creationId xmlns:a16="http://schemas.microsoft.com/office/drawing/2014/main" id="{25163CDC-CA5F-20AD-C705-2BD20AFC9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1" name="Line 53">
            <a:extLst>
              <a:ext uri="{FF2B5EF4-FFF2-40B4-BE49-F238E27FC236}">
                <a16:creationId xmlns:a16="http://schemas.microsoft.com/office/drawing/2014/main" id="{E48E39D3-D349-C967-7323-FFDDAC7D0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7463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2" name="Rectangle 54">
            <a:extLst>
              <a:ext uri="{FF2B5EF4-FFF2-40B4-BE49-F238E27FC236}">
                <a16:creationId xmlns:a16="http://schemas.microsoft.com/office/drawing/2014/main" id="{E2EDDE19-3EB9-8202-181C-DB369922E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3" name="Line 55">
            <a:extLst>
              <a:ext uri="{FF2B5EF4-FFF2-40B4-BE49-F238E27FC236}">
                <a16:creationId xmlns:a16="http://schemas.microsoft.com/office/drawing/2014/main" id="{240E55A0-5BFF-D7F1-B1A6-C024B2F2E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9925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4" name="Rectangle 56">
            <a:extLst>
              <a:ext uri="{FF2B5EF4-FFF2-40B4-BE49-F238E27FC236}">
                <a16:creationId xmlns:a16="http://schemas.microsoft.com/office/drawing/2014/main" id="{4DFD85D2-5806-9CB3-365E-1BD037365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5" name="Line 57">
            <a:extLst>
              <a:ext uri="{FF2B5EF4-FFF2-40B4-BE49-F238E27FC236}">
                <a16:creationId xmlns:a16="http://schemas.microsoft.com/office/drawing/2014/main" id="{B38DB609-7813-FB26-3848-0DB6AA9B5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6" name="Rectangle 58">
            <a:extLst>
              <a:ext uri="{FF2B5EF4-FFF2-40B4-BE49-F238E27FC236}">
                <a16:creationId xmlns:a16="http://schemas.microsoft.com/office/drawing/2014/main" id="{8DCDB5E1-AAD5-7E33-CBF3-0775E13A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7" name="Line 59">
            <a:extLst>
              <a:ext uri="{FF2B5EF4-FFF2-40B4-BE49-F238E27FC236}">
                <a16:creationId xmlns:a16="http://schemas.microsoft.com/office/drawing/2014/main" id="{CFBBF136-70C7-7EA4-593A-5F4B72F37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4850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8" name="Rectangle 60">
            <a:extLst>
              <a:ext uri="{FF2B5EF4-FFF2-40B4-BE49-F238E27FC236}">
                <a16:creationId xmlns:a16="http://schemas.microsoft.com/office/drawing/2014/main" id="{9FE6D69E-2701-352B-69B2-2FE3AB5B8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9" name="Line 61">
            <a:extLst>
              <a:ext uri="{FF2B5EF4-FFF2-40B4-BE49-F238E27FC236}">
                <a16:creationId xmlns:a16="http://schemas.microsoft.com/office/drawing/2014/main" id="{91971A40-E0B6-6659-3CFF-D764C4822D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7313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0" name="Rectangle 62">
            <a:extLst>
              <a:ext uri="{FF2B5EF4-FFF2-40B4-BE49-F238E27FC236}">
                <a16:creationId xmlns:a16="http://schemas.microsoft.com/office/drawing/2014/main" id="{CD0DF046-EB25-9CBD-3425-07C8F30F0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1" name="Line 63">
            <a:extLst>
              <a:ext uri="{FF2B5EF4-FFF2-40B4-BE49-F238E27FC236}">
                <a16:creationId xmlns:a16="http://schemas.microsoft.com/office/drawing/2014/main" id="{8321B839-44DB-C3B6-94D8-DAAB2EAAE4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9775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2" name="Rectangle 64">
            <a:extLst>
              <a:ext uri="{FF2B5EF4-FFF2-40B4-BE49-F238E27FC236}">
                <a16:creationId xmlns:a16="http://schemas.microsoft.com/office/drawing/2014/main" id="{58ED3331-4499-DA72-A820-95AFDA67B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3" name="Line 65">
            <a:extLst>
              <a:ext uri="{FF2B5EF4-FFF2-40B4-BE49-F238E27FC236}">
                <a16:creationId xmlns:a16="http://schemas.microsoft.com/office/drawing/2014/main" id="{54F51016-0219-318D-3CB4-0FB8192ACB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2238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4" name="Rectangle 66">
            <a:extLst>
              <a:ext uri="{FF2B5EF4-FFF2-40B4-BE49-F238E27FC236}">
                <a16:creationId xmlns:a16="http://schemas.microsoft.com/office/drawing/2014/main" id="{35EDBC53-2D67-B71B-A7E0-478253E5F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5" name="Line 67">
            <a:extLst>
              <a:ext uri="{FF2B5EF4-FFF2-40B4-BE49-F238E27FC236}">
                <a16:creationId xmlns:a16="http://schemas.microsoft.com/office/drawing/2014/main" id="{F764F62E-7150-DB81-02EA-1B89C012B6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00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6" name="Rectangle 68">
            <a:extLst>
              <a:ext uri="{FF2B5EF4-FFF2-40B4-BE49-F238E27FC236}">
                <a16:creationId xmlns:a16="http://schemas.microsoft.com/office/drawing/2014/main" id="{9A5E72BD-158A-C2D4-1925-BB6E3BD65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7" name="Line 69">
            <a:extLst>
              <a:ext uri="{FF2B5EF4-FFF2-40B4-BE49-F238E27FC236}">
                <a16:creationId xmlns:a16="http://schemas.microsoft.com/office/drawing/2014/main" id="{C2F846B8-9809-645D-77DE-BD1EAC516E8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7163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8" name="Rectangle 70">
            <a:extLst>
              <a:ext uri="{FF2B5EF4-FFF2-40B4-BE49-F238E27FC236}">
                <a16:creationId xmlns:a16="http://schemas.microsoft.com/office/drawing/2014/main" id="{C794AFD2-6F0E-A0F0-37FD-C9414FE03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9" name="Line 71">
            <a:extLst>
              <a:ext uri="{FF2B5EF4-FFF2-40B4-BE49-F238E27FC236}">
                <a16:creationId xmlns:a16="http://schemas.microsoft.com/office/drawing/2014/main" id="{6DA7CDBE-3BB4-D6A7-8389-875B22EE02D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9625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0" name="Rectangle 72">
            <a:extLst>
              <a:ext uri="{FF2B5EF4-FFF2-40B4-BE49-F238E27FC236}">
                <a16:creationId xmlns:a16="http://schemas.microsoft.com/office/drawing/2014/main" id="{5D7F863C-5BD8-964C-A4BB-CD428B491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25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1" name="Line 73">
            <a:extLst>
              <a:ext uri="{FF2B5EF4-FFF2-40B4-BE49-F238E27FC236}">
                <a16:creationId xmlns:a16="http://schemas.microsoft.com/office/drawing/2014/main" id="{226359DC-2272-AEF3-F712-C6C4B9E6B405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2" name="Rectangle 74">
            <a:extLst>
              <a:ext uri="{FF2B5EF4-FFF2-40B4-BE49-F238E27FC236}">
                <a16:creationId xmlns:a16="http://schemas.microsoft.com/office/drawing/2014/main" id="{9D1BAE19-1EAA-1536-0450-751EC04F7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3" name="Line 75">
            <a:extLst>
              <a:ext uri="{FF2B5EF4-FFF2-40B4-BE49-F238E27FC236}">
                <a16:creationId xmlns:a16="http://schemas.microsoft.com/office/drawing/2014/main" id="{6ED69D30-2A09-7B9B-8D3E-7B380D4DF319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4550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4" name="Rectangle 76">
            <a:extLst>
              <a:ext uri="{FF2B5EF4-FFF2-40B4-BE49-F238E27FC236}">
                <a16:creationId xmlns:a16="http://schemas.microsoft.com/office/drawing/2014/main" id="{96A1043E-35FE-0B64-E574-087480366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4550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5" name="Line 77">
            <a:extLst>
              <a:ext uri="{FF2B5EF4-FFF2-40B4-BE49-F238E27FC236}">
                <a16:creationId xmlns:a16="http://schemas.microsoft.com/office/drawing/2014/main" id="{08672FCE-CBAE-F271-D36A-188FD40C31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7013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6" name="Rectangle 78">
            <a:extLst>
              <a:ext uri="{FF2B5EF4-FFF2-40B4-BE49-F238E27FC236}">
                <a16:creationId xmlns:a16="http://schemas.microsoft.com/office/drawing/2014/main" id="{EF9507F0-1956-D62B-331C-812DABAF6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701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7" name="Line 79">
            <a:extLst>
              <a:ext uri="{FF2B5EF4-FFF2-40B4-BE49-F238E27FC236}">
                <a16:creationId xmlns:a16="http://schemas.microsoft.com/office/drawing/2014/main" id="{799A957C-D35A-270C-01AB-260B246EA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-17463" y="33338"/>
            <a:ext cx="9144001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8" name="Rectangle 80">
            <a:extLst>
              <a:ext uri="{FF2B5EF4-FFF2-40B4-BE49-F238E27FC236}">
                <a16:creationId xmlns:a16="http://schemas.microsoft.com/office/drawing/2014/main" id="{02D74AFE-2D3B-84BE-7F97-FC4133099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63" y="33338"/>
            <a:ext cx="9153526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9" name="Line 81">
            <a:extLst>
              <a:ext uri="{FF2B5EF4-FFF2-40B4-BE49-F238E27FC236}">
                <a16:creationId xmlns:a16="http://schemas.microsoft.com/office/drawing/2014/main" id="{7B6B82DD-E26E-159C-7E30-2CB2E2C6116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3336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0" name="Rectangle 82">
            <a:extLst>
              <a:ext uri="{FF2B5EF4-FFF2-40B4-BE49-F238E27FC236}">
                <a16:creationId xmlns:a16="http://schemas.microsoft.com/office/drawing/2014/main" id="{2CC3DC22-3A0A-459F-7FEE-B286130D1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33363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1" name="Line 83">
            <a:extLst>
              <a:ext uri="{FF2B5EF4-FFF2-40B4-BE49-F238E27FC236}">
                <a16:creationId xmlns:a16="http://schemas.microsoft.com/office/drawing/2014/main" id="{C6D6458D-7571-C3EE-8DA6-F3F9DCA9B7C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318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2" name="Rectangle 84">
            <a:extLst>
              <a:ext uri="{FF2B5EF4-FFF2-40B4-BE49-F238E27FC236}">
                <a16:creationId xmlns:a16="http://schemas.microsoft.com/office/drawing/2014/main" id="{E3F17BA2-B8EB-2AE7-B4F8-1D906EDB8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3180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3" name="Line 85">
            <a:extLst>
              <a:ext uri="{FF2B5EF4-FFF2-40B4-BE49-F238E27FC236}">
                <a16:creationId xmlns:a16="http://schemas.microsoft.com/office/drawing/2014/main" id="{93595557-6854-1EB4-D66B-BCD3B579A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63182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4" name="Rectangle 86">
            <a:extLst>
              <a:ext uri="{FF2B5EF4-FFF2-40B4-BE49-F238E27FC236}">
                <a16:creationId xmlns:a16="http://schemas.microsoft.com/office/drawing/2014/main" id="{B1EE2B57-1DA5-C0C1-48A6-82F77F33B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63182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5" name="Line 87">
            <a:extLst>
              <a:ext uri="{FF2B5EF4-FFF2-40B4-BE49-F238E27FC236}">
                <a16:creationId xmlns:a16="http://schemas.microsoft.com/office/drawing/2014/main" id="{9178B89C-D400-3F28-5FE6-79CF34C3B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8318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6" name="Rectangle 88">
            <a:extLst>
              <a:ext uri="{FF2B5EF4-FFF2-40B4-BE49-F238E27FC236}">
                <a16:creationId xmlns:a16="http://schemas.microsoft.com/office/drawing/2014/main" id="{44B856A9-511C-6F9F-B1C8-8501B57FC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831850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7" name="Line 89">
            <a:extLst>
              <a:ext uri="{FF2B5EF4-FFF2-40B4-BE49-F238E27FC236}">
                <a16:creationId xmlns:a16="http://schemas.microsoft.com/office/drawing/2014/main" id="{4F709258-523A-AFE4-B3B7-6704A3BF2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03028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8" name="Rectangle 90">
            <a:extLst>
              <a:ext uri="{FF2B5EF4-FFF2-40B4-BE49-F238E27FC236}">
                <a16:creationId xmlns:a16="http://schemas.microsoft.com/office/drawing/2014/main" id="{24BCA48E-2E73-EDD6-7853-FDC5850B2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03028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9" name="Line 91">
            <a:extLst>
              <a:ext uri="{FF2B5EF4-FFF2-40B4-BE49-F238E27FC236}">
                <a16:creationId xmlns:a16="http://schemas.microsoft.com/office/drawing/2014/main" id="{D88E61D6-42F9-8F9B-C5C7-C215723996D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2303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0" name="Rectangle 92">
            <a:extLst>
              <a:ext uri="{FF2B5EF4-FFF2-40B4-BE49-F238E27FC236}">
                <a16:creationId xmlns:a16="http://schemas.microsoft.com/office/drawing/2014/main" id="{F7A212B8-8973-4B3F-01C0-FFEE6935E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2303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1" name="Line 93">
            <a:extLst>
              <a:ext uri="{FF2B5EF4-FFF2-40B4-BE49-F238E27FC236}">
                <a16:creationId xmlns:a16="http://schemas.microsoft.com/office/drawing/2014/main" id="{FF33CE51-A1BC-14C9-60A8-DA1E6EB8A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4287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2" name="Rectangle 94">
            <a:extLst>
              <a:ext uri="{FF2B5EF4-FFF2-40B4-BE49-F238E27FC236}">
                <a16:creationId xmlns:a16="http://schemas.microsoft.com/office/drawing/2014/main" id="{ADBD38F7-C449-E6C0-B029-90299932D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42875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3" name="Line 95">
            <a:extLst>
              <a:ext uri="{FF2B5EF4-FFF2-40B4-BE49-F238E27FC236}">
                <a16:creationId xmlns:a16="http://schemas.microsoft.com/office/drawing/2014/main" id="{7FC169BF-4DC3-EF65-4BC2-71FA39397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62877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4" name="Rectangle 96">
            <a:extLst>
              <a:ext uri="{FF2B5EF4-FFF2-40B4-BE49-F238E27FC236}">
                <a16:creationId xmlns:a16="http://schemas.microsoft.com/office/drawing/2014/main" id="{C6BF854F-425D-AEFF-D38B-A788794E4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62877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5" name="Line 97">
            <a:extLst>
              <a:ext uri="{FF2B5EF4-FFF2-40B4-BE49-F238E27FC236}">
                <a16:creationId xmlns:a16="http://schemas.microsoft.com/office/drawing/2014/main" id="{5D40845A-0B2A-4BC2-4646-F3C725292E2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8288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6" name="Rectangle 98">
            <a:extLst>
              <a:ext uri="{FF2B5EF4-FFF2-40B4-BE49-F238E27FC236}">
                <a16:creationId xmlns:a16="http://schemas.microsoft.com/office/drawing/2014/main" id="{F926E11E-056E-10AF-AFB5-A59DDC62F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828800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7" name="Line 99">
            <a:extLst>
              <a:ext uri="{FF2B5EF4-FFF2-40B4-BE49-F238E27FC236}">
                <a16:creationId xmlns:a16="http://schemas.microsoft.com/office/drawing/2014/main" id="{A50DEC62-B970-7902-122A-3985EA750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02723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8" name="Rectangle 100">
            <a:extLst>
              <a:ext uri="{FF2B5EF4-FFF2-40B4-BE49-F238E27FC236}">
                <a16:creationId xmlns:a16="http://schemas.microsoft.com/office/drawing/2014/main" id="{EBFCE144-7B5D-B6CC-5D5F-CA871AE86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0272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9" name="Line 101">
            <a:extLst>
              <a:ext uri="{FF2B5EF4-FFF2-40B4-BE49-F238E27FC236}">
                <a16:creationId xmlns:a16="http://schemas.microsoft.com/office/drawing/2014/main" id="{D065F4BF-C808-FAE8-DECC-2739990423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22726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0" name="Rectangle 102">
            <a:extLst>
              <a:ext uri="{FF2B5EF4-FFF2-40B4-BE49-F238E27FC236}">
                <a16:creationId xmlns:a16="http://schemas.microsoft.com/office/drawing/2014/main" id="{CE3A9F5A-EF2F-4AE6-7734-CBBF73F1B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22726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61" name="Line 103">
            <a:extLst>
              <a:ext uri="{FF2B5EF4-FFF2-40B4-BE49-F238E27FC236}">
                <a16:creationId xmlns:a16="http://schemas.microsoft.com/office/drawing/2014/main" id="{F7FBE7B5-7C87-2572-D680-F49D51EC7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42728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2" name="Rectangle 104">
            <a:extLst>
              <a:ext uri="{FF2B5EF4-FFF2-40B4-BE49-F238E27FC236}">
                <a16:creationId xmlns:a16="http://schemas.microsoft.com/office/drawing/2014/main" id="{CDB4A2DE-2CA2-8318-E16C-9CA0D2A8C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427288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63" name="Line 105">
            <a:extLst>
              <a:ext uri="{FF2B5EF4-FFF2-40B4-BE49-F238E27FC236}">
                <a16:creationId xmlns:a16="http://schemas.microsoft.com/office/drawing/2014/main" id="{3161C087-05AE-1319-78A1-79DAD6A874F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62572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4" name="Rectangle 106">
            <a:extLst>
              <a:ext uri="{FF2B5EF4-FFF2-40B4-BE49-F238E27FC236}">
                <a16:creationId xmlns:a16="http://schemas.microsoft.com/office/drawing/2014/main" id="{F040E7FE-0DFE-896A-1EF5-5344DE203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62572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65" name="Line 107">
            <a:extLst>
              <a:ext uri="{FF2B5EF4-FFF2-40B4-BE49-F238E27FC236}">
                <a16:creationId xmlns:a16="http://schemas.microsoft.com/office/drawing/2014/main" id="{FC57F0AD-45E5-2B02-ABCF-0A333D9ED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8257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6" name="Line 109">
            <a:extLst>
              <a:ext uri="{FF2B5EF4-FFF2-40B4-BE49-F238E27FC236}">
                <a16:creationId xmlns:a16="http://schemas.microsoft.com/office/drawing/2014/main" id="{647D2955-CEAD-EB4B-D410-AEA7CF815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02577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7" name="Rectangle 110">
            <a:extLst>
              <a:ext uri="{FF2B5EF4-FFF2-40B4-BE49-F238E27FC236}">
                <a16:creationId xmlns:a16="http://schemas.microsoft.com/office/drawing/2014/main" id="{5CD86E0F-67C0-8393-0D76-88B47AF69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025775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68" name="Line 111">
            <a:extLst>
              <a:ext uri="{FF2B5EF4-FFF2-40B4-BE49-F238E27FC236}">
                <a16:creationId xmlns:a16="http://schemas.microsoft.com/office/drawing/2014/main" id="{BE06E106-436C-4F17-93F0-120A55184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2242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9" name="Rectangle 112">
            <a:extLst>
              <a:ext uri="{FF2B5EF4-FFF2-40B4-BE49-F238E27FC236}">
                <a16:creationId xmlns:a16="http://schemas.microsoft.com/office/drawing/2014/main" id="{2A996D16-7E03-3ADF-4E83-ACEA72A1B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2242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0" name="Line 113">
            <a:extLst>
              <a:ext uri="{FF2B5EF4-FFF2-40B4-BE49-F238E27FC236}">
                <a16:creationId xmlns:a16="http://schemas.microsoft.com/office/drawing/2014/main" id="{F8520B80-989A-446A-B00C-B0A2997FE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42423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1" name="Rectangle 114">
            <a:extLst>
              <a:ext uri="{FF2B5EF4-FFF2-40B4-BE49-F238E27FC236}">
                <a16:creationId xmlns:a16="http://schemas.microsoft.com/office/drawing/2014/main" id="{10CFF960-A9C9-717E-E2F2-BB512A85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4242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2" name="Line 115">
            <a:extLst>
              <a:ext uri="{FF2B5EF4-FFF2-40B4-BE49-F238E27FC236}">
                <a16:creationId xmlns:a16="http://schemas.microsoft.com/office/drawing/2014/main" id="{EAB6BC29-DF0B-2024-CEF1-55F63509C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62267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3" name="Rectangle 116">
            <a:extLst>
              <a:ext uri="{FF2B5EF4-FFF2-40B4-BE49-F238E27FC236}">
                <a16:creationId xmlns:a16="http://schemas.microsoft.com/office/drawing/2014/main" id="{7E43E234-1E75-BDC9-AC45-76AF682E4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62267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4" name="Line 117">
            <a:extLst>
              <a:ext uri="{FF2B5EF4-FFF2-40B4-BE49-F238E27FC236}">
                <a16:creationId xmlns:a16="http://schemas.microsoft.com/office/drawing/2014/main" id="{A5D3F47D-ACD1-CAF4-3E4D-0BA444E94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8227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5" name="Rectangle 118">
            <a:extLst>
              <a:ext uri="{FF2B5EF4-FFF2-40B4-BE49-F238E27FC236}">
                <a16:creationId xmlns:a16="http://schemas.microsoft.com/office/drawing/2014/main" id="{6F0F35A0-DA62-150C-BD27-8B2944E1B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82270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6" name="Line 119">
            <a:extLst>
              <a:ext uri="{FF2B5EF4-FFF2-40B4-BE49-F238E27FC236}">
                <a16:creationId xmlns:a16="http://schemas.microsoft.com/office/drawing/2014/main" id="{09077D6D-2A91-C224-4449-414F3A4DB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02272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7" name="Rectangle 120">
            <a:extLst>
              <a:ext uri="{FF2B5EF4-FFF2-40B4-BE49-F238E27FC236}">
                <a16:creationId xmlns:a16="http://schemas.microsoft.com/office/drawing/2014/main" id="{94F19787-51A5-23E1-3D1D-88519B699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022725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8" name="Line 121">
            <a:extLst>
              <a:ext uri="{FF2B5EF4-FFF2-40B4-BE49-F238E27FC236}">
                <a16:creationId xmlns:a16="http://schemas.microsoft.com/office/drawing/2014/main" id="{673E4F33-65C6-2693-79E6-9513A917B5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22116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9" name="Rectangle 122">
            <a:extLst>
              <a:ext uri="{FF2B5EF4-FFF2-40B4-BE49-F238E27FC236}">
                <a16:creationId xmlns:a16="http://schemas.microsoft.com/office/drawing/2014/main" id="{1EBC0943-FBF6-D32E-483A-B8DD6D3D7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22116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0" name="Line 123">
            <a:extLst>
              <a:ext uri="{FF2B5EF4-FFF2-40B4-BE49-F238E27FC236}">
                <a16:creationId xmlns:a16="http://schemas.microsoft.com/office/drawing/2014/main" id="{E2031EC0-BD8B-B407-5869-BDBA18372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42118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1" name="Rectangle 124">
            <a:extLst>
              <a:ext uri="{FF2B5EF4-FFF2-40B4-BE49-F238E27FC236}">
                <a16:creationId xmlns:a16="http://schemas.microsoft.com/office/drawing/2014/main" id="{EA45E531-83F5-546C-64C2-1A0975BEF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42118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2" name="Line 125">
            <a:extLst>
              <a:ext uri="{FF2B5EF4-FFF2-40B4-BE49-F238E27FC236}">
                <a16:creationId xmlns:a16="http://schemas.microsoft.com/office/drawing/2014/main" id="{1204C3DC-B153-0A2B-CE37-4C6EC1A89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6212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3" name="Rectangle 126">
            <a:extLst>
              <a:ext uri="{FF2B5EF4-FFF2-40B4-BE49-F238E27FC236}">
                <a16:creationId xmlns:a16="http://schemas.microsoft.com/office/drawing/2014/main" id="{9D613DE9-84B5-6954-50F4-D6CBF32DA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621213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4" name="Line 127">
            <a:extLst>
              <a:ext uri="{FF2B5EF4-FFF2-40B4-BE49-F238E27FC236}">
                <a16:creationId xmlns:a16="http://schemas.microsoft.com/office/drawing/2014/main" id="{B2EE3630-3C37-7A7F-BF89-30B281B2B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8196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5" name="Rectangle 128">
            <a:extLst>
              <a:ext uri="{FF2B5EF4-FFF2-40B4-BE49-F238E27FC236}">
                <a16:creationId xmlns:a16="http://schemas.microsoft.com/office/drawing/2014/main" id="{17666D28-6F10-3975-D3B6-46BD0BAB8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81965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6" name="Line 129">
            <a:extLst>
              <a:ext uri="{FF2B5EF4-FFF2-40B4-BE49-F238E27FC236}">
                <a16:creationId xmlns:a16="http://schemas.microsoft.com/office/drawing/2014/main" id="{36FA9177-F449-13A7-A1FA-02AD3493E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01967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7" name="Rectangle 130">
            <a:extLst>
              <a:ext uri="{FF2B5EF4-FFF2-40B4-BE49-F238E27FC236}">
                <a16:creationId xmlns:a16="http://schemas.microsoft.com/office/drawing/2014/main" id="{7F1B1B41-C41A-95C0-87AA-1F500C4E1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01967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8" name="Line 131">
            <a:extLst>
              <a:ext uri="{FF2B5EF4-FFF2-40B4-BE49-F238E27FC236}">
                <a16:creationId xmlns:a16="http://schemas.microsoft.com/office/drawing/2014/main" id="{F38A5FBA-7DB0-D18C-9ADB-54A0C8B72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2197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9" name="Rectangle 132">
            <a:extLst>
              <a:ext uri="{FF2B5EF4-FFF2-40B4-BE49-F238E27FC236}">
                <a16:creationId xmlns:a16="http://schemas.microsoft.com/office/drawing/2014/main" id="{994010A5-1CA2-48DD-2495-865B18CC93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219700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0" name="Line 133">
            <a:extLst>
              <a:ext uri="{FF2B5EF4-FFF2-40B4-BE49-F238E27FC236}">
                <a16:creationId xmlns:a16="http://schemas.microsoft.com/office/drawing/2014/main" id="{FBF8D454-6197-B084-D725-2B245935870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41813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1" name="Rectangle 134">
            <a:extLst>
              <a:ext uri="{FF2B5EF4-FFF2-40B4-BE49-F238E27FC236}">
                <a16:creationId xmlns:a16="http://schemas.microsoft.com/office/drawing/2014/main" id="{33A545AE-3B90-4BF2-3729-C64EE7CEF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4181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2" name="Line 135">
            <a:extLst>
              <a:ext uri="{FF2B5EF4-FFF2-40B4-BE49-F238E27FC236}">
                <a16:creationId xmlns:a16="http://schemas.microsoft.com/office/drawing/2014/main" id="{6DA1C6FD-0C9D-5ECC-036B-71D82BCFE60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61816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3" name="Rectangle 136">
            <a:extLst>
              <a:ext uri="{FF2B5EF4-FFF2-40B4-BE49-F238E27FC236}">
                <a16:creationId xmlns:a16="http://schemas.microsoft.com/office/drawing/2014/main" id="{F5FD7121-F5E1-E113-CBC2-2F281024F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618163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4" name="Line 137">
            <a:extLst>
              <a:ext uri="{FF2B5EF4-FFF2-40B4-BE49-F238E27FC236}">
                <a16:creationId xmlns:a16="http://schemas.microsoft.com/office/drawing/2014/main" id="{34B8D96C-3300-3CEF-47BA-1487D471FB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8166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5" name="Rectangle 138">
            <a:extLst>
              <a:ext uri="{FF2B5EF4-FFF2-40B4-BE49-F238E27FC236}">
                <a16:creationId xmlns:a16="http://schemas.microsoft.com/office/drawing/2014/main" id="{F614FD65-5020-F347-349A-34B0F66339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81660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6" name="Line 139">
            <a:extLst>
              <a:ext uri="{FF2B5EF4-FFF2-40B4-BE49-F238E27FC236}">
                <a16:creationId xmlns:a16="http://schemas.microsoft.com/office/drawing/2014/main" id="{439BA705-C43F-9B49-3E80-64C3FC81BD3A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601662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7" name="Rectangle 140">
            <a:extLst>
              <a:ext uri="{FF2B5EF4-FFF2-40B4-BE49-F238E27FC236}">
                <a16:creationId xmlns:a16="http://schemas.microsoft.com/office/drawing/2014/main" id="{054BB440-D5DB-959F-57BF-2BC92C4ED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601662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8" name="Line 141">
            <a:extLst>
              <a:ext uri="{FF2B5EF4-FFF2-40B4-BE49-F238E27FC236}">
                <a16:creationId xmlns:a16="http://schemas.microsoft.com/office/drawing/2014/main" id="{72848C98-2712-54A5-938F-2D4B1902D70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62166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9" name="Rectangle 142">
            <a:extLst>
              <a:ext uri="{FF2B5EF4-FFF2-40B4-BE49-F238E27FC236}">
                <a16:creationId xmlns:a16="http://schemas.microsoft.com/office/drawing/2014/main" id="{52C950CA-B11A-C5AC-67AE-3B0FAE8A9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6216650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300" name="Line 143">
            <a:extLst>
              <a:ext uri="{FF2B5EF4-FFF2-40B4-BE49-F238E27FC236}">
                <a16:creationId xmlns:a16="http://schemas.microsoft.com/office/drawing/2014/main" id="{8370C6D9-4CF5-FE36-1FAD-22A1A6E97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641508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301" name="Rectangle 144">
            <a:extLst>
              <a:ext uri="{FF2B5EF4-FFF2-40B4-BE49-F238E27FC236}">
                <a16:creationId xmlns:a16="http://schemas.microsoft.com/office/drawing/2014/main" id="{38E32D82-D97E-8DB4-784F-59E52CAC3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641508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7302" name="Picture 145">
            <a:extLst>
              <a:ext uri="{FF2B5EF4-FFF2-40B4-BE49-F238E27FC236}">
                <a16:creationId xmlns:a16="http://schemas.microsoft.com/office/drawing/2014/main" id="{172724D8-4BE3-CBC9-31A0-4F75EC297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813"/>
            <a:ext cx="8990013" cy="586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03" name="Oval 146">
            <a:extLst>
              <a:ext uri="{FF2B5EF4-FFF2-40B4-BE49-F238E27FC236}">
                <a16:creationId xmlns:a16="http://schemas.microsoft.com/office/drawing/2014/main" id="{00FE68BC-087F-9461-14EF-AE2E5CE97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050" y="1643063"/>
            <a:ext cx="869950" cy="869950"/>
          </a:xfrm>
          <a:prstGeom prst="ellipse">
            <a:avLst/>
          </a:prstGeom>
          <a:noFill/>
          <a:ln w="730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304" name="Oval 147">
            <a:extLst>
              <a:ext uri="{FF2B5EF4-FFF2-40B4-BE49-F238E27FC236}">
                <a16:creationId xmlns:a16="http://schemas.microsoft.com/office/drawing/2014/main" id="{89876755-D2F8-26E7-D1EF-C15FD3CA1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57563"/>
            <a:ext cx="869950" cy="869950"/>
          </a:xfrm>
          <a:prstGeom prst="ellipse">
            <a:avLst/>
          </a:prstGeom>
          <a:noFill/>
          <a:ln w="730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305" name="Oval 148">
            <a:extLst>
              <a:ext uri="{FF2B5EF4-FFF2-40B4-BE49-F238E27FC236}">
                <a16:creationId xmlns:a16="http://schemas.microsoft.com/office/drawing/2014/main" id="{827EE4C8-0310-913A-79FD-9A578B94B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5900" y="781050"/>
            <a:ext cx="869950" cy="869950"/>
          </a:xfrm>
          <a:prstGeom prst="ellipse">
            <a:avLst/>
          </a:prstGeom>
          <a:noFill/>
          <a:ln w="730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1383AD4-CD24-C46B-3D7A-81E1FBD1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1665288"/>
            <a:ext cx="6696075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103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101</a:t>
            </a:r>
            <a:r>
              <a:rPr kumimoji="0" lang="ko-KR" altLang="en-US" sz="3000" b="1"/>
              <a:t>호 보일러 교체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9E9DFA4-24E8-40CB-7A9D-7340BD367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3AB1C015-CFDF-74E3-8E8E-9DDD8193F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2025. 05. 07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93F8516-E8DE-65AE-47E9-63DEAEA09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103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101</a:t>
            </a:r>
            <a:r>
              <a:rPr kumimoji="0" lang="ko-KR" altLang="en-US" sz="2400" b="1" u="sng"/>
              <a:t>호 보일러교체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42CF58C5-F97B-D3C9-20EE-6550F05FA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505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2025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1F0228B-8250-70B1-995A-4E87EA85C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6823A60A-4ED5-B1BC-D4B1-C32D31B49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702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103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101</a:t>
            </a:r>
            <a:r>
              <a:rPr kumimoji="0" lang="ko-KR" altLang="en-US" sz="1200" b="1"/>
              <a:t>호 보일러교체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892E7248-A6A0-2595-7971-32071C9C6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63750"/>
            <a:ext cx="86677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보일러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교 체 사 유</a:t>
            </a:r>
            <a:r>
              <a:rPr kumimoji="0" lang="en-US" altLang="ko-KR" sz="1200" b="1"/>
              <a:t> : </a:t>
            </a:r>
            <a:r>
              <a:rPr kumimoji="0" lang="ko-KR" altLang="en-US" sz="1200" b="1"/>
              <a:t>점화시 소음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열교환기 고장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으로 보일러 교체요함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endParaRPr kumimoji="0" lang="en-US" altLang="ko-KR" sz="1200" b="1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9581058-871D-2118-6BB2-BA40A13CE089}"/>
              </a:ext>
            </a:extLst>
          </p:cNvPr>
          <p:cNvSpPr/>
          <p:nvPr/>
        </p:nvSpPr>
        <p:spPr bwMode="auto">
          <a:xfrm>
            <a:off x="3316288" y="446405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35521956-0EA3-2AC4-1281-59123640972E}"/>
              </a:ext>
            </a:extLst>
          </p:cNvPr>
          <p:cNvSpPr/>
          <p:nvPr/>
        </p:nvSpPr>
        <p:spPr>
          <a:xfrm>
            <a:off x="4178300" y="533400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B8DD39D6-B222-B142-1F6D-8DC2F2C41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875088"/>
            <a:ext cx="845661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CBD08-43B6-AA2E-AD42-82B7B3E5DCB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보일러 사진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6A6F486-E8E7-ECD7-B1A1-870D41E5CBC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4">
            <a:extLst>
              <a:ext uri="{FF2B5EF4-FFF2-40B4-BE49-F238E27FC236}">
                <a16:creationId xmlns:a16="http://schemas.microsoft.com/office/drawing/2014/main" id="{0A326324-F9BE-3BA9-6D67-724234D82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1628775"/>
            <a:ext cx="8064500" cy="4464050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F7CA10C-6A13-F339-517B-6DE3DDC30468}"/>
              </a:ext>
            </a:extLst>
          </p:cNvPr>
          <p:cNvSpPr/>
          <p:nvPr/>
        </p:nvSpPr>
        <p:spPr>
          <a:xfrm>
            <a:off x="3347864" y="-99392"/>
            <a:ext cx="238398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5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월</a:t>
            </a:r>
            <a:r>
              <a:rPr lang="en-US" altLang="ko-KR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 9</a:t>
            </a:r>
            <a:r>
              <a:rPr lang="ko-KR" altLang="en-US" sz="3000" b="1" dirty="0">
                <a:ln w="6600">
                  <a:solidFill>
                    <a:schemeClr val="bg1"/>
                  </a:solidFill>
                  <a:prstDash val="solid"/>
                </a:ln>
                <a:solidFill>
                  <a:srgbClr val="FF00FF"/>
                </a:solidFill>
              </a:rPr>
              <a:t>일 완료</a:t>
            </a:r>
            <a:endParaRPr lang="en-US" altLang="ko-KR" sz="3000" b="1" dirty="0">
              <a:ln w="6600">
                <a:solidFill>
                  <a:schemeClr val="bg1"/>
                </a:solidFill>
                <a:prstDash val="solid"/>
              </a:ln>
              <a:solidFill>
                <a:srgbClr val="FF00FF"/>
              </a:solidFill>
            </a:endParaRPr>
          </a:p>
        </p:txBody>
      </p:sp>
      <p:sp>
        <p:nvSpPr>
          <p:cNvPr id="7171" name="AutoShape 5">
            <a:extLst>
              <a:ext uri="{FF2B5EF4-FFF2-40B4-BE49-F238E27FC236}">
                <a16:creationId xmlns:a16="http://schemas.microsoft.com/office/drawing/2014/main" id="{6851FBC0-7B09-C8FC-1949-326CA68F8545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-125413" y="60325"/>
            <a:ext cx="9144001" cy="639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2" name="Rectangle 7">
            <a:extLst>
              <a:ext uri="{FF2B5EF4-FFF2-40B4-BE49-F238E27FC236}">
                <a16:creationId xmlns:a16="http://schemas.microsoft.com/office/drawing/2014/main" id="{D4205088-0E5F-1564-82C4-2BF545D84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15875"/>
            <a:ext cx="17795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lang="en-US" altLang="ko-KR" sz="2400" b="1">
                <a:solidFill>
                  <a:srgbClr val="FF00FF"/>
                </a:solidFill>
                <a:ea typeface="굴림" panose="020B0600000101010101" pitchFamily="50" charset="-127"/>
              </a:rPr>
              <a:t>103</a:t>
            </a:r>
            <a:r>
              <a:rPr lang="ko-KR" altLang="ko-KR" sz="2400" b="1">
                <a:solidFill>
                  <a:srgbClr val="FF00FF"/>
                </a:solidFill>
                <a:ea typeface="굴림" panose="020B0600000101010101" pitchFamily="50" charset="-127"/>
              </a:rPr>
              <a:t>동 </a:t>
            </a:r>
            <a:r>
              <a:rPr lang="en-US" altLang="ko-KR" sz="2400" b="1">
                <a:solidFill>
                  <a:srgbClr val="FF00FF"/>
                </a:solidFill>
                <a:ea typeface="굴림" panose="020B0600000101010101" pitchFamily="50" charset="-127"/>
              </a:rPr>
              <a:t>101</a:t>
            </a:r>
            <a:r>
              <a:rPr lang="ko-KR" altLang="ko-KR" sz="2400" b="1">
                <a:solidFill>
                  <a:srgbClr val="FF00FF"/>
                </a:solidFill>
                <a:ea typeface="굴림" panose="020B0600000101010101" pitchFamily="50" charset="-127"/>
              </a:rPr>
              <a:t>호</a:t>
            </a: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73" name="Rectangle 8">
            <a:extLst>
              <a:ext uri="{FF2B5EF4-FFF2-40B4-BE49-F238E27FC236}">
                <a16:creationId xmlns:a16="http://schemas.microsoft.com/office/drawing/2014/main" id="{C42E7C77-3364-2FD7-1455-CA600F56D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3" y="6034088"/>
            <a:ext cx="153987" cy="7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ko-KR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74" name="Line 9">
            <a:extLst>
              <a:ext uri="{FF2B5EF4-FFF2-40B4-BE49-F238E27FC236}">
                <a16:creationId xmlns:a16="http://schemas.microsoft.com/office/drawing/2014/main" id="{358E2547-97BD-70D8-836F-3BECD6CF6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-17463" y="233363"/>
            <a:ext cx="9525" cy="0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5" name="Rectangle 10">
            <a:extLst>
              <a:ext uri="{FF2B5EF4-FFF2-40B4-BE49-F238E27FC236}">
                <a16:creationId xmlns:a16="http://schemas.microsoft.com/office/drawing/2014/main" id="{5D202645-B1AE-28E7-06D5-FBBD2D2E9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63" y="233363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76" name="Line 11">
            <a:extLst>
              <a:ext uri="{FF2B5EF4-FFF2-40B4-BE49-F238E27FC236}">
                <a16:creationId xmlns:a16="http://schemas.microsoft.com/office/drawing/2014/main" id="{6115D598-3B6F-59E7-0FDC-AE7518582A4C}"/>
              </a:ext>
            </a:extLst>
          </p:cNvPr>
          <p:cNvSpPr>
            <a:spLocks noChangeShapeType="1"/>
          </p:cNvSpPr>
          <p:nvPr/>
        </p:nvSpPr>
        <p:spPr bwMode="auto">
          <a:xfrm>
            <a:off x="-17463" y="33338"/>
            <a:ext cx="0" cy="398462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7" name="Rectangle 12">
            <a:extLst>
              <a:ext uri="{FF2B5EF4-FFF2-40B4-BE49-F238E27FC236}">
                <a16:creationId xmlns:a16="http://schemas.microsoft.com/office/drawing/2014/main" id="{4C1AE408-1140-E3C9-0870-D7D1DBA21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63" y="33338"/>
            <a:ext cx="9525" cy="398462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78" name="Line 13">
            <a:extLst>
              <a:ext uri="{FF2B5EF4-FFF2-40B4-BE49-F238E27FC236}">
                <a16:creationId xmlns:a16="http://schemas.microsoft.com/office/drawing/2014/main" id="{E4EFECAF-B6FF-1E88-3042-1F7C8FF8D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404813"/>
            <a:ext cx="9134475" cy="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79" name="Line 15">
            <a:extLst>
              <a:ext uri="{FF2B5EF4-FFF2-40B4-BE49-F238E27FC236}">
                <a16:creationId xmlns:a16="http://schemas.microsoft.com/office/drawing/2014/main" id="{B8EDA09E-3F41-21FF-AE1D-7F374E67480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7013" y="33338"/>
            <a:ext cx="0" cy="398462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0" name="Rectangle 16">
            <a:extLst>
              <a:ext uri="{FF2B5EF4-FFF2-40B4-BE49-F238E27FC236}">
                <a16:creationId xmlns:a16="http://schemas.microsoft.com/office/drawing/2014/main" id="{E28852B3-8426-9221-AA64-06DC9B0F0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7013" y="33338"/>
            <a:ext cx="9525" cy="398462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1" name="Line 19">
            <a:extLst>
              <a:ext uri="{FF2B5EF4-FFF2-40B4-BE49-F238E27FC236}">
                <a16:creationId xmlns:a16="http://schemas.microsoft.com/office/drawing/2014/main" id="{685180E8-1BC5-A9FF-4190-69B33FDAD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00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2" name="Rectangle 20">
            <a:extLst>
              <a:ext uri="{FF2B5EF4-FFF2-40B4-BE49-F238E27FC236}">
                <a16:creationId xmlns:a16="http://schemas.microsoft.com/office/drawing/2014/main" id="{EC50D011-07F1-A186-E911-5C2949F4B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3" name="Line 21">
            <a:extLst>
              <a:ext uri="{FF2B5EF4-FFF2-40B4-BE49-F238E27FC236}">
                <a16:creationId xmlns:a16="http://schemas.microsoft.com/office/drawing/2014/main" id="{557A8EDC-0A4A-0E7E-782E-54134A262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7463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4" name="Rectangle 22">
            <a:extLst>
              <a:ext uri="{FF2B5EF4-FFF2-40B4-BE49-F238E27FC236}">
                <a16:creationId xmlns:a16="http://schemas.microsoft.com/office/drawing/2014/main" id="{7DD9D184-4E1B-AE2F-08CF-F9D7915AA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5" name="Line 23">
            <a:extLst>
              <a:ext uri="{FF2B5EF4-FFF2-40B4-BE49-F238E27FC236}">
                <a16:creationId xmlns:a16="http://schemas.microsoft.com/office/drawing/2014/main" id="{2D17AAA8-BD77-0D93-53DA-B99E8161EC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9925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6" name="Rectangle 24">
            <a:extLst>
              <a:ext uri="{FF2B5EF4-FFF2-40B4-BE49-F238E27FC236}">
                <a16:creationId xmlns:a16="http://schemas.microsoft.com/office/drawing/2014/main" id="{4BD961ED-A216-1E56-E5E2-51D482F2F5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7" name="Line 25">
            <a:extLst>
              <a:ext uri="{FF2B5EF4-FFF2-40B4-BE49-F238E27FC236}">
                <a16:creationId xmlns:a16="http://schemas.microsoft.com/office/drawing/2014/main" id="{49DE15E6-41F4-E1A4-EE0A-935BDFEAAE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88" name="Rectangle 26">
            <a:extLst>
              <a:ext uri="{FF2B5EF4-FFF2-40B4-BE49-F238E27FC236}">
                <a16:creationId xmlns:a16="http://schemas.microsoft.com/office/drawing/2014/main" id="{5D202F87-EA7B-0531-3C4A-31677C1E2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89" name="Line 27">
            <a:extLst>
              <a:ext uri="{FF2B5EF4-FFF2-40B4-BE49-F238E27FC236}">
                <a16:creationId xmlns:a16="http://schemas.microsoft.com/office/drawing/2014/main" id="{937946A2-FD19-4A93-2AC5-F5FEBABDC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4850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0" name="Rectangle 28">
            <a:extLst>
              <a:ext uri="{FF2B5EF4-FFF2-40B4-BE49-F238E27FC236}">
                <a16:creationId xmlns:a16="http://schemas.microsoft.com/office/drawing/2014/main" id="{DF4D1526-36A7-C63D-935A-F7F729BCB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1" name="Line 29">
            <a:extLst>
              <a:ext uri="{FF2B5EF4-FFF2-40B4-BE49-F238E27FC236}">
                <a16:creationId xmlns:a16="http://schemas.microsoft.com/office/drawing/2014/main" id="{68EB2014-7E5F-9038-9AE8-B992A44F339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7313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2" name="Rectangle 30">
            <a:extLst>
              <a:ext uri="{FF2B5EF4-FFF2-40B4-BE49-F238E27FC236}">
                <a16:creationId xmlns:a16="http://schemas.microsoft.com/office/drawing/2014/main" id="{46071A11-65D8-A018-AC5E-1015C8712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3" name="Line 31">
            <a:extLst>
              <a:ext uri="{FF2B5EF4-FFF2-40B4-BE49-F238E27FC236}">
                <a16:creationId xmlns:a16="http://schemas.microsoft.com/office/drawing/2014/main" id="{7885D3B0-E9EF-FCEB-1132-D89B572F1D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9775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4" name="Rectangle 32">
            <a:extLst>
              <a:ext uri="{FF2B5EF4-FFF2-40B4-BE49-F238E27FC236}">
                <a16:creationId xmlns:a16="http://schemas.microsoft.com/office/drawing/2014/main" id="{693C85C9-F648-1D4F-0ADC-CFE4E8572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5" name="Line 33">
            <a:extLst>
              <a:ext uri="{FF2B5EF4-FFF2-40B4-BE49-F238E27FC236}">
                <a16:creationId xmlns:a16="http://schemas.microsoft.com/office/drawing/2014/main" id="{2F1D18A4-8705-8C1C-B41B-40C5E5E97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2238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6" name="Rectangle 34">
            <a:extLst>
              <a:ext uri="{FF2B5EF4-FFF2-40B4-BE49-F238E27FC236}">
                <a16:creationId xmlns:a16="http://schemas.microsoft.com/office/drawing/2014/main" id="{BA22D1BA-745B-FFEA-A4E4-520637D25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7" name="Line 35">
            <a:extLst>
              <a:ext uri="{FF2B5EF4-FFF2-40B4-BE49-F238E27FC236}">
                <a16:creationId xmlns:a16="http://schemas.microsoft.com/office/drawing/2014/main" id="{3B916F4F-9066-87F2-8B3A-53366FFB5C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00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198" name="Rectangle 36">
            <a:extLst>
              <a:ext uri="{FF2B5EF4-FFF2-40B4-BE49-F238E27FC236}">
                <a16:creationId xmlns:a16="http://schemas.microsoft.com/office/drawing/2014/main" id="{A966B059-B15D-9E65-A5A7-6BCC93415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199" name="Line 37">
            <a:extLst>
              <a:ext uri="{FF2B5EF4-FFF2-40B4-BE49-F238E27FC236}">
                <a16:creationId xmlns:a16="http://schemas.microsoft.com/office/drawing/2014/main" id="{014F0418-6765-C10A-C528-C23626AD51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7163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0" name="Rectangle 38">
            <a:extLst>
              <a:ext uri="{FF2B5EF4-FFF2-40B4-BE49-F238E27FC236}">
                <a16:creationId xmlns:a16="http://schemas.microsoft.com/office/drawing/2014/main" id="{4DE77B1E-A30E-150A-CEB3-6A9E1FC04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1" name="Line 39">
            <a:extLst>
              <a:ext uri="{FF2B5EF4-FFF2-40B4-BE49-F238E27FC236}">
                <a16:creationId xmlns:a16="http://schemas.microsoft.com/office/drawing/2014/main" id="{F494B04D-A2AB-6644-38FD-33577815F6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9625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2" name="Rectangle 40">
            <a:extLst>
              <a:ext uri="{FF2B5EF4-FFF2-40B4-BE49-F238E27FC236}">
                <a16:creationId xmlns:a16="http://schemas.microsoft.com/office/drawing/2014/main" id="{8093103F-4D07-0891-DC39-022DED7E4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25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3" name="Line 41">
            <a:extLst>
              <a:ext uri="{FF2B5EF4-FFF2-40B4-BE49-F238E27FC236}">
                <a16:creationId xmlns:a16="http://schemas.microsoft.com/office/drawing/2014/main" id="{65864BEF-66BE-45EE-56EF-CDC900151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4" name="Rectangle 42">
            <a:extLst>
              <a:ext uri="{FF2B5EF4-FFF2-40B4-BE49-F238E27FC236}">
                <a16:creationId xmlns:a16="http://schemas.microsoft.com/office/drawing/2014/main" id="{149DCF7C-5D92-4230-B8BA-7247CFDAC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5" name="Line 43">
            <a:extLst>
              <a:ext uri="{FF2B5EF4-FFF2-40B4-BE49-F238E27FC236}">
                <a16:creationId xmlns:a16="http://schemas.microsoft.com/office/drawing/2014/main" id="{FE995E40-0C54-570E-C1AC-BB8C34EF2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4550" y="33338"/>
            <a:ext cx="0" cy="9525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6" name="Rectangle 44">
            <a:extLst>
              <a:ext uri="{FF2B5EF4-FFF2-40B4-BE49-F238E27FC236}">
                <a16:creationId xmlns:a16="http://schemas.microsoft.com/office/drawing/2014/main" id="{43C3D5EC-B3E1-4941-81B0-E245D3CD5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4550" y="333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7" name="Line 49">
            <a:extLst>
              <a:ext uri="{FF2B5EF4-FFF2-40B4-BE49-F238E27FC236}">
                <a16:creationId xmlns:a16="http://schemas.microsoft.com/office/drawing/2014/main" id="{747FDCE0-E8F4-AD12-3470-74FD7B2EE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-17463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08" name="Rectangle 50">
            <a:extLst>
              <a:ext uri="{FF2B5EF4-FFF2-40B4-BE49-F238E27FC236}">
                <a16:creationId xmlns:a16="http://schemas.microsoft.com/office/drawing/2014/main" id="{DABCD6CF-014A-53F4-FA79-7AFFF7083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6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09" name="Line 51">
            <a:extLst>
              <a:ext uri="{FF2B5EF4-FFF2-40B4-BE49-F238E27FC236}">
                <a16:creationId xmlns:a16="http://schemas.microsoft.com/office/drawing/2014/main" id="{D097F641-DB75-1277-EC30-73031E5F8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00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0" name="Rectangle 52">
            <a:extLst>
              <a:ext uri="{FF2B5EF4-FFF2-40B4-BE49-F238E27FC236}">
                <a16:creationId xmlns:a16="http://schemas.microsoft.com/office/drawing/2014/main" id="{D76461F8-94B4-978E-6785-5D3EA539A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1" name="Line 53">
            <a:extLst>
              <a:ext uri="{FF2B5EF4-FFF2-40B4-BE49-F238E27FC236}">
                <a16:creationId xmlns:a16="http://schemas.microsoft.com/office/drawing/2014/main" id="{4F9CA4E5-3817-EC5D-981B-C6D15D4568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7463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2" name="Rectangle 54">
            <a:extLst>
              <a:ext uri="{FF2B5EF4-FFF2-40B4-BE49-F238E27FC236}">
                <a16:creationId xmlns:a16="http://schemas.microsoft.com/office/drawing/2014/main" id="{58FA044E-F66C-B0E4-6119-F70493B4F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746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3" name="Line 55">
            <a:extLst>
              <a:ext uri="{FF2B5EF4-FFF2-40B4-BE49-F238E27FC236}">
                <a16:creationId xmlns:a16="http://schemas.microsoft.com/office/drawing/2014/main" id="{720B33B7-AF3F-9BC2-9BB2-4CDAEB26C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9925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4" name="Rectangle 56">
            <a:extLst>
              <a:ext uri="{FF2B5EF4-FFF2-40B4-BE49-F238E27FC236}">
                <a16:creationId xmlns:a16="http://schemas.microsoft.com/office/drawing/2014/main" id="{5F3AED11-B55D-00BD-4042-D05C5302A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925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5" name="Line 57">
            <a:extLst>
              <a:ext uri="{FF2B5EF4-FFF2-40B4-BE49-F238E27FC236}">
                <a16:creationId xmlns:a16="http://schemas.microsoft.com/office/drawing/2014/main" id="{D2A8F571-7DD8-A52E-4850-5D51F3EA64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6" name="Rectangle 58">
            <a:extLst>
              <a:ext uri="{FF2B5EF4-FFF2-40B4-BE49-F238E27FC236}">
                <a16:creationId xmlns:a16="http://schemas.microsoft.com/office/drawing/2014/main" id="{375D129F-22EC-5629-4293-D941A7C62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7" name="Line 59">
            <a:extLst>
              <a:ext uri="{FF2B5EF4-FFF2-40B4-BE49-F238E27FC236}">
                <a16:creationId xmlns:a16="http://schemas.microsoft.com/office/drawing/2014/main" id="{01BAC58D-00F0-F494-DF8D-97339CB24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4850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18" name="Rectangle 60">
            <a:extLst>
              <a:ext uri="{FF2B5EF4-FFF2-40B4-BE49-F238E27FC236}">
                <a16:creationId xmlns:a16="http://schemas.microsoft.com/office/drawing/2014/main" id="{8CD66E32-644C-70E9-BFD3-F09967022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4850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19" name="Line 61">
            <a:extLst>
              <a:ext uri="{FF2B5EF4-FFF2-40B4-BE49-F238E27FC236}">
                <a16:creationId xmlns:a16="http://schemas.microsoft.com/office/drawing/2014/main" id="{63A6305C-950F-6D93-5768-51E80DC8F65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7313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0" name="Rectangle 62">
            <a:extLst>
              <a:ext uri="{FF2B5EF4-FFF2-40B4-BE49-F238E27FC236}">
                <a16:creationId xmlns:a16="http://schemas.microsoft.com/office/drawing/2014/main" id="{4491E0E0-B05E-041B-1E13-BE325946D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31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1" name="Line 63">
            <a:extLst>
              <a:ext uri="{FF2B5EF4-FFF2-40B4-BE49-F238E27FC236}">
                <a16:creationId xmlns:a16="http://schemas.microsoft.com/office/drawing/2014/main" id="{72E8AC04-35C4-20CE-C108-DCB416B6A8F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9775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2" name="Rectangle 64">
            <a:extLst>
              <a:ext uri="{FF2B5EF4-FFF2-40B4-BE49-F238E27FC236}">
                <a16:creationId xmlns:a16="http://schemas.microsoft.com/office/drawing/2014/main" id="{5740A458-77E3-B7E2-CB8D-92C734207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775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3" name="Line 65">
            <a:extLst>
              <a:ext uri="{FF2B5EF4-FFF2-40B4-BE49-F238E27FC236}">
                <a16:creationId xmlns:a16="http://schemas.microsoft.com/office/drawing/2014/main" id="{B252E3DE-576D-41B1-F9CD-0671169DA7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2238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4" name="Rectangle 66">
            <a:extLst>
              <a:ext uri="{FF2B5EF4-FFF2-40B4-BE49-F238E27FC236}">
                <a16:creationId xmlns:a16="http://schemas.microsoft.com/office/drawing/2014/main" id="{EBAC65DE-8F94-6DC8-937A-AE28A308D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5" name="Line 67">
            <a:extLst>
              <a:ext uri="{FF2B5EF4-FFF2-40B4-BE49-F238E27FC236}">
                <a16:creationId xmlns:a16="http://schemas.microsoft.com/office/drawing/2014/main" id="{B4EF3713-3C4D-E03D-C05A-8B180827A9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4700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6" name="Rectangle 68">
            <a:extLst>
              <a:ext uri="{FF2B5EF4-FFF2-40B4-BE49-F238E27FC236}">
                <a16:creationId xmlns:a16="http://schemas.microsoft.com/office/drawing/2014/main" id="{2A29B00C-85B1-4916-FD9C-867ABC7CA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4700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7" name="Line 69">
            <a:extLst>
              <a:ext uri="{FF2B5EF4-FFF2-40B4-BE49-F238E27FC236}">
                <a16:creationId xmlns:a16="http://schemas.microsoft.com/office/drawing/2014/main" id="{4A620E41-CB29-402A-BD9E-7A208D0ED23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7163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28" name="Rectangle 70">
            <a:extLst>
              <a:ext uri="{FF2B5EF4-FFF2-40B4-BE49-F238E27FC236}">
                <a16:creationId xmlns:a16="http://schemas.microsoft.com/office/drawing/2014/main" id="{79E12120-8DF3-2CDF-212A-B1156CE89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716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29" name="Line 71">
            <a:extLst>
              <a:ext uri="{FF2B5EF4-FFF2-40B4-BE49-F238E27FC236}">
                <a16:creationId xmlns:a16="http://schemas.microsoft.com/office/drawing/2014/main" id="{7DF05186-C726-04DE-48F4-9B7A30123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59625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0" name="Rectangle 72">
            <a:extLst>
              <a:ext uri="{FF2B5EF4-FFF2-40B4-BE49-F238E27FC236}">
                <a16:creationId xmlns:a16="http://schemas.microsoft.com/office/drawing/2014/main" id="{989E3E0B-F71D-ED53-A911-5F2A68331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9625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1" name="Line 73">
            <a:extLst>
              <a:ext uri="{FF2B5EF4-FFF2-40B4-BE49-F238E27FC236}">
                <a16:creationId xmlns:a16="http://schemas.microsoft.com/office/drawing/2014/main" id="{DB2A700D-7992-9A14-53D1-C9D561DF146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12088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2" name="Rectangle 74">
            <a:extLst>
              <a:ext uri="{FF2B5EF4-FFF2-40B4-BE49-F238E27FC236}">
                <a16:creationId xmlns:a16="http://schemas.microsoft.com/office/drawing/2014/main" id="{A503BB75-9553-9AF6-D899-2F8465411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3" name="Line 75">
            <a:extLst>
              <a:ext uri="{FF2B5EF4-FFF2-40B4-BE49-F238E27FC236}">
                <a16:creationId xmlns:a16="http://schemas.microsoft.com/office/drawing/2014/main" id="{5A2CF40D-E11D-99F4-4A12-FE6E1F0CBD8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4550" y="6424613"/>
            <a:ext cx="1588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4" name="Rectangle 76">
            <a:extLst>
              <a:ext uri="{FF2B5EF4-FFF2-40B4-BE49-F238E27FC236}">
                <a16:creationId xmlns:a16="http://schemas.microsoft.com/office/drawing/2014/main" id="{585EE419-7916-C1C5-7204-5979454C5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4550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5" name="Line 77">
            <a:extLst>
              <a:ext uri="{FF2B5EF4-FFF2-40B4-BE49-F238E27FC236}">
                <a16:creationId xmlns:a16="http://schemas.microsoft.com/office/drawing/2014/main" id="{C046A4A7-07CE-A1EA-583C-7245BCB05F5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17013" y="64246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6" name="Rectangle 78">
            <a:extLst>
              <a:ext uri="{FF2B5EF4-FFF2-40B4-BE49-F238E27FC236}">
                <a16:creationId xmlns:a16="http://schemas.microsoft.com/office/drawing/2014/main" id="{81973068-FC8A-899C-2774-670C7F454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7013" y="64246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7" name="Line 79">
            <a:extLst>
              <a:ext uri="{FF2B5EF4-FFF2-40B4-BE49-F238E27FC236}">
                <a16:creationId xmlns:a16="http://schemas.microsoft.com/office/drawing/2014/main" id="{12275137-8F3A-4508-CFE1-E56B8E237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-17463" y="33338"/>
            <a:ext cx="9144001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38" name="Rectangle 80">
            <a:extLst>
              <a:ext uri="{FF2B5EF4-FFF2-40B4-BE49-F238E27FC236}">
                <a16:creationId xmlns:a16="http://schemas.microsoft.com/office/drawing/2014/main" id="{D531B40C-D04E-67F9-1681-EB270A234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463" y="33338"/>
            <a:ext cx="9153526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39" name="Line 81">
            <a:extLst>
              <a:ext uri="{FF2B5EF4-FFF2-40B4-BE49-F238E27FC236}">
                <a16:creationId xmlns:a16="http://schemas.microsoft.com/office/drawing/2014/main" id="{EBE2E2F6-75DF-CC29-A947-CDF1A8EF5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3336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0" name="Rectangle 82">
            <a:extLst>
              <a:ext uri="{FF2B5EF4-FFF2-40B4-BE49-F238E27FC236}">
                <a16:creationId xmlns:a16="http://schemas.microsoft.com/office/drawing/2014/main" id="{6E7DC589-EBA0-D193-C52A-7F690FB8D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33363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1" name="Line 83">
            <a:extLst>
              <a:ext uri="{FF2B5EF4-FFF2-40B4-BE49-F238E27FC236}">
                <a16:creationId xmlns:a16="http://schemas.microsoft.com/office/drawing/2014/main" id="{86849273-A6A4-60E3-0FDD-5CD0FC45F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318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2" name="Rectangle 84">
            <a:extLst>
              <a:ext uri="{FF2B5EF4-FFF2-40B4-BE49-F238E27FC236}">
                <a16:creationId xmlns:a16="http://schemas.microsoft.com/office/drawing/2014/main" id="{B3E1B54D-A54F-723E-6645-075B43B09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3180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3" name="Line 85">
            <a:extLst>
              <a:ext uri="{FF2B5EF4-FFF2-40B4-BE49-F238E27FC236}">
                <a16:creationId xmlns:a16="http://schemas.microsoft.com/office/drawing/2014/main" id="{F13D62AC-6946-6A5C-3568-5F733DF5A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63182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4" name="Rectangle 86">
            <a:extLst>
              <a:ext uri="{FF2B5EF4-FFF2-40B4-BE49-F238E27FC236}">
                <a16:creationId xmlns:a16="http://schemas.microsoft.com/office/drawing/2014/main" id="{4E407A62-C697-3057-8834-32076B72A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63182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5" name="Line 87">
            <a:extLst>
              <a:ext uri="{FF2B5EF4-FFF2-40B4-BE49-F238E27FC236}">
                <a16:creationId xmlns:a16="http://schemas.microsoft.com/office/drawing/2014/main" id="{C52B0FC4-7634-29C5-43D5-9C446ACA3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8318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6" name="Rectangle 88">
            <a:extLst>
              <a:ext uri="{FF2B5EF4-FFF2-40B4-BE49-F238E27FC236}">
                <a16:creationId xmlns:a16="http://schemas.microsoft.com/office/drawing/2014/main" id="{96FB602E-464D-F468-65AF-E1379B2DC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831850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7" name="Line 89">
            <a:extLst>
              <a:ext uri="{FF2B5EF4-FFF2-40B4-BE49-F238E27FC236}">
                <a16:creationId xmlns:a16="http://schemas.microsoft.com/office/drawing/2014/main" id="{EAEEEB97-8CAD-6993-D930-601C372C22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03028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48" name="Rectangle 90">
            <a:extLst>
              <a:ext uri="{FF2B5EF4-FFF2-40B4-BE49-F238E27FC236}">
                <a16:creationId xmlns:a16="http://schemas.microsoft.com/office/drawing/2014/main" id="{4449A83D-05D3-5D6E-8C80-1EC8C493B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03028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49" name="Line 91">
            <a:extLst>
              <a:ext uri="{FF2B5EF4-FFF2-40B4-BE49-F238E27FC236}">
                <a16:creationId xmlns:a16="http://schemas.microsoft.com/office/drawing/2014/main" id="{0141DAA2-67C0-F7A8-2D70-8700E5D8B2A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2303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0" name="Rectangle 92">
            <a:extLst>
              <a:ext uri="{FF2B5EF4-FFF2-40B4-BE49-F238E27FC236}">
                <a16:creationId xmlns:a16="http://schemas.microsoft.com/office/drawing/2014/main" id="{B8B73A78-7CC7-932B-F392-E9EF725EE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2303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1" name="Line 93">
            <a:extLst>
              <a:ext uri="{FF2B5EF4-FFF2-40B4-BE49-F238E27FC236}">
                <a16:creationId xmlns:a16="http://schemas.microsoft.com/office/drawing/2014/main" id="{50696DD4-A05D-29FD-EE27-6D7E2F179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4287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2" name="Rectangle 94">
            <a:extLst>
              <a:ext uri="{FF2B5EF4-FFF2-40B4-BE49-F238E27FC236}">
                <a16:creationId xmlns:a16="http://schemas.microsoft.com/office/drawing/2014/main" id="{D484A3D9-2048-7BD5-DA11-14D108E16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42875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3" name="Line 95">
            <a:extLst>
              <a:ext uri="{FF2B5EF4-FFF2-40B4-BE49-F238E27FC236}">
                <a16:creationId xmlns:a16="http://schemas.microsoft.com/office/drawing/2014/main" id="{F7A62539-EBA6-F43F-C290-64EEC577269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62877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4" name="Rectangle 96">
            <a:extLst>
              <a:ext uri="{FF2B5EF4-FFF2-40B4-BE49-F238E27FC236}">
                <a16:creationId xmlns:a16="http://schemas.microsoft.com/office/drawing/2014/main" id="{18865A2A-BA34-0022-436A-D9D19214A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62877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5" name="Line 97">
            <a:extLst>
              <a:ext uri="{FF2B5EF4-FFF2-40B4-BE49-F238E27FC236}">
                <a16:creationId xmlns:a16="http://schemas.microsoft.com/office/drawing/2014/main" id="{A41693F4-9073-8771-C41B-69A5C36F8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18288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6" name="Rectangle 98">
            <a:extLst>
              <a:ext uri="{FF2B5EF4-FFF2-40B4-BE49-F238E27FC236}">
                <a16:creationId xmlns:a16="http://schemas.microsoft.com/office/drawing/2014/main" id="{14FF6AF8-0603-D590-A068-BC887AD8D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1828800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7" name="Line 99">
            <a:extLst>
              <a:ext uri="{FF2B5EF4-FFF2-40B4-BE49-F238E27FC236}">
                <a16:creationId xmlns:a16="http://schemas.microsoft.com/office/drawing/2014/main" id="{893804ED-5C5F-5A01-9E96-C9B5E7BA8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02723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58" name="Rectangle 100">
            <a:extLst>
              <a:ext uri="{FF2B5EF4-FFF2-40B4-BE49-F238E27FC236}">
                <a16:creationId xmlns:a16="http://schemas.microsoft.com/office/drawing/2014/main" id="{A22900C1-D364-5B04-16D8-D21381B5A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0272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59" name="Line 101">
            <a:extLst>
              <a:ext uri="{FF2B5EF4-FFF2-40B4-BE49-F238E27FC236}">
                <a16:creationId xmlns:a16="http://schemas.microsoft.com/office/drawing/2014/main" id="{8D68E590-94A1-9BF2-47DB-F6413B74AF3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22726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0" name="Rectangle 102">
            <a:extLst>
              <a:ext uri="{FF2B5EF4-FFF2-40B4-BE49-F238E27FC236}">
                <a16:creationId xmlns:a16="http://schemas.microsoft.com/office/drawing/2014/main" id="{6942EEA7-9425-3876-6713-FCDFDD9D4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22726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61" name="Line 103">
            <a:extLst>
              <a:ext uri="{FF2B5EF4-FFF2-40B4-BE49-F238E27FC236}">
                <a16:creationId xmlns:a16="http://schemas.microsoft.com/office/drawing/2014/main" id="{3AC69C07-3B0D-D337-00E4-F1A657783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42728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2" name="Rectangle 104">
            <a:extLst>
              <a:ext uri="{FF2B5EF4-FFF2-40B4-BE49-F238E27FC236}">
                <a16:creationId xmlns:a16="http://schemas.microsoft.com/office/drawing/2014/main" id="{11D6231B-02BF-5954-3695-2DD4F1148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427288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63" name="Line 105">
            <a:extLst>
              <a:ext uri="{FF2B5EF4-FFF2-40B4-BE49-F238E27FC236}">
                <a16:creationId xmlns:a16="http://schemas.microsoft.com/office/drawing/2014/main" id="{F77213E4-BD07-7585-42D8-60302014483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62572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4" name="Rectangle 106">
            <a:extLst>
              <a:ext uri="{FF2B5EF4-FFF2-40B4-BE49-F238E27FC236}">
                <a16:creationId xmlns:a16="http://schemas.microsoft.com/office/drawing/2014/main" id="{37CCB89D-BD5C-1EC5-15AC-6B14B0363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262572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65" name="Line 107">
            <a:extLst>
              <a:ext uri="{FF2B5EF4-FFF2-40B4-BE49-F238E27FC236}">
                <a16:creationId xmlns:a16="http://schemas.microsoft.com/office/drawing/2014/main" id="{4CC0A1BA-CAD2-3B95-42F8-8E87DBE57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28257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6" name="Line 109">
            <a:extLst>
              <a:ext uri="{FF2B5EF4-FFF2-40B4-BE49-F238E27FC236}">
                <a16:creationId xmlns:a16="http://schemas.microsoft.com/office/drawing/2014/main" id="{3EFB2780-69FA-298D-458C-E671C4EDA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02577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7" name="Rectangle 110">
            <a:extLst>
              <a:ext uri="{FF2B5EF4-FFF2-40B4-BE49-F238E27FC236}">
                <a16:creationId xmlns:a16="http://schemas.microsoft.com/office/drawing/2014/main" id="{E328C8A7-F2E0-5306-083B-4F31AB9AB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025775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68" name="Line 111">
            <a:extLst>
              <a:ext uri="{FF2B5EF4-FFF2-40B4-BE49-F238E27FC236}">
                <a16:creationId xmlns:a16="http://schemas.microsoft.com/office/drawing/2014/main" id="{B2817FFC-27CD-8D05-F111-183CE665CF2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2242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69" name="Rectangle 112">
            <a:extLst>
              <a:ext uri="{FF2B5EF4-FFF2-40B4-BE49-F238E27FC236}">
                <a16:creationId xmlns:a16="http://schemas.microsoft.com/office/drawing/2014/main" id="{6A6FC984-0D33-AA35-A77E-3B97DCE62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22421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0" name="Line 113">
            <a:extLst>
              <a:ext uri="{FF2B5EF4-FFF2-40B4-BE49-F238E27FC236}">
                <a16:creationId xmlns:a16="http://schemas.microsoft.com/office/drawing/2014/main" id="{C22BEE09-3ED6-9545-2339-CB498D5D55D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42423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1" name="Rectangle 114">
            <a:extLst>
              <a:ext uri="{FF2B5EF4-FFF2-40B4-BE49-F238E27FC236}">
                <a16:creationId xmlns:a16="http://schemas.microsoft.com/office/drawing/2014/main" id="{67727061-32A4-92C5-105D-12CFC16EE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4242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2" name="Line 115">
            <a:extLst>
              <a:ext uri="{FF2B5EF4-FFF2-40B4-BE49-F238E27FC236}">
                <a16:creationId xmlns:a16="http://schemas.microsoft.com/office/drawing/2014/main" id="{3C0E2EB5-7C07-87C3-198E-01532D0CD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62267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3" name="Rectangle 116">
            <a:extLst>
              <a:ext uri="{FF2B5EF4-FFF2-40B4-BE49-F238E27FC236}">
                <a16:creationId xmlns:a16="http://schemas.microsoft.com/office/drawing/2014/main" id="{07A2EB65-015A-52F4-19A0-3368CCBC3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62267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4" name="Line 117">
            <a:extLst>
              <a:ext uri="{FF2B5EF4-FFF2-40B4-BE49-F238E27FC236}">
                <a16:creationId xmlns:a16="http://schemas.microsoft.com/office/drawing/2014/main" id="{284A1EFA-85A5-3B38-EE2A-843767DBC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38227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5" name="Rectangle 118">
            <a:extLst>
              <a:ext uri="{FF2B5EF4-FFF2-40B4-BE49-F238E27FC236}">
                <a16:creationId xmlns:a16="http://schemas.microsoft.com/office/drawing/2014/main" id="{86B8F9F8-6536-C7A6-97EF-8216864B9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382270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6" name="Line 119">
            <a:extLst>
              <a:ext uri="{FF2B5EF4-FFF2-40B4-BE49-F238E27FC236}">
                <a16:creationId xmlns:a16="http://schemas.microsoft.com/office/drawing/2014/main" id="{E3D3189A-6B8E-87A9-8A36-7BF706F6578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02272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7" name="Rectangle 120">
            <a:extLst>
              <a:ext uri="{FF2B5EF4-FFF2-40B4-BE49-F238E27FC236}">
                <a16:creationId xmlns:a16="http://schemas.microsoft.com/office/drawing/2014/main" id="{F7D40218-04B5-47E0-A0BF-4ED99F03C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022725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78" name="Line 121">
            <a:extLst>
              <a:ext uri="{FF2B5EF4-FFF2-40B4-BE49-F238E27FC236}">
                <a16:creationId xmlns:a16="http://schemas.microsoft.com/office/drawing/2014/main" id="{9536AE92-884E-EE22-6C18-2D4B0B753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22116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79" name="Rectangle 122">
            <a:extLst>
              <a:ext uri="{FF2B5EF4-FFF2-40B4-BE49-F238E27FC236}">
                <a16:creationId xmlns:a16="http://schemas.microsoft.com/office/drawing/2014/main" id="{1ED316B4-A28E-DF1B-9BEA-C569C24B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221163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0" name="Line 123">
            <a:extLst>
              <a:ext uri="{FF2B5EF4-FFF2-40B4-BE49-F238E27FC236}">
                <a16:creationId xmlns:a16="http://schemas.microsoft.com/office/drawing/2014/main" id="{D596E18E-CF30-5CDD-AF37-46AEBD6A3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42118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1" name="Rectangle 124">
            <a:extLst>
              <a:ext uri="{FF2B5EF4-FFF2-40B4-BE49-F238E27FC236}">
                <a16:creationId xmlns:a16="http://schemas.microsoft.com/office/drawing/2014/main" id="{11494094-B2E2-6547-6435-9C1B011CC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42118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2" name="Line 125">
            <a:extLst>
              <a:ext uri="{FF2B5EF4-FFF2-40B4-BE49-F238E27FC236}">
                <a16:creationId xmlns:a16="http://schemas.microsoft.com/office/drawing/2014/main" id="{6EF35E9A-2407-29DA-50EB-B6E8448C7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62121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3" name="Rectangle 126">
            <a:extLst>
              <a:ext uri="{FF2B5EF4-FFF2-40B4-BE49-F238E27FC236}">
                <a16:creationId xmlns:a16="http://schemas.microsoft.com/office/drawing/2014/main" id="{FCE40CC2-0499-3405-475A-8BC17AACD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621213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4" name="Line 127">
            <a:extLst>
              <a:ext uri="{FF2B5EF4-FFF2-40B4-BE49-F238E27FC236}">
                <a16:creationId xmlns:a16="http://schemas.microsoft.com/office/drawing/2014/main" id="{D17E960F-DDFF-11AA-E0A7-F7B73FD73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48196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5" name="Rectangle 128">
            <a:extLst>
              <a:ext uri="{FF2B5EF4-FFF2-40B4-BE49-F238E27FC236}">
                <a16:creationId xmlns:a16="http://schemas.microsoft.com/office/drawing/2014/main" id="{9A863079-3779-79A5-7330-9DCF6C10C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481965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6" name="Line 129">
            <a:extLst>
              <a:ext uri="{FF2B5EF4-FFF2-40B4-BE49-F238E27FC236}">
                <a16:creationId xmlns:a16="http://schemas.microsoft.com/office/drawing/2014/main" id="{9DA79E04-757A-2165-D434-28D4E57DE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01967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7" name="Rectangle 130">
            <a:extLst>
              <a:ext uri="{FF2B5EF4-FFF2-40B4-BE49-F238E27FC236}">
                <a16:creationId xmlns:a16="http://schemas.microsoft.com/office/drawing/2014/main" id="{F428EE2F-502F-4781-FBC5-8E925C958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01967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88" name="Line 131">
            <a:extLst>
              <a:ext uri="{FF2B5EF4-FFF2-40B4-BE49-F238E27FC236}">
                <a16:creationId xmlns:a16="http://schemas.microsoft.com/office/drawing/2014/main" id="{536C5604-893C-8057-071F-4720124240D4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2197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89" name="Rectangle 132">
            <a:extLst>
              <a:ext uri="{FF2B5EF4-FFF2-40B4-BE49-F238E27FC236}">
                <a16:creationId xmlns:a16="http://schemas.microsoft.com/office/drawing/2014/main" id="{803111DD-C6BE-48CE-471D-1456AE3CC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219700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0" name="Line 133">
            <a:extLst>
              <a:ext uri="{FF2B5EF4-FFF2-40B4-BE49-F238E27FC236}">
                <a16:creationId xmlns:a16="http://schemas.microsoft.com/office/drawing/2014/main" id="{6627CB49-3F67-9764-F132-D186C8106098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41813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1" name="Rectangle 134">
            <a:extLst>
              <a:ext uri="{FF2B5EF4-FFF2-40B4-BE49-F238E27FC236}">
                <a16:creationId xmlns:a16="http://schemas.microsoft.com/office/drawing/2014/main" id="{AA0EE556-E114-3C05-2B4E-6C030E07A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41813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2" name="Line 135">
            <a:extLst>
              <a:ext uri="{FF2B5EF4-FFF2-40B4-BE49-F238E27FC236}">
                <a16:creationId xmlns:a16="http://schemas.microsoft.com/office/drawing/2014/main" id="{30B09BDD-BA57-006C-16C1-799DCA9F590E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618163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3" name="Rectangle 136">
            <a:extLst>
              <a:ext uri="{FF2B5EF4-FFF2-40B4-BE49-F238E27FC236}">
                <a16:creationId xmlns:a16="http://schemas.microsoft.com/office/drawing/2014/main" id="{A19893AB-C182-3CB0-7C28-5CA2D8771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618163"/>
            <a:ext cx="9525" cy="7937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4" name="Line 137">
            <a:extLst>
              <a:ext uri="{FF2B5EF4-FFF2-40B4-BE49-F238E27FC236}">
                <a16:creationId xmlns:a16="http://schemas.microsoft.com/office/drawing/2014/main" id="{245F7E11-C92F-E50A-4A79-FD3564F4BFFD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581660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5" name="Rectangle 138">
            <a:extLst>
              <a:ext uri="{FF2B5EF4-FFF2-40B4-BE49-F238E27FC236}">
                <a16:creationId xmlns:a16="http://schemas.microsoft.com/office/drawing/2014/main" id="{65381357-FCC1-BBC1-D06F-18FC3E9B0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5816600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6" name="Line 139">
            <a:extLst>
              <a:ext uri="{FF2B5EF4-FFF2-40B4-BE49-F238E27FC236}">
                <a16:creationId xmlns:a16="http://schemas.microsoft.com/office/drawing/2014/main" id="{B281BB9B-89DC-7792-AB1E-374589CF8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6016625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7" name="Rectangle 140">
            <a:extLst>
              <a:ext uri="{FF2B5EF4-FFF2-40B4-BE49-F238E27FC236}">
                <a16:creationId xmlns:a16="http://schemas.microsoft.com/office/drawing/2014/main" id="{2A80D8B2-4F6C-183C-A8F6-A0E0D9C915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6016625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298" name="Line 141">
            <a:extLst>
              <a:ext uri="{FF2B5EF4-FFF2-40B4-BE49-F238E27FC236}">
                <a16:creationId xmlns:a16="http://schemas.microsoft.com/office/drawing/2014/main" id="{924D0CF0-564E-8560-1F71-38D432A3A6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6216650"/>
            <a:ext cx="1587" cy="1588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299" name="Rectangle 142">
            <a:extLst>
              <a:ext uri="{FF2B5EF4-FFF2-40B4-BE49-F238E27FC236}">
                <a16:creationId xmlns:a16="http://schemas.microsoft.com/office/drawing/2014/main" id="{882A2E47-28B0-85DE-41AE-806E0B750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6216650"/>
            <a:ext cx="9525" cy="7938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300" name="Line 143">
            <a:extLst>
              <a:ext uri="{FF2B5EF4-FFF2-40B4-BE49-F238E27FC236}">
                <a16:creationId xmlns:a16="http://schemas.microsoft.com/office/drawing/2014/main" id="{29AA805E-CF9E-6FAB-6A5B-3FF43965187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6538" y="6415088"/>
            <a:ext cx="1587" cy="1587"/>
          </a:xfrm>
          <a:prstGeom prst="line">
            <a:avLst/>
          </a:prstGeom>
          <a:noFill/>
          <a:ln w="0">
            <a:solidFill>
              <a:srgbClr val="E0E0E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301" name="Rectangle 144">
            <a:extLst>
              <a:ext uri="{FF2B5EF4-FFF2-40B4-BE49-F238E27FC236}">
                <a16:creationId xmlns:a16="http://schemas.microsoft.com/office/drawing/2014/main" id="{4CE9443A-1CEC-7375-C459-DD4C6F04C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6538" y="6415088"/>
            <a:ext cx="9525" cy="9525"/>
          </a:xfrm>
          <a:prstGeom prst="rect">
            <a:avLst/>
          </a:prstGeom>
          <a:solidFill>
            <a:srgbClr val="E0E0E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7302" name="Picture 145">
            <a:extLst>
              <a:ext uri="{FF2B5EF4-FFF2-40B4-BE49-F238E27FC236}">
                <a16:creationId xmlns:a16="http://schemas.microsoft.com/office/drawing/2014/main" id="{7404F1D5-46EE-1057-AAA1-C269459FE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4813"/>
            <a:ext cx="8990013" cy="586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03" name="Oval 146">
            <a:extLst>
              <a:ext uri="{FF2B5EF4-FFF2-40B4-BE49-F238E27FC236}">
                <a16:creationId xmlns:a16="http://schemas.microsoft.com/office/drawing/2014/main" id="{87B95416-E08A-C36E-65B0-D03F856C2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6050" y="1643063"/>
            <a:ext cx="869950" cy="869950"/>
          </a:xfrm>
          <a:prstGeom prst="ellipse">
            <a:avLst/>
          </a:prstGeom>
          <a:noFill/>
          <a:ln w="730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304" name="Oval 147">
            <a:extLst>
              <a:ext uri="{FF2B5EF4-FFF2-40B4-BE49-F238E27FC236}">
                <a16:creationId xmlns:a16="http://schemas.microsoft.com/office/drawing/2014/main" id="{E5D82E48-1D06-D373-B12F-D9FEEB095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357563"/>
            <a:ext cx="869950" cy="869950"/>
          </a:xfrm>
          <a:prstGeom prst="ellipse">
            <a:avLst/>
          </a:prstGeom>
          <a:noFill/>
          <a:ln w="730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305" name="Oval 148">
            <a:extLst>
              <a:ext uri="{FF2B5EF4-FFF2-40B4-BE49-F238E27FC236}">
                <a16:creationId xmlns:a16="http://schemas.microsoft.com/office/drawing/2014/main" id="{618EB39D-38A4-8907-DE83-BDA3BD823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5900" y="781050"/>
            <a:ext cx="869950" cy="869950"/>
          </a:xfrm>
          <a:prstGeom prst="ellipse">
            <a:avLst/>
          </a:prstGeom>
          <a:noFill/>
          <a:ln w="7302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endParaRPr lang="ko-KR" altLang="en-US" sz="18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2084</TotalTime>
  <Words>325</Words>
  <Application>Microsoft Office PowerPoint</Application>
  <PresentationFormat>화면 슬라이드 쇼(4:3)</PresentationFormat>
  <Paragraphs>51</Paragraphs>
  <Slides>12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보일러 사진</vt:lpstr>
      <vt:lpstr>PowerPoint 프레젠테이션</vt:lpstr>
      <vt:lpstr>PowerPoint 프레젠테이션</vt:lpstr>
      <vt:lpstr>PowerPoint 프레젠테이션</vt:lpstr>
      <vt:lpstr>보일러 사진</vt:lpstr>
      <vt:lpstr>PowerPoint 프레젠테이션</vt:lpstr>
      <vt:lpstr>PowerPoint 프레젠테이션</vt:lpstr>
      <vt:lpstr>PowerPoint 프레젠테이션</vt:lpstr>
      <vt:lpstr>보일러 사진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381</cp:revision>
  <cp:lastPrinted>2022-08-17T04:02:57Z</cp:lastPrinted>
  <dcterms:created xsi:type="dcterms:W3CDTF">2012-05-23T04:33:26Z</dcterms:created>
  <dcterms:modified xsi:type="dcterms:W3CDTF">2025-05-29T20:43:03Z</dcterms:modified>
</cp:coreProperties>
</file>