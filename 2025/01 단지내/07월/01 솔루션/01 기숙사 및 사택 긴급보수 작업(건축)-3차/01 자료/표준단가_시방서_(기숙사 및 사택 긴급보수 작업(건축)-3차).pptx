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긴급보수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)-3</a:t>
            </a:r>
            <a:r>
              <a:rPr lang="ko-KR" altLang="en-US" b="1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긴급보수 작업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건축</a:t>
            </a:r>
            <a:r>
              <a:rPr lang="en-US" altLang="ko-KR" sz="1000">
                <a:latin typeface="+mn-ea"/>
              </a:rPr>
              <a:t>)-3</a:t>
            </a:r>
            <a:r>
              <a:rPr lang="ko-KR" altLang="en-US" sz="1000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2025-04-28T03:34:23Z</dcterms:modified>
</cp:coreProperties>
</file>