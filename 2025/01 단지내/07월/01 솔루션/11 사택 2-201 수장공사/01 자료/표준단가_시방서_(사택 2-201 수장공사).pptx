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</a:t>
            </a:r>
            <a:r>
              <a:rPr lang="en-US" altLang="ko-KR" sz="1000"/>
              <a:t>/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 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수정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수정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및 벽면 부분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_</a:t>
            </a:r>
            <a:r>
              <a:rPr lang="ko-KR" altLang="en-US" sz="1000"/>
              <a:t>유성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반출 및 처리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2025-05-30T00:39:14Z</dcterms:modified>
</cp:coreProperties>
</file>