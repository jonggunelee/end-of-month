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8-209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8-209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
폐기물 반출 및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2025-04-28T03:34:10Z</dcterms:modified>
</cp:coreProperties>
</file>