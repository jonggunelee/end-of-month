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97" r:id="rId2"/>
    <p:sldMasterId id="2147483678" r:id="rId3"/>
  </p:sldMasterIdLst>
  <p:notesMasterIdLst>
    <p:notesMasterId r:id="rId5"/>
  </p:notesMasterIdLst>
  <p:handoutMasterIdLst>
    <p:handoutMasterId r:id="rId6"/>
  </p:handoutMasterIdLst>
  <p:sldIdLst>
    <p:sldId id="666" r:id="rId4"/>
  </p:sldIdLst>
  <p:sldSz cx="10693400" cy="7556500"/>
  <p:notesSz cx="6807200" cy="9939338"/>
  <p:embeddedFontLst>
    <p:embeddedFont>
      <p:font typeface="LG스마트체 Regular" panose="020B0600000101010101" pitchFamily="50" charset="-127"/>
      <p:regular r:id="rId7"/>
    </p:embeddedFont>
    <p:embeddedFont>
      <p:font typeface="LG스마트체 SemiBold" panose="020B0600000101010101" pitchFamily="50" charset="-127"/>
      <p:bold r:id="rId8"/>
    </p:embeddedFont>
    <p:embeddedFont>
      <p:font typeface="LG스마트체2.0 Bold" panose="020B0600000101010101" pitchFamily="50" charset="-127"/>
      <p:bold r:id="rId9"/>
    </p:embeddedFont>
    <p:embeddedFont>
      <p:font typeface="LG스마트체2.0 Regular" panose="020B0600000101010101" pitchFamily="50" charset="-127"/>
      <p:regular r:id="rId10"/>
    </p:embeddedFont>
    <p:embeddedFont>
      <p:font typeface="LG스마트체2.0 SemiBold" panose="020B0600000101010101" pitchFamily="50" charset="-127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6702" userDrawn="1">
          <p15:clr>
            <a:srgbClr val="A4A3A4"/>
          </p15:clr>
        </p15:guide>
        <p15:guide id="10" orient="horz" pos="21" userDrawn="1">
          <p15:clr>
            <a:srgbClr val="A4A3A4"/>
          </p15:clr>
        </p15:guide>
        <p15:guide id="11" pos="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FD3D3D"/>
    <a:srgbClr val="FE8C8C"/>
    <a:srgbClr val="E6E6EE"/>
    <a:srgbClr val="FE6E6E"/>
    <a:srgbClr val="F93E0B"/>
    <a:srgbClr val="5F5F5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5587" autoAdjust="0"/>
  </p:normalViewPr>
  <p:slideViewPr>
    <p:cSldViewPr>
      <p:cViewPr>
        <p:scale>
          <a:sx n="100" d="100"/>
          <a:sy n="100" d="100"/>
        </p:scale>
        <p:origin x="1764" y="330"/>
      </p:cViewPr>
      <p:guideLst>
        <p:guide pos="6702"/>
        <p:guide orient="horz" pos="21"/>
        <p:guide pos="1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4"/>
    </p:cViewPr>
  </p:sorterViewPr>
  <p:notesViewPr>
    <p:cSldViewPr>
      <p:cViewPr varScale="1">
        <p:scale>
          <a:sx n="85" d="100"/>
          <a:sy n="85" d="100"/>
        </p:scale>
        <p:origin x="3906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2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F15428A6-CC4D-423C-A067-3F870C488EE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1814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2" y="9441814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90FC41D-FE4E-4A0C-8956-D918303E5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7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B6FDFAE-2414-4E27-A322-DFB194605503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6763" y="746125"/>
            <a:ext cx="52736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ADEBA2C6-68A6-4E3F-86DC-D2D9812462F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3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30" y="753915"/>
            <a:ext cx="3914775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9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7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94572" y="6700132"/>
            <a:ext cx="7056784" cy="570506"/>
            <a:chOff x="4194572" y="6700132"/>
            <a:chExt cx="7056784" cy="570506"/>
          </a:xfrm>
        </p:grpSpPr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7907" y="6700132"/>
              <a:ext cx="1001241" cy="31847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 userDrawn="1"/>
          </p:nvSpPr>
          <p:spPr>
            <a:xfrm>
              <a:off x="4194572" y="7032111"/>
              <a:ext cx="7056784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dirty="0" err="1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에스앤아이의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전재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배포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사용 등을 금합니다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.</a:t>
              </a:r>
              <a:endParaRPr lang="ko-KR" altLang="en-US" sz="950" dirty="0">
                <a:solidFill>
                  <a:schemeClr val="bg1">
                    <a:lumMod val="65000"/>
                  </a:schemeClr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23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6" y="946151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pic>
        <p:nvPicPr>
          <p:cNvPr id="4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1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620" y="6686377"/>
            <a:ext cx="5314950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4" y="3130104"/>
            <a:ext cx="7395592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6" y="753914"/>
            <a:ext cx="3914775" cy="504825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0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7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7" y="431974"/>
            <a:ext cx="4350567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9" y="7083376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20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6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10027219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8B686AB-25C3-45D7-8571-0AB58706FBE8}" type="slidenum">
              <a:rPr lang="ko-KR" altLang="en-US" sz="12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pPr algn="r"/>
              <a:t>‹#›</a:t>
            </a:fld>
            <a:endParaRPr lang="ko-KR" altLang="en-US" sz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69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3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7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2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6" y="1236664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6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71" indent="0" algn="ctr">
              <a:buNone/>
              <a:defRPr sz="1600"/>
            </a:lvl4pPr>
            <a:lvl5pPr marL="1828894" indent="0" algn="ctr">
              <a:buNone/>
              <a:defRPr sz="1600"/>
            </a:lvl5pPr>
            <a:lvl6pPr marL="2286117" indent="0" algn="ctr">
              <a:buNone/>
              <a:defRPr sz="1600"/>
            </a:lvl6pPr>
            <a:lvl7pPr marL="2743340" indent="0" algn="ctr">
              <a:buNone/>
              <a:defRPr sz="1600"/>
            </a:lvl7pPr>
            <a:lvl8pPr marL="3200564" indent="0" algn="ctr">
              <a:buNone/>
              <a:defRPr sz="1600"/>
            </a:lvl8pPr>
            <a:lvl9pPr marL="3657787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19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4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4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4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1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08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6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2" y="1852613"/>
            <a:ext cx="4524374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2" y="2760664"/>
            <a:ext cx="4524374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6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6" y="2760664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14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035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92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4167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71" indent="0">
              <a:buNone/>
              <a:defRPr sz="2000"/>
            </a:lvl4pPr>
            <a:lvl5pPr marL="1828894" indent="0">
              <a:buNone/>
              <a:defRPr sz="2000"/>
            </a:lvl5pPr>
            <a:lvl6pPr marL="2286117" indent="0">
              <a:buNone/>
              <a:defRPr sz="2000"/>
            </a:lvl6pPr>
            <a:lvl7pPr marL="2743340" indent="0">
              <a:buNone/>
              <a:defRPr sz="2000"/>
            </a:lvl7pPr>
            <a:lvl8pPr marL="3200564" indent="0">
              <a:buNone/>
              <a:defRPr sz="2000"/>
            </a:lvl8pPr>
            <a:lvl9pPr marL="3657787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894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571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9" y="401638"/>
            <a:ext cx="2305049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4" y="401638"/>
            <a:ext cx="6765926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583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lvl="1" algn="ctr" eaLnBrk="1" latinLnBrk="1" hangingPunct="1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에스앤아이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코퍼레이션의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배포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사용 등을 금합니다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34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81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275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668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534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324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6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207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92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215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600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889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8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6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8592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7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4095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3" y="3130104"/>
            <a:ext cx="7395591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0303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8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6" y="431974"/>
            <a:ext cx="4350568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8" y="7083375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19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5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0027220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57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2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6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1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27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230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241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4833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192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7962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00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3281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722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8845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9867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6212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676525" y="2798586"/>
            <a:ext cx="5524500" cy="86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04243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997" b="0" i="0" u="none" strike="noStrike" kern="1200" cap="none" spc="0" normalizeH="0" baseline="0" noProof="0" dirty="0">
                <a:ln>
                  <a:noFill/>
                </a:ln>
                <a:solidFill>
                  <a:srgbClr val="CD0F46"/>
                </a:solidFill>
                <a:effectLst/>
                <a:uLnTx/>
                <a:uFillTx/>
                <a:latin typeface="LG스마트체 SemiBold" pitchFamily="50" charset="-127"/>
                <a:ea typeface="LG스마트체 SemiBold" pitchFamily="50" charset="-127"/>
                <a:cs typeface="+mn-cs"/>
              </a:rPr>
              <a:t>Thank you</a:t>
            </a:r>
            <a:endParaRPr kumimoji="1" lang="ko-KR" altLang="en-US" sz="49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02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9640" y="6092161"/>
            <a:ext cx="1505806" cy="7980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007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6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6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4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5B425-81EA-4539-BE6C-928227732D98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4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9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3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2" indent="-228612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8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1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6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9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52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00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7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4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0F446-C1D4-4F46-9D8A-25CB61739800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45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2025-06-04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89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263849" y="249858"/>
            <a:ext cx="5190863" cy="465771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사택 </a:t>
            </a:r>
            <a:r>
              <a:rPr lang="en-US" altLang="ko-KR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2</a:t>
            </a:r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동 지붕 전면부 배수로 기와 교체 공정표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026265"/>
              </p:ext>
            </p:extLst>
          </p:nvPr>
        </p:nvGraphicFramePr>
        <p:xfrm>
          <a:off x="306140" y="1942046"/>
          <a:ext cx="10076236" cy="349239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48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52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654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세부 추진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2025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년도 </a:t>
                      </a:r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 추진 계획일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4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9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11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13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14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15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16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17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18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19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고소작업대 설치 및 해체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사택 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지붕 기와 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기숙사  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AB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외벽 도장 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사택  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지붕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사택  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지붕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91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23441</TotalTime>
  <Words>71</Words>
  <Application>Microsoft Office PowerPoint</Application>
  <PresentationFormat>사용자 지정</PresentationFormat>
  <Paragraphs>34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굴림</vt:lpstr>
      <vt:lpstr>LG스마트체2.0 Regular</vt:lpstr>
      <vt:lpstr>LG스마트체2.0 Bold</vt:lpstr>
      <vt:lpstr>맑은 고딕</vt:lpstr>
      <vt:lpstr>Arial</vt:lpstr>
      <vt:lpstr>LG스마트체2.0 SemiBold</vt:lpstr>
      <vt:lpstr>LG스마트체 Regular</vt:lpstr>
      <vt:lpstr>LG스마트체 SemiBold</vt:lpstr>
      <vt:lpstr>1_디자인 사용자 지정</vt:lpstr>
      <vt:lpstr>디자인 사용자 지정</vt:lpstr>
      <vt:lpstr>2_디자인 사용자 지정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PI TFT</dc:creator>
  <cp:lastModifiedBy>종근 이</cp:lastModifiedBy>
  <cp:revision>1120</cp:revision>
  <cp:lastPrinted>2019-10-03T21:41:12Z</cp:lastPrinted>
  <dcterms:created xsi:type="dcterms:W3CDTF">2014-09-22T05:44:49Z</dcterms:created>
  <dcterms:modified xsi:type="dcterms:W3CDTF">2025-06-04T04:28:42Z</dcterms:modified>
</cp:coreProperties>
</file>