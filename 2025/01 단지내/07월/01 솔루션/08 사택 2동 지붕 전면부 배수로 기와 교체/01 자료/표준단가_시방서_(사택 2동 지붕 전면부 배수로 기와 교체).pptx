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동 지붕 전면부 배수로 기와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 지붕 전면부 배수로 기와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2</a:t>
            </a:r>
            <a:r>
              <a:rPr lang="ko-KR" altLang="en-US" sz="1000"/>
              <a:t>동 전면 지붕 배수용 타공 기와 철거 및 누수 점검</a:t>
            </a:r>
            <a:r>
              <a:rPr lang="en-US" altLang="ko-KR" sz="1000"/>
              <a:t>_ </a:t>
            </a:r>
            <a:r>
              <a:rPr lang="ko-KR" altLang="en-US" sz="1000"/>
              <a:t>필요시 보수
</a:t>
            </a:r>
            <a:r>
              <a:rPr lang="en-US" altLang="ko-KR" sz="1000"/>
              <a:t>2</a:t>
            </a:r>
            <a:r>
              <a:rPr lang="ko-KR" altLang="en-US" sz="1000"/>
              <a:t>동 전면 지붕 배수용 막힘 기와 설치 작업
</a:t>
            </a:r>
            <a:r>
              <a:rPr lang="en-US" altLang="ko-KR" sz="1000"/>
              <a:t>2</a:t>
            </a:r>
            <a:r>
              <a:rPr lang="ko-KR" altLang="en-US" sz="1000"/>
              <a:t>동 전면 지붕 배수용 기와 교체 완료후 폐기물 처리 작업
</a:t>
            </a:r>
            <a:r>
              <a:rPr lang="en-US" altLang="ko-KR" sz="1000"/>
              <a:t>2</a:t>
            </a:r>
            <a:r>
              <a:rPr lang="ko-KR" altLang="en-US" sz="1000"/>
              <a:t>동외 점검 및 보수
</a:t>
            </a:r>
            <a:r>
              <a:rPr lang="en-US" altLang="ko-KR" sz="1000"/>
              <a:t>-. A</a:t>
            </a:r>
            <a:r>
              <a:rPr lang="ko-KR" altLang="en-US" sz="1000"/>
              <a:t>동 측면 외벽 도장 보수 작업
</a:t>
            </a:r>
            <a:r>
              <a:rPr lang="en-US" altLang="ko-KR" sz="1000"/>
              <a:t>-. 7</a:t>
            </a:r>
            <a:r>
              <a:rPr lang="ko-KR" altLang="en-US" sz="1000"/>
              <a:t>동 지붕 환기구 점검 </a:t>
            </a:r>
            <a:r>
              <a:rPr lang="en-US" altLang="ko-KR" sz="1000"/>
              <a:t>(505</a:t>
            </a:r>
            <a:r>
              <a:rPr lang="ko-KR" altLang="en-US" sz="1000"/>
              <a:t>호</a:t>
            </a:r>
            <a:r>
              <a:rPr lang="en-US" altLang="ko-KR" sz="1000"/>
              <a:t>)▷</a:t>
            </a:r>
            <a:r>
              <a:rPr lang="ko-KR" altLang="en-US" sz="1000"/>
              <a:t>냄새 역류</a:t>
            </a:r>
            <a:r>
              <a:rPr lang="en-US" altLang="ko-KR" sz="1000"/>
              <a:t>_ </a:t>
            </a:r>
            <a:r>
              <a:rPr lang="ko-KR" altLang="en-US" sz="1000"/>
              <a:t>필요시 벤츄레터 교체
</a:t>
            </a:r>
            <a:r>
              <a:rPr lang="en-US" altLang="ko-KR" sz="1000"/>
              <a:t>-. 5</a:t>
            </a:r>
            <a:r>
              <a:rPr lang="ko-KR" altLang="en-US" sz="1000"/>
              <a:t>동 지붕 환기구 및 휀 소음 점검▷</a:t>
            </a:r>
            <a:r>
              <a:rPr lang="en-US" altLang="ko-KR" sz="1000"/>
              <a:t>8</a:t>
            </a:r>
            <a:r>
              <a:rPr lang="ko-KR" altLang="en-US" sz="1000"/>
              <a:t>동참조</a:t>
            </a:r>
            <a:r>
              <a:rPr lang="en-US" altLang="ko-KR" sz="1000"/>
              <a:t>_ </a:t>
            </a:r>
            <a:r>
              <a:rPr lang="ko-KR" altLang="en-US" sz="1000"/>
              <a:t>필요시 벤츄레터 교체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876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2025-05-13T06:58:34Z</dcterms:modified>
</cp:coreProperties>
</file>