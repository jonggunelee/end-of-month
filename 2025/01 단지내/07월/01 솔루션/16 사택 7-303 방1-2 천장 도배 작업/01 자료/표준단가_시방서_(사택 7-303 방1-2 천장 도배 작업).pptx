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7-303 </a:t>
            </a:r>
            <a:r>
              <a:rPr lang="ko-KR" altLang="en-US" b="1">
                <a:latin typeface="+mn-ea"/>
              </a:rPr>
              <a:t>방</a:t>
            </a:r>
            <a:r>
              <a:rPr lang="en-US" altLang="ko-KR" b="1">
                <a:latin typeface="+mn-ea"/>
              </a:rPr>
              <a:t>1-2 </a:t>
            </a:r>
            <a:r>
              <a:rPr lang="ko-KR" altLang="en-US" b="1">
                <a:latin typeface="+mn-ea"/>
              </a:rPr>
              <a:t>천장 도배 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7-303 </a:t>
            </a:r>
            <a:r>
              <a:rPr lang="ko-KR" altLang="en-US" sz="1000">
                <a:latin typeface="+mn-ea"/>
              </a:rPr>
              <a:t>방</a:t>
            </a:r>
            <a:r>
              <a:rPr lang="en-US" altLang="ko-KR" sz="1000">
                <a:latin typeface="+mn-ea"/>
              </a:rPr>
              <a:t>1-2 </a:t>
            </a:r>
            <a:r>
              <a:rPr lang="ko-KR" altLang="en-US" sz="1000">
                <a:latin typeface="+mn-ea"/>
              </a:rPr>
              <a:t>천장 도배 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입주세대 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-1 / </a:t>
            </a:r>
            <a:r>
              <a:rPr lang="ko-KR" altLang="en-US" sz="1000"/>
              <a:t>방</a:t>
            </a:r>
            <a:r>
              <a:rPr lang="en-US" altLang="ko-KR" sz="1000"/>
              <a:t>-2 )
</a:t>
            </a:r>
            <a:r>
              <a:rPr lang="ko-KR" altLang="en-US" sz="1000"/>
              <a:t>세대내 작업 부분 가구 이동 및 비닐 임시 보양 설치 작업
기존 얼룩진 천장 도배지 제거 작업
기존 얼룩진 천장 도배지 제거후 누수 점검
기존 얼룩진 천장 도배지 신규 설치 작업
세대내 작업 부분 가구 복원 및 비닐 임시 보양 철거 작업
세대내 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2025-04-28T03:34:08Z</dcterms:modified>
</cp:coreProperties>
</file>