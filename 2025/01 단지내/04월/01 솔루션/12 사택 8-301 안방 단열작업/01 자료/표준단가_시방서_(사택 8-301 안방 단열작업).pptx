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8-301 </a:t>
            </a:r>
            <a:r>
              <a:rPr lang="ko-KR" altLang="en-US" b="1">
                <a:latin typeface="+mn-ea"/>
              </a:rPr>
              <a:t>안방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8-301 </a:t>
            </a:r>
            <a:r>
              <a:rPr lang="ko-KR" altLang="en-US" sz="1000">
                <a:latin typeface="+mn-ea"/>
              </a:rPr>
              <a:t>안방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■</a:t>
            </a:r>
            <a:r>
              <a:rPr lang="en-US" altLang="ko-KR" sz="1000"/>
              <a:t>24</a:t>
            </a:r>
            <a:r>
              <a:rPr lang="ko-KR" altLang="en-US" sz="1000"/>
              <a:t>년 기본견적 단가 적용■
대상</a:t>
            </a:r>
            <a:r>
              <a:rPr lang="en-US" altLang="ko-KR" sz="1000"/>
              <a:t>: </a:t>
            </a:r>
            <a:r>
              <a:rPr lang="ko-KR" altLang="en-US" sz="1000"/>
              <a:t>화장실 좌측방</a:t>
            </a:r>
            <a:r>
              <a:rPr lang="en-US" altLang="ko-KR" sz="1000"/>
              <a:t>(</a:t>
            </a:r>
            <a:r>
              <a:rPr lang="ko-KR" altLang="en-US" sz="1000"/>
              <a:t>안방</a:t>
            </a:r>
            <a:r>
              <a:rPr lang="en-US" altLang="ko-KR" sz="1000"/>
              <a:t>) </a:t>
            </a:r>
            <a:r>
              <a:rPr lang="ko-KR" altLang="en-US" sz="1000"/>
              <a:t>벽면 곰팡이제거 작업
세대내 임시 비닐 보양 작업
기존 붙박이장 철거 및 재설치 작업
단열시트 부착후 이보드</a:t>
            </a:r>
            <a:r>
              <a:rPr lang="en-US" altLang="ko-KR" sz="1000"/>
              <a:t>(</a:t>
            </a:r>
            <a:r>
              <a:rPr lang="ko-KR" altLang="en-US" sz="1000"/>
              <a:t>단열재</a:t>
            </a:r>
            <a:r>
              <a:rPr lang="en-US" altLang="ko-KR" sz="1000"/>
              <a:t>) </a:t>
            </a:r>
            <a:r>
              <a:rPr lang="ko-KR" altLang="en-US" sz="1000"/>
              <a:t>설치 작업
바닥 걸레받이 및 천장 몰딩 부분 보수 작업
폐기물 반출 및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2025-03-17T03:57:35Z</dcterms:modified>
</cp:coreProperties>
</file>