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긴급보수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)-1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긴급보수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)-1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비품성</a:t>
            </a:r>
            <a:r>
              <a:rPr lang="ko-KR" altLang="en-US" sz="1000" dirty="0"/>
              <a:t> </a:t>
            </a:r>
            <a:r>
              <a:rPr lang="en-US" altLang="ko-KR" sz="1000" dirty="0"/>
              <a:t>_ </a:t>
            </a:r>
            <a:r>
              <a:rPr lang="ko-KR" altLang="en-US" sz="1000" dirty="0"/>
              <a:t>긴급 </a:t>
            </a:r>
            <a:r>
              <a:rPr lang="en-US" altLang="ko-KR" sz="1000" dirty="0"/>
              <a:t>_ </a:t>
            </a:r>
            <a:r>
              <a:rPr lang="ko-KR" altLang="en-US" sz="1000" dirty="0"/>
              <a:t>소액 보수 대응 작업 ▷물량 산출 불가 항목 대상
</a:t>
            </a:r>
            <a:r>
              <a:rPr lang="ko-KR" altLang="en-US" sz="1000" dirty="0" err="1"/>
              <a:t>실투입</a:t>
            </a:r>
            <a:r>
              <a:rPr lang="ko-KR" altLang="en-US" sz="1000" dirty="0"/>
              <a:t> 검증 및 정산금액 </a:t>
            </a:r>
            <a:r>
              <a:rPr lang="ko-KR" altLang="en-US" sz="1000" dirty="0" err="1"/>
              <a:t>확정후</a:t>
            </a:r>
            <a:r>
              <a:rPr lang="ko-KR" altLang="en-US" sz="1000" dirty="0"/>
              <a:t> 변경계약 진행예정
증액 및 </a:t>
            </a:r>
            <a:r>
              <a:rPr lang="ko-KR" altLang="en-US" sz="1000" dirty="0" err="1"/>
              <a:t>감액시</a:t>
            </a:r>
            <a:r>
              <a:rPr lang="ko-KR" altLang="en-US" sz="1000" dirty="0"/>
              <a:t> 고객사 </a:t>
            </a:r>
            <a:r>
              <a:rPr lang="en-US" altLang="ko-KR" sz="1000" dirty="0"/>
              <a:t>PO</a:t>
            </a:r>
            <a:r>
              <a:rPr lang="ko-KR" altLang="en-US" sz="1000" dirty="0"/>
              <a:t>변경 예정
보수 </a:t>
            </a:r>
            <a:r>
              <a:rPr lang="ko-KR" altLang="en-US" sz="1000" dirty="0" err="1"/>
              <a:t>투입시</a:t>
            </a:r>
            <a:r>
              <a:rPr lang="ko-KR" altLang="en-US" sz="1000" dirty="0"/>
              <a:t> 사태 관리소에 비치되어 있는 관리목록에
작업 내용 및 작업지시 </a:t>
            </a:r>
            <a:r>
              <a:rPr lang="ko-KR" altLang="en-US" sz="1000" dirty="0" err="1"/>
              <a:t>기입후</a:t>
            </a:r>
            <a:r>
              <a:rPr lang="ko-KR" altLang="en-US" sz="1000" dirty="0"/>
              <a:t> 투입
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당일 작업완료후 완료 현황 관리소 공유
사택 관리소 사전 </a:t>
            </a:r>
            <a:r>
              <a:rPr lang="ko-KR" altLang="en-US" sz="1000" dirty="0" err="1"/>
              <a:t>공유후</a:t>
            </a:r>
            <a:r>
              <a:rPr lang="ko-KR" altLang="en-US" sz="1000" dirty="0"/>
              <a:t>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492</cp:revision>
  <dcterms:created xsi:type="dcterms:W3CDTF">2015-01-28T03:52:40Z</dcterms:created>
  <dcterms:modified xsi:type="dcterms:W3CDTF">2025-01-21T02:57:19Z</dcterms:modified>
</cp:coreProperties>
</file>