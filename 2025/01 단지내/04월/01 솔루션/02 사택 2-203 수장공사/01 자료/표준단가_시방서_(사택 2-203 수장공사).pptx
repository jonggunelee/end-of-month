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 및 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뒤베란다</a:t>
            </a:r>
            <a:r>
              <a:rPr lang="en-US" altLang="ko-KR" sz="1000"/>
              <a:t>(1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 </a:t>
            </a:r>
            <a:r>
              <a:rPr lang="en-US" altLang="ko-KR" sz="1000"/>
              <a:t>(</a:t>
            </a:r>
            <a:r>
              <a:rPr lang="ko-KR" altLang="en-US" sz="1000"/>
              <a:t>방화문내부 및 앞뒤베란다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2025-02-04T06:30:30Z</dcterms:modified>
</cp:coreProperties>
</file>