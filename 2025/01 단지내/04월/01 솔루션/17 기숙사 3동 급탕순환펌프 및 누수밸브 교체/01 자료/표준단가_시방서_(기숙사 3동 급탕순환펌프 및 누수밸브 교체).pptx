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급탕순환펌프 및 누수밸브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 급탕순환펌프 및 누수밸브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순환 펌프 전원 및 밸브 차단
급탕 순환펌프</a:t>
            </a:r>
            <a:r>
              <a:rPr lang="en-US" altLang="ko-KR" sz="1000"/>
              <a:t>(1/2</a:t>
            </a:r>
            <a:r>
              <a:rPr lang="ko-KR" altLang="en-US" sz="1000"/>
              <a:t>호기</a:t>
            </a:r>
            <a:r>
              <a:rPr lang="en-US" altLang="ko-KR" sz="1000"/>
              <a:t>) 2</a:t>
            </a:r>
            <a:r>
              <a:rPr lang="ko-KR" altLang="en-US" sz="1000"/>
              <a:t>대 철거
급탕 순환펌프</a:t>
            </a:r>
            <a:r>
              <a:rPr lang="en-US" altLang="ko-KR" sz="1000"/>
              <a:t>(1/2</a:t>
            </a:r>
            <a:r>
              <a:rPr lang="ko-KR" altLang="en-US" sz="1000"/>
              <a:t>호기</a:t>
            </a:r>
            <a:r>
              <a:rPr lang="en-US" altLang="ko-KR" sz="1000"/>
              <a:t>) 2</a:t>
            </a:r>
            <a:r>
              <a:rPr lang="ko-KR" altLang="en-US" sz="1000"/>
              <a:t>대 신규 설치
배관내 퇴수 및 보일러 가동 정지
배관 버터플라이 밸브 </a:t>
            </a:r>
            <a:r>
              <a:rPr lang="en-US" altLang="ko-KR" sz="1000"/>
              <a:t>1</a:t>
            </a:r>
            <a:r>
              <a:rPr lang="ko-KR" altLang="en-US" sz="1000"/>
              <a:t>개 철거 작업
배관 버터플라이 밸브 </a:t>
            </a:r>
            <a:r>
              <a:rPr lang="en-US" altLang="ko-KR" sz="1000"/>
              <a:t>1</a:t>
            </a:r>
            <a:r>
              <a:rPr lang="ko-KR" altLang="en-US" sz="1000"/>
              <a:t>개 신규 설치
배관 보온 및 주변청소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2025-02-26T00:29:57Z</dcterms:modified>
</cp:coreProperties>
</file>