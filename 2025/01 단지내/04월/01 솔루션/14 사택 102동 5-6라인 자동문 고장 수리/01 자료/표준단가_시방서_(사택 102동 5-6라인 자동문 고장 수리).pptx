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</a:t>
            </a:r>
            <a:r>
              <a:rPr lang="ko-KR" altLang="en-US" b="1">
                <a:latin typeface="+mn-ea"/>
              </a:rPr>
              <a:t>동 </a:t>
            </a:r>
            <a:r>
              <a:rPr lang="en-US" altLang="ko-KR" b="1">
                <a:latin typeface="+mn-ea"/>
              </a:rPr>
              <a:t>5-6</a:t>
            </a:r>
            <a:r>
              <a:rPr lang="ko-KR" altLang="en-US" b="1">
                <a:latin typeface="+mn-ea"/>
              </a:rPr>
              <a:t>라인 자동문 고장 수리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 </a:t>
            </a:r>
            <a:r>
              <a:rPr lang="en-US" altLang="ko-KR" sz="1000">
                <a:latin typeface="+mn-ea"/>
              </a:rPr>
              <a:t>5-6</a:t>
            </a:r>
            <a:r>
              <a:rPr lang="ko-KR" altLang="en-US" sz="1000">
                <a:latin typeface="+mn-ea"/>
              </a:rPr>
              <a:t>라인 자동문 고장 수리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사택 </a:t>
            </a:r>
            <a:r>
              <a:rPr lang="en-US" altLang="ko-KR" sz="1000"/>
              <a:t>102</a:t>
            </a:r>
            <a:r>
              <a:rPr lang="ko-KR" altLang="en-US" sz="1000"/>
              <a:t>동 </a:t>
            </a:r>
            <a:r>
              <a:rPr lang="en-US" altLang="ko-KR" sz="1000"/>
              <a:t>1</a:t>
            </a:r>
            <a:r>
              <a:rPr lang="ko-KR" altLang="en-US" sz="1000"/>
              <a:t>층 </a:t>
            </a:r>
            <a:r>
              <a:rPr lang="en-US" altLang="ko-KR" sz="1000"/>
              <a:t>5~6</a:t>
            </a:r>
            <a:r>
              <a:rPr lang="ko-KR" altLang="en-US" sz="1000"/>
              <a:t>라인 자동문
자동문 상단 후레임 철거 작업
자동문 벨트 분리 작업
자동문 구동 모터 및 부속품 교체 작업
자동문 입구측 센서 교체 작업
자동문 보수 완료후 시운전 작업
자동문 상단 후레임 복원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2025-03-17T03:57:37Z</dcterms:modified>
</cp:coreProperties>
</file>