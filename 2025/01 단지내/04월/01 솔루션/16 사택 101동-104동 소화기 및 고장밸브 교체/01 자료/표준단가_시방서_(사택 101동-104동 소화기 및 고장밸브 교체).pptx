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</a:t>
            </a:r>
            <a:r>
              <a:rPr lang="ko-KR" altLang="en-US" b="1">
                <a:latin typeface="+mn-ea"/>
              </a:rPr>
              <a:t>동</a:t>
            </a:r>
            <a:r>
              <a:rPr lang="en-US" altLang="ko-KR" b="1">
                <a:latin typeface="+mn-ea"/>
              </a:rPr>
              <a:t>-104</a:t>
            </a:r>
            <a:r>
              <a:rPr lang="ko-KR" altLang="en-US" b="1">
                <a:latin typeface="+mn-ea"/>
              </a:rPr>
              <a:t>동 소화기 및 고장밸브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-104</a:t>
            </a:r>
            <a:r>
              <a:rPr lang="ko-KR" altLang="en-US" sz="1000">
                <a:latin typeface="+mn-ea"/>
              </a:rPr>
              <a:t>동 소화기 및 고장밸브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◎101-104 : </a:t>
            </a:r>
            <a:r>
              <a:rPr lang="ko-KR" altLang="en-US" sz="1000" dirty="0"/>
              <a:t>소방 </a:t>
            </a:r>
            <a:r>
              <a:rPr lang="en-US" altLang="ko-KR" sz="1000" dirty="0" err="1"/>
              <a:t>150A</a:t>
            </a:r>
            <a:r>
              <a:rPr lang="en-US" altLang="ko-KR" sz="1000" dirty="0"/>
              <a:t> </a:t>
            </a:r>
            <a:r>
              <a:rPr lang="ko-KR" altLang="en-US" sz="1000" dirty="0"/>
              <a:t>밸브 교체 </a:t>
            </a:r>
            <a:r>
              <a:rPr lang="en-US" altLang="ko-KR" sz="1000" dirty="0"/>
              <a:t>: 1</a:t>
            </a:r>
            <a:r>
              <a:rPr lang="ko-KR" altLang="en-US" sz="1000" dirty="0"/>
              <a:t>개 </a:t>
            </a:r>
            <a:r>
              <a:rPr lang="en-US" altLang="ko-KR" sz="1000" dirty="0"/>
              <a:t>(</a:t>
            </a:r>
            <a:r>
              <a:rPr lang="ko-KR" altLang="en-US" sz="1000" dirty="0"/>
              <a:t>솔루션</a:t>
            </a:r>
            <a:r>
              <a:rPr lang="en-US" altLang="ko-KR" sz="1000" dirty="0"/>
              <a:t>+</a:t>
            </a:r>
            <a:r>
              <a:rPr lang="ko-KR" altLang="en-US" sz="1000" dirty="0"/>
              <a:t>화학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◎ </a:t>
            </a:r>
            <a:r>
              <a:rPr lang="ko-KR" altLang="en-US" sz="1000" dirty="0"/>
              <a:t>분말소화 집계 </a:t>
            </a:r>
            <a:r>
              <a:rPr lang="en-US" altLang="ko-KR" sz="1000" dirty="0"/>
              <a:t>: 154</a:t>
            </a:r>
            <a:r>
              <a:rPr lang="ko-KR" altLang="en-US" sz="1000" dirty="0"/>
              <a:t>개 </a:t>
            </a:r>
            <a:r>
              <a:rPr lang="en-US" altLang="ko-KR" sz="1000" dirty="0"/>
              <a:t>[104</a:t>
            </a:r>
            <a:r>
              <a:rPr lang="ko-KR" altLang="en-US" sz="1000" dirty="0"/>
              <a:t>개</a:t>
            </a:r>
            <a:r>
              <a:rPr lang="en-US" altLang="ko-KR" sz="1000" dirty="0"/>
              <a:t>(</a:t>
            </a:r>
            <a:r>
              <a:rPr lang="ko-KR" altLang="en-US" sz="1000" dirty="0"/>
              <a:t>솔루션</a:t>
            </a:r>
            <a:r>
              <a:rPr lang="en-US" altLang="ko-KR" sz="1000" dirty="0"/>
              <a:t>)+17</a:t>
            </a:r>
            <a:r>
              <a:rPr lang="ko-KR" altLang="en-US" sz="1000" dirty="0"/>
              <a:t>개</a:t>
            </a:r>
            <a:r>
              <a:rPr lang="en-US" altLang="ko-KR" sz="1000" dirty="0"/>
              <a:t>(</a:t>
            </a:r>
            <a:r>
              <a:rPr lang="ko-KR" altLang="en-US" sz="1000" dirty="0"/>
              <a:t>화학</a:t>
            </a:r>
            <a:r>
              <a:rPr lang="en-US" altLang="ko-KR" sz="1000" dirty="0"/>
              <a:t>), 33</a:t>
            </a:r>
            <a:r>
              <a:rPr lang="ko-KR" altLang="en-US" sz="1000" dirty="0"/>
              <a:t>개</a:t>
            </a:r>
            <a:r>
              <a:rPr lang="en-US" altLang="ko-KR" sz="1000" dirty="0"/>
              <a:t>(</a:t>
            </a:r>
            <a:r>
              <a:rPr lang="ko-KR" altLang="en-US" sz="1000" dirty="0"/>
              <a:t>솔루션</a:t>
            </a:r>
            <a:r>
              <a:rPr lang="en-US" altLang="ko-KR" sz="1000" dirty="0"/>
              <a:t>+</a:t>
            </a:r>
            <a:r>
              <a:rPr lang="ko-KR" altLang="en-US" sz="1000" dirty="0"/>
              <a:t>화학</a:t>
            </a:r>
            <a:r>
              <a:rPr lang="en-US" altLang="ko-KR" sz="1000" dirty="0"/>
              <a:t>)]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   --101-103 </a:t>
            </a:r>
            <a:r>
              <a:rPr lang="ko-KR" altLang="en-US" sz="1000" dirty="0"/>
              <a:t>세대내 </a:t>
            </a:r>
            <a:r>
              <a:rPr lang="en-US" altLang="ko-KR" sz="1000" dirty="0"/>
              <a:t>: 64</a:t>
            </a:r>
            <a:r>
              <a:rPr lang="ko-KR" altLang="en-US" sz="1000" dirty="0"/>
              <a:t>개 </a:t>
            </a:r>
            <a:r>
              <a:rPr lang="en-US" altLang="ko-KR" sz="1000" dirty="0"/>
              <a:t>(</a:t>
            </a:r>
            <a:r>
              <a:rPr lang="ko-KR" altLang="en-US" sz="1000" dirty="0"/>
              <a:t>솔루션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   --101-103 </a:t>
            </a:r>
            <a:r>
              <a:rPr lang="ko-KR" altLang="en-US" sz="1000" dirty="0"/>
              <a:t>공용 계단 </a:t>
            </a:r>
            <a:r>
              <a:rPr lang="en-US" altLang="ko-KR" sz="1000" dirty="0"/>
              <a:t>E/V</a:t>
            </a:r>
            <a:r>
              <a:rPr lang="ko-KR" altLang="en-US" sz="1000" dirty="0"/>
              <a:t>앞 </a:t>
            </a:r>
            <a:r>
              <a:rPr lang="en-US" altLang="ko-KR" sz="1000" dirty="0"/>
              <a:t>: 40</a:t>
            </a:r>
            <a:r>
              <a:rPr lang="ko-KR" altLang="en-US" sz="1000" dirty="0"/>
              <a:t>개 </a:t>
            </a:r>
            <a:r>
              <a:rPr lang="en-US" altLang="ko-KR" sz="1000" dirty="0"/>
              <a:t>(</a:t>
            </a:r>
            <a:r>
              <a:rPr lang="ko-KR" altLang="en-US" sz="1000" dirty="0"/>
              <a:t>솔루션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  ++101-104 </a:t>
            </a:r>
            <a:r>
              <a:rPr lang="ko-KR" altLang="en-US" sz="1000" dirty="0"/>
              <a:t>주차장 </a:t>
            </a:r>
            <a:r>
              <a:rPr lang="en-US" altLang="ko-KR" sz="1000" dirty="0"/>
              <a:t>: 33</a:t>
            </a:r>
            <a:r>
              <a:rPr lang="ko-KR" altLang="en-US" sz="1000" dirty="0"/>
              <a:t>개 </a:t>
            </a:r>
            <a:r>
              <a:rPr lang="en-US" altLang="ko-KR" sz="1000" dirty="0"/>
              <a:t>(</a:t>
            </a:r>
            <a:r>
              <a:rPr lang="ko-KR" altLang="en-US" sz="1000" dirty="0"/>
              <a:t>솔루션</a:t>
            </a:r>
            <a:r>
              <a:rPr lang="en-US" altLang="ko-KR" sz="1000" dirty="0"/>
              <a:t>+</a:t>
            </a:r>
            <a:r>
              <a:rPr lang="ko-KR" altLang="en-US" sz="1000" dirty="0"/>
              <a:t>화학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   --104 </a:t>
            </a:r>
            <a:r>
              <a:rPr lang="ko-KR" altLang="en-US" sz="1000" dirty="0"/>
              <a:t>세대내 </a:t>
            </a:r>
            <a:r>
              <a:rPr lang="en-US" altLang="ko-KR" sz="1000" dirty="0"/>
              <a:t>: 12</a:t>
            </a:r>
            <a:r>
              <a:rPr lang="ko-KR" altLang="en-US" sz="1000" dirty="0"/>
              <a:t>개</a:t>
            </a:r>
            <a:r>
              <a:rPr lang="en-US" altLang="ko-KR" sz="1000" dirty="0"/>
              <a:t>(</a:t>
            </a:r>
            <a:r>
              <a:rPr lang="ko-KR" altLang="en-US" sz="1000" dirty="0"/>
              <a:t>화학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   --104 </a:t>
            </a:r>
            <a:r>
              <a:rPr lang="ko-KR" altLang="en-US" sz="1000" dirty="0"/>
              <a:t>공용 계단 </a:t>
            </a:r>
            <a:r>
              <a:rPr lang="en-US" altLang="ko-KR" sz="1000" dirty="0"/>
              <a:t>E/V</a:t>
            </a:r>
            <a:r>
              <a:rPr lang="ko-KR" altLang="en-US" sz="1000" dirty="0"/>
              <a:t>앞 </a:t>
            </a:r>
            <a:r>
              <a:rPr lang="en-US" altLang="ko-KR" sz="1000" dirty="0"/>
              <a:t>: 5</a:t>
            </a:r>
            <a:r>
              <a:rPr lang="ko-KR" altLang="en-US" sz="1000" dirty="0"/>
              <a:t>개</a:t>
            </a:r>
            <a:r>
              <a:rPr lang="en-US" altLang="ko-KR" sz="1000" dirty="0"/>
              <a:t>(</a:t>
            </a:r>
            <a:r>
              <a:rPr lang="ko-KR" altLang="en-US" sz="1000" dirty="0"/>
              <a:t>화학</a:t>
            </a:r>
            <a:r>
              <a:rPr lang="en-US" altLang="ko-KR" sz="1000" dirty="0"/>
              <a:t>)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898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2025-02-26T00:31:04Z</dcterms:modified>
</cp:coreProperties>
</file>