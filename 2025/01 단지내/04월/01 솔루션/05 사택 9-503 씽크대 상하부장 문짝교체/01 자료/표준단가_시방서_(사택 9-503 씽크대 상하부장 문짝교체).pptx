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9-503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9-503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씽크대 상하부장 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) </a:t>
            </a:r>
            <a:r>
              <a:rPr lang="ko-KR" altLang="en-US" sz="1000"/>
              <a:t>및 몰딩</a:t>
            </a:r>
            <a:r>
              <a:rPr lang="en-US" altLang="ko-KR" sz="1000"/>
              <a:t>(1</a:t>
            </a:r>
            <a:r>
              <a:rPr lang="ko-KR" altLang="en-US" sz="1000"/>
              <a:t>개없음</a:t>
            </a:r>
            <a:r>
              <a:rPr lang="en-US" altLang="ko-KR" sz="1000"/>
              <a:t>) </a:t>
            </a:r>
            <a:r>
              <a:rPr lang="ko-KR" altLang="en-US" sz="1000"/>
              <a:t>교체
주방 씽크대 옆판</a:t>
            </a:r>
            <a:r>
              <a:rPr lang="en-US" altLang="ko-KR" sz="1000"/>
              <a:t>(1</a:t>
            </a:r>
            <a:r>
              <a:rPr lang="ko-KR" altLang="en-US" sz="1000"/>
              <a:t>개들뜸</a:t>
            </a:r>
            <a:r>
              <a:rPr lang="en-US" altLang="ko-KR" sz="1000"/>
              <a:t>)</a:t>
            </a:r>
            <a:r>
              <a:rPr lang="ko-KR" altLang="en-US" sz="1000"/>
              <a:t>포함</a:t>
            </a:r>
            <a:r>
              <a:rPr lang="en-US" altLang="ko-KR" sz="1000"/>
              <a:t>) </a:t>
            </a:r>
            <a:r>
              <a:rPr lang="ko-KR" altLang="en-US" sz="1000"/>
              <a:t>교체
주방 씽크대 기존 몰딩 철거 작업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신규 문짝 및 서랍장 설치 작업
주방 씽크대 실리콘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2025-02-04T06:30:35Z</dcterms:modified>
</cp:coreProperties>
</file>