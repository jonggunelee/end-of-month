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8-310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8-310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도장용 페인트 </a:t>
            </a:r>
            <a:r>
              <a:rPr lang="en-US" altLang="ko-KR" sz="1000"/>
              <a:t>: </a:t>
            </a:r>
            <a:r>
              <a:rPr lang="ko-KR" altLang="en-US" sz="1000"/>
              <a:t>친환경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2025-01-24T06:40:54Z</dcterms:modified>
</cp:coreProperties>
</file>