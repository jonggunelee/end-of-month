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>
        <p:scale>
          <a:sx n="50" d="100"/>
          <a:sy n="50" d="100"/>
        </p:scale>
        <p:origin x="4332" y="7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2025-01-03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2025-01-03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2025-01-03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2025-01-03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2025-01-03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기숙사동 및 사택 소방 지적사항 보완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기숙사동 및 사택 소방 지적사항 보완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동 및 사택동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463540" y="1334108"/>
            <a:ext cx="6286544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 dirty="0"/>
              <a:t>A</a:t>
            </a:r>
            <a:r>
              <a:rPr lang="ko-KR" altLang="en-US" sz="1000" dirty="0"/>
              <a:t>동 </a:t>
            </a:r>
            <a:r>
              <a:rPr lang="ko-KR" altLang="en-US" sz="1000" dirty="0" err="1"/>
              <a:t>전층</a:t>
            </a:r>
            <a:r>
              <a:rPr lang="ko-KR" altLang="en-US" sz="1000" dirty="0"/>
              <a:t> </a:t>
            </a:r>
            <a:r>
              <a:rPr lang="ko-KR" altLang="en-US" sz="1000" dirty="0" err="1"/>
              <a:t>수동발신기</a:t>
            </a:r>
            <a:r>
              <a:rPr lang="en-US" altLang="ko-KR" sz="1000" dirty="0"/>
              <a:t>_</a:t>
            </a:r>
            <a:r>
              <a:rPr lang="ko-KR" altLang="en-US" sz="1000" dirty="0"/>
              <a:t>화재감지기 동작 시 비상방송 출력 보수 </a:t>
            </a:r>
            <a:endParaRPr lang="en-US" altLang="ko-KR" sz="1000" dirty="0"/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 dirty="0"/>
              <a:t>  (</a:t>
            </a:r>
            <a:r>
              <a:rPr lang="ko-KR" altLang="en-US" sz="1000" dirty="0" err="1"/>
              <a:t>알람스위치</a:t>
            </a:r>
            <a:r>
              <a:rPr lang="en-US" altLang="ko-KR" sz="1000" dirty="0"/>
              <a:t>/</a:t>
            </a:r>
            <a:r>
              <a:rPr lang="ko-KR" altLang="en-US" sz="1000" dirty="0" err="1"/>
              <a:t>댐퍼수동기동으로</a:t>
            </a:r>
            <a:r>
              <a:rPr lang="ko-KR" altLang="en-US" sz="1000" dirty="0"/>
              <a:t> 화재동작시에만 비상방송 출력됨</a:t>
            </a:r>
            <a:r>
              <a:rPr lang="en-US" altLang="ko-KR" sz="1000" dirty="0"/>
              <a:t>)
A</a:t>
            </a:r>
            <a:r>
              <a:rPr lang="ko-KR" altLang="en-US" sz="1000" dirty="0"/>
              <a:t>동 </a:t>
            </a:r>
            <a:r>
              <a:rPr lang="en-US" altLang="ko-KR" sz="1000" dirty="0"/>
              <a:t>5</a:t>
            </a:r>
            <a:r>
              <a:rPr lang="ko-KR" altLang="en-US" sz="1000" dirty="0"/>
              <a:t>층 </a:t>
            </a:r>
            <a:r>
              <a:rPr lang="en-US" altLang="ko-KR" sz="1000" dirty="0"/>
              <a:t>2</a:t>
            </a:r>
            <a:r>
              <a:rPr lang="ko-KR" altLang="en-US" sz="1000" dirty="0"/>
              <a:t>번</a:t>
            </a:r>
            <a:r>
              <a:rPr lang="en-US" altLang="ko-KR" sz="1000" dirty="0"/>
              <a:t>_4</a:t>
            </a:r>
            <a:r>
              <a:rPr lang="ko-KR" altLang="en-US" sz="1000" dirty="0"/>
              <a:t>층 </a:t>
            </a:r>
            <a:r>
              <a:rPr lang="en-US" altLang="ko-KR" sz="1000" dirty="0"/>
              <a:t>3</a:t>
            </a:r>
            <a:r>
              <a:rPr lang="ko-KR" altLang="en-US" sz="1000" dirty="0"/>
              <a:t>번 </a:t>
            </a:r>
            <a:r>
              <a:rPr lang="ko-KR" altLang="en-US" sz="1000" dirty="0" err="1"/>
              <a:t>방화문</a:t>
            </a:r>
            <a:r>
              <a:rPr lang="ko-KR" altLang="en-US" sz="1000" dirty="0"/>
              <a:t> 자동폐쇄장치 </a:t>
            </a:r>
            <a:r>
              <a:rPr lang="ko-KR" altLang="en-US" sz="1000" dirty="0" err="1"/>
              <a:t>방화문</a:t>
            </a:r>
            <a:r>
              <a:rPr lang="ko-KR" altLang="en-US" sz="1000" dirty="0"/>
              <a:t> 연동 시 화재수신기에 확인 안됨 보수
  </a:t>
            </a:r>
            <a:r>
              <a:rPr lang="en-US" altLang="ko-KR" sz="1000" dirty="0"/>
              <a:t>(</a:t>
            </a:r>
            <a:r>
              <a:rPr lang="ko-KR" altLang="en-US" sz="1000" dirty="0"/>
              <a:t>중계기</a:t>
            </a:r>
            <a:r>
              <a:rPr lang="en-US" altLang="ko-KR" sz="1000" dirty="0"/>
              <a:t>/</a:t>
            </a:r>
            <a:r>
              <a:rPr lang="ko-KR" altLang="en-US" sz="1000" dirty="0"/>
              <a:t>폐쇄장치 단자에서 쇼트시에는 확인됨</a:t>
            </a:r>
            <a:r>
              <a:rPr lang="en-US" altLang="ko-KR" sz="1000" dirty="0"/>
              <a:t>)
A</a:t>
            </a:r>
            <a:r>
              <a:rPr lang="ko-KR" altLang="en-US" sz="1000" dirty="0"/>
              <a:t>동 </a:t>
            </a:r>
            <a:r>
              <a:rPr lang="en-US" altLang="ko-KR" sz="1000" dirty="0"/>
              <a:t>9</a:t>
            </a:r>
            <a:r>
              <a:rPr lang="ko-KR" altLang="en-US" sz="1000" dirty="0"/>
              <a:t>층 </a:t>
            </a:r>
            <a:r>
              <a:rPr lang="ko-KR" altLang="en-US" sz="1000" dirty="0" err="1"/>
              <a:t>급기댐퍼</a:t>
            </a:r>
            <a:r>
              <a:rPr lang="ko-KR" altLang="en-US" sz="1000" dirty="0"/>
              <a:t> 연동 시 그릴 휘어짐으로 개방 안됨 수리
</a:t>
            </a:r>
            <a:r>
              <a:rPr lang="en-US" altLang="ko-KR" sz="1000" dirty="0"/>
              <a:t>B</a:t>
            </a:r>
            <a:r>
              <a:rPr lang="ko-KR" altLang="en-US" sz="1000" dirty="0"/>
              <a:t>동 지하</a:t>
            </a:r>
            <a:r>
              <a:rPr lang="en-US" altLang="ko-KR" sz="1000" dirty="0"/>
              <a:t>1</a:t>
            </a:r>
            <a:r>
              <a:rPr lang="ko-KR" altLang="en-US" sz="1000" dirty="0"/>
              <a:t>층 </a:t>
            </a:r>
            <a:r>
              <a:rPr lang="en-US" altLang="ko-KR" sz="1000" dirty="0"/>
              <a:t>1</a:t>
            </a:r>
            <a:r>
              <a:rPr lang="ko-KR" altLang="en-US" sz="1000" dirty="0"/>
              <a:t>번</a:t>
            </a:r>
            <a:r>
              <a:rPr lang="en-US" altLang="ko-KR" sz="1000" dirty="0"/>
              <a:t>_3</a:t>
            </a:r>
            <a:r>
              <a:rPr lang="ko-KR" altLang="en-US" sz="1000" dirty="0"/>
              <a:t>번 </a:t>
            </a:r>
            <a:r>
              <a:rPr lang="en-US" altLang="ko-KR" sz="1000" dirty="0"/>
              <a:t>/</a:t>
            </a:r>
            <a:r>
              <a:rPr lang="ko-KR" altLang="en-US" sz="1000" dirty="0"/>
              <a:t> </a:t>
            </a:r>
            <a:r>
              <a:rPr lang="en-US" altLang="ko-KR" sz="1000" dirty="0"/>
              <a:t>4</a:t>
            </a:r>
            <a:r>
              <a:rPr lang="ko-KR" altLang="en-US" sz="1000" dirty="0"/>
              <a:t>번 발신기 경종 출력보수</a:t>
            </a:r>
            <a:r>
              <a:rPr lang="en-US" altLang="ko-KR" sz="1000" dirty="0"/>
              <a:t>(2</a:t>
            </a:r>
            <a:r>
              <a:rPr lang="ko-KR" altLang="en-US" sz="1000" dirty="0"/>
              <a:t>번</a:t>
            </a:r>
            <a:r>
              <a:rPr lang="en-US" altLang="ko-KR" sz="1000" dirty="0"/>
              <a:t>_4</a:t>
            </a:r>
            <a:r>
              <a:rPr lang="ko-KR" altLang="en-US" sz="1000" dirty="0"/>
              <a:t>번 발신기 동작시에는 전체 경종 출력됨</a:t>
            </a:r>
            <a:r>
              <a:rPr lang="en-US" altLang="ko-KR" sz="1000" dirty="0"/>
              <a:t>)
</a:t>
            </a:r>
            <a:r>
              <a:rPr lang="ko-KR" altLang="en-US" sz="1000" dirty="0" err="1"/>
              <a:t>프리액션밸브</a:t>
            </a:r>
            <a:r>
              <a:rPr lang="ko-KR" altLang="en-US" sz="1000" dirty="0"/>
              <a:t> </a:t>
            </a:r>
            <a:r>
              <a:rPr lang="ko-KR" altLang="en-US" sz="1000" dirty="0" err="1"/>
              <a:t>클래퍼</a:t>
            </a:r>
            <a:r>
              <a:rPr lang="ko-KR" altLang="en-US" sz="1000" dirty="0"/>
              <a:t> 불량</a:t>
            </a:r>
            <a:r>
              <a:rPr lang="en-US" altLang="ko-KR" sz="1000" dirty="0"/>
              <a:t>(5</a:t>
            </a:r>
            <a:r>
              <a:rPr lang="ko-KR" altLang="en-US" sz="1000" dirty="0"/>
              <a:t>개 </a:t>
            </a:r>
            <a:r>
              <a:rPr lang="en-US" altLang="ko-KR" sz="1000" dirty="0"/>
              <a:t>: </a:t>
            </a:r>
            <a:r>
              <a:rPr lang="en-US" altLang="ko-KR" sz="900" dirty="0"/>
              <a:t>AB</a:t>
            </a:r>
            <a:r>
              <a:rPr lang="ko-KR" altLang="en-US" sz="900" dirty="0"/>
              <a:t>동 지하</a:t>
            </a:r>
            <a:r>
              <a:rPr lang="en-US" altLang="ko-KR" sz="900" dirty="0"/>
              <a:t>1_2</a:t>
            </a:r>
            <a:r>
              <a:rPr lang="ko-KR" altLang="en-US" sz="900" dirty="0"/>
              <a:t>층</a:t>
            </a:r>
            <a:r>
              <a:rPr lang="en-US" altLang="ko-KR" sz="900" dirty="0"/>
              <a:t>_5</a:t>
            </a:r>
            <a:r>
              <a:rPr lang="ko-KR" altLang="en-US" sz="900" dirty="0"/>
              <a:t>동 지하</a:t>
            </a:r>
            <a:r>
              <a:rPr lang="en-US" altLang="ko-KR" sz="900" dirty="0"/>
              <a:t>1</a:t>
            </a:r>
            <a:r>
              <a:rPr lang="ko-KR" altLang="en-US" sz="900" dirty="0"/>
              <a:t>층</a:t>
            </a:r>
            <a:r>
              <a:rPr lang="en-US" altLang="ko-KR" sz="900" dirty="0"/>
              <a:t>_8</a:t>
            </a:r>
            <a:r>
              <a:rPr lang="ko-KR" altLang="en-US" sz="900" dirty="0"/>
              <a:t>동 지하</a:t>
            </a:r>
            <a:r>
              <a:rPr lang="en-US" altLang="ko-KR" sz="900" dirty="0"/>
              <a:t>1</a:t>
            </a:r>
            <a:r>
              <a:rPr lang="ko-KR" altLang="en-US" sz="900" dirty="0"/>
              <a:t>층</a:t>
            </a:r>
            <a:r>
              <a:rPr lang="en-US" altLang="ko-KR" sz="900" dirty="0"/>
              <a:t>_</a:t>
            </a:r>
            <a:r>
              <a:rPr lang="ko-KR" altLang="en-US" sz="900" dirty="0"/>
              <a:t>지상</a:t>
            </a:r>
            <a:r>
              <a:rPr lang="en-US" altLang="ko-KR" sz="900" dirty="0"/>
              <a:t>1</a:t>
            </a:r>
            <a:r>
              <a:rPr lang="ko-KR" altLang="en-US" sz="900" dirty="0"/>
              <a:t>층</a:t>
            </a:r>
            <a:r>
              <a:rPr lang="en-US" altLang="ko-KR" sz="1000" dirty="0"/>
              <a:t>)</a:t>
            </a:r>
            <a:r>
              <a:rPr lang="ko-KR" altLang="en-US" sz="1000" dirty="0"/>
              <a:t> </a:t>
            </a:r>
            <a:r>
              <a:rPr lang="en-US" altLang="ko-KR" sz="1000" dirty="0"/>
              <a:t>3</a:t>
            </a:r>
            <a:r>
              <a:rPr lang="ko-KR" altLang="en-US" sz="1000" dirty="0" err="1"/>
              <a:t>개교체</a:t>
            </a:r>
            <a:r>
              <a:rPr lang="ko-KR" altLang="en-US" sz="1000" dirty="0"/>
              <a:t>  및 </a:t>
            </a:r>
            <a:r>
              <a:rPr lang="en-US" altLang="ko-KR" sz="1000" dirty="0"/>
              <a:t>2</a:t>
            </a:r>
            <a:r>
              <a:rPr lang="ko-KR" altLang="en-US" sz="1000" dirty="0"/>
              <a:t>개 수리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817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1204</TotalTime>
  <Words>916</Words>
  <Application>Microsoft Office PowerPoint</Application>
  <PresentationFormat>화면 슬라이드 쇼(4:3)</PresentationFormat>
  <Paragraphs>80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493</cp:revision>
  <dcterms:created xsi:type="dcterms:W3CDTF">2015-01-28T03:52:40Z</dcterms:created>
  <dcterms:modified xsi:type="dcterms:W3CDTF">2025-01-03T03:12:32Z</dcterms:modified>
</cp:coreProperties>
</file>