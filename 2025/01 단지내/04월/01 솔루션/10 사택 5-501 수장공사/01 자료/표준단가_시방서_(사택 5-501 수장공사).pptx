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5-501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거실걸레받이</a:t>
            </a:r>
            <a:r>
              <a:rPr lang="en-US" altLang="ko-KR" sz="1000"/>
              <a:t>) </a:t>
            </a:r>
            <a:r>
              <a:rPr lang="ko-KR" altLang="en-US" sz="1000"/>
              <a:t>작업
작업 완료후 폐기물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2025-03-10T01:30:39Z</dcterms:modified>
</cp:coreProperties>
</file>