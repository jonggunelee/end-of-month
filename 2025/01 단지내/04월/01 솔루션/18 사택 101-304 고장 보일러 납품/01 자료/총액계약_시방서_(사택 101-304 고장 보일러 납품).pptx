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101-304 </a:t>
            </a:r>
            <a:r>
              <a:rPr lang="ko-KR" altLang="en-US" b="1">
                <a:latin typeface="+mn-ea"/>
              </a:rPr>
              <a:t>고장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101-304 </a:t>
            </a:r>
            <a:r>
              <a:rPr lang="ko-KR" altLang="en-US" sz="1000">
                <a:latin typeface="+mn-ea"/>
              </a:rPr>
              <a:t>고장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966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○ 납품대상</a:t>
            </a:r>
            <a:r>
              <a:rPr lang="en-US" altLang="ko-KR" sz="1000" dirty="0"/>
              <a:t>: 101</a:t>
            </a:r>
            <a:r>
              <a:rPr lang="ko-KR" altLang="en-US" sz="1000" dirty="0"/>
              <a:t>동 </a:t>
            </a:r>
            <a:r>
              <a:rPr lang="en-US" altLang="ko-KR" sz="1000" dirty="0"/>
              <a:t>304</a:t>
            </a:r>
            <a:r>
              <a:rPr lang="ko-KR" altLang="en-US" sz="1000" dirty="0"/>
              <a:t>호
</a:t>
            </a:r>
            <a:r>
              <a:rPr lang="en-US" altLang="ko-KR" sz="1000" dirty="0"/>
              <a:t>_</a:t>
            </a:r>
            <a:r>
              <a:rPr lang="ko-KR" altLang="en-US" sz="1000" dirty="0"/>
              <a:t>본체</a:t>
            </a:r>
            <a:r>
              <a:rPr lang="en-US" altLang="ko-KR" sz="1000" dirty="0"/>
              <a:t>: </a:t>
            </a:r>
            <a:r>
              <a:rPr lang="ko-KR" altLang="en-US" sz="1000" dirty="0"/>
              <a:t>거꾸로</a:t>
            </a:r>
            <a:r>
              <a:rPr lang="en-US" altLang="ko-KR" sz="1000" dirty="0"/>
              <a:t>ECO</a:t>
            </a:r>
            <a:r>
              <a:rPr lang="ko-KR" altLang="en-US" sz="1000" dirty="0" err="1"/>
              <a:t>콘덴싱</a:t>
            </a:r>
            <a:r>
              <a:rPr lang="en-US" altLang="ko-KR" sz="1000" dirty="0" err="1"/>
              <a:t>L20-27H</a:t>
            </a:r>
            <a:r>
              <a:rPr lang="en-US" altLang="ko-KR" sz="1000" dirty="0"/>
              <a:t>
_</a:t>
            </a:r>
            <a:r>
              <a:rPr lang="ko-KR" altLang="en-US" sz="1000" dirty="0" err="1"/>
              <a:t>가스누설경보기</a:t>
            </a:r>
            <a:r>
              <a:rPr lang="en-US" altLang="ko-KR" sz="1000" dirty="0"/>
              <a:t>(</a:t>
            </a:r>
            <a:r>
              <a:rPr lang="en-US" altLang="ko-KR" sz="1000" dirty="0" err="1"/>
              <a:t>KGD-500B</a:t>
            </a:r>
            <a:r>
              <a:rPr lang="en-US" altLang="ko-KR" sz="1000" dirty="0"/>
              <a:t>)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805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2025-03-13T02:17:08Z</dcterms:modified>
</cp:coreProperties>
</file>