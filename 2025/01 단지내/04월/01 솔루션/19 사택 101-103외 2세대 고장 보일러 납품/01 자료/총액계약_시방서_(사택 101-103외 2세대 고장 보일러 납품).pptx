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101-103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세대 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101-103</a:t>
            </a:r>
            <a:r>
              <a:rPr lang="ko-KR" altLang="en-US" sz="1000">
                <a:latin typeface="+mn-ea"/>
              </a:rPr>
              <a:t>외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세대 고장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보일러 철거 및 배관 분리
</a:t>
            </a:r>
            <a:r>
              <a:rPr lang="en-US" altLang="ko-KR" sz="1000"/>
              <a:t>101</a:t>
            </a:r>
            <a:r>
              <a:rPr lang="ko-KR" altLang="en-US" sz="1000"/>
              <a:t>동 </a:t>
            </a:r>
            <a:r>
              <a:rPr lang="en-US" altLang="ko-KR" sz="1000"/>
              <a:t>103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</a:t>
            </a:r>
            <a:r>
              <a:rPr lang="en-US" altLang="ko-KR" sz="1000"/>
              <a:t>L20-33H 1</a:t>
            </a:r>
            <a:r>
              <a:rPr lang="ko-KR" altLang="en-US" sz="1000"/>
              <a:t>대
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306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</a:t>
            </a:r>
            <a:r>
              <a:rPr lang="en-US" altLang="ko-KR" sz="1000"/>
              <a:t>L20-27H 1</a:t>
            </a:r>
            <a:r>
              <a:rPr lang="ko-KR" altLang="en-US" sz="1000"/>
              <a:t>대
</a:t>
            </a:r>
            <a:r>
              <a:rPr lang="en-US" altLang="ko-KR" sz="1000"/>
              <a:t>103</a:t>
            </a:r>
            <a:r>
              <a:rPr lang="ko-KR" altLang="en-US" sz="1000"/>
              <a:t>동 </a:t>
            </a:r>
            <a:r>
              <a:rPr lang="en-US" altLang="ko-KR" sz="1000"/>
              <a:t>301</a:t>
            </a:r>
            <a:r>
              <a:rPr lang="ko-KR" altLang="en-US" sz="1000"/>
              <a:t>호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</a:t>
            </a:r>
            <a:r>
              <a:rPr lang="en-US" altLang="ko-KR" sz="1000"/>
              <a:t>L20-33H 1</a:t>
            </a:r>
            <a:r>
              <a:rPr lang="ko-KR" altLang="en-US" sz="1000"/>
              <a:t>대
액세서리 부품</a:t>
            </a:r>
            <a:r>
              <a:rPr lang="en-US" altLang="ko-KR" sz="1000"/>
              <a:t>: </a:t>
            </a:r>
            <a:r>
              <a:rPr lang="ko-KR" altLang="en-US" sz="1000"/>
              <a:t>온도조절기</a:t>
            </a:r>
            <a:r>
              <a:rPr lang="en-US" altLang="ko-KR" sz="1000"/>
              <a:t>(</a:t>
            </a:r>
            <a:r>
              <a:rPr lang="ko-KR" altLang="en-US" sz="1000"/>
              <a:t>각 </a:t>
            </a:r>
            <a:r>
              <a:rPr lang="en-US" altLang="ko-KR" sz="1000"/>
              <a:t>1</a:t>
            </a:r>
            <a:r>
              <a:rPr lang="ko-KR" altLang="en-US" sz="1000"/>
              <a:t>대</a:t>
            </a:r>
            <a:r>
              <a:rPr lang="en-US" altLang="ko-KR" sz="1000"/>
              <a:t>)
</a:t>
            </a:r>
            <a:r>
              <a:rPr lang="ko-KR" altLang="en-US" sz="1000"/>
              <a:t>납품 완료후 보일러 주변 배관 누수 점검 작업
납품 완료후 허가 관련 사항 일체 완료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2025-03-23T22:22:31Z</dcterms:modified>
</cp:coreProperties>
</file>