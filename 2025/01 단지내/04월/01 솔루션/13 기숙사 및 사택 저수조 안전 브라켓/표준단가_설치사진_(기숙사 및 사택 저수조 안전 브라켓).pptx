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33" d="100"/>
          <a:sy n="33" d="100"/>
        </p:scale>
        <p:origin x="3540" y="15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92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69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9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71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29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895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48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49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02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27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94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B0E3C-AB5B-4A1D-87D7-C013D3EDD203}" type="datetimeFigureOut">
              <a:rPr lang="ko-KR" altLang="en-US" smtClean="0"/>
              <a:t>2025-03-28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CD456-F352-4295-ACDA-0CDAC6A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51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948ABB-B5C7-F822-954B-C9127FDF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8" r="14619" b="1"/>
          <a:stretch/>
        </p:blipFill>
        <p:spPr>
          <a:xfrm>
            <a:off x="4568064" y="10"/>
            <a:ext cx="5337937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A01136F-5BCE-7D00-35D0-E887176D6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51" r="-2" b="1215"/>
          <a:stretch/>
        </p:blipFill>
        <p:spPr>
          <a:xfrm>
            <a:off x="3397883" y="3887894"/>
            <a:ext cx="6508118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02BD0D5-1681-5815-50B4-1A039EA1E2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08" r="36390"/>
          <a:stretch/>
        </p:blipFill>
        <p:spPr>
          <a:xfrm>
            <a:off x="20" y="10"/>
            <a:ext cx="6096257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92E5E44-E495-31E8-362F-4723571D48BA}"/>
              </a:ext>
            </a:extLst>
          </p:cNvPr>
          <p:cNvSpPr/>
          <p:nvPr/>
        </p:nvSpPr>
        <p:spPr>
          <a:xfrm>
            <a:off x="-104997" y="-67377"/>
            <a:ext cx="2021707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AB </a:t>
            </a:r>
            <a:r>
              <a:rPr lang="ko-KR" altLang="en-US" sz="5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endParaRPr lang="en-US" altLang="ko-KR" sz="5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8967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79A7E7-3DF4-64AC-EE79-B40C780B2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0" r="31306" b="-2"/>
          <a:stretch/>
        </p:blipFill>
        <p:spPr>
          <a:xfrm>
            <a:off x="4568064" y="10"/>
            <a:ext cx="5337937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DF3648-E0CE-A1E2-BF1F-C531FC22B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" b="2"/>
          <a:stretch/>
        </p:blipFill>
        <p:spPr>
          <a:xfrm>
            <a:off x="3397883" y="3887894"/>
            <a:ext cx="6508118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FA0DBBB-A695-6E4D-3B03-5E254CB53D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32" r="34166"/>
          <a:stretch/>
        </p:blipFill>
        <p:spPr>
          <a:xfrm>
            <a:off x="20" y="10"/>
            <a:ext cx="6096257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2C82016-C29A-8280-1198-90DD090B1303}"/>
              </a:ext>
            </a:extLst>
          </p:cNvPr>
          <p:cNvSpPr/>
          <p:nvPr/>
        </p:nvSpPr>
        <p:spPr>
          <a:xfrm>
            <a:off x="-104998" y="-67377"/>
            <a:ext cx="1418978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3 </a:t>
            </a:r>
            <a:r>
              <a:rPr lang="ko-KR" altLang="en-US" sz="5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endParaRPr lang="en-US" altLang="ko-KR" sz="5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879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6FCDA1-28D5-035A-354F-EDB017E0DA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28" r="3228" b="-2"/>
          <a:stretch/>
        </p:blipFill>
        <p:spPr>
          <a:xfrm>
            <a:off x="4568064" y="10"/>
            <a:ext cx="5337937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52B0B7-1C64-0652-7C78-4DEABAB42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695" t="33676" r="3696" b="32096"/>
          <a:stretch/>
        </p:blipFill>
        <p:spPr>
          <a:xfrm>
            <a:off x="3397883" y="3887894"/>
            <a:ext cx="6508118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DC73B8-710F-7BE8-3F03-9175569AF3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87" r="1" b="9743"/>
          <a:stretch/>
        </p:blipFill>
        <p:spPr>
          <a:xfrm>
            <a:off x="20" y="10"/>
            <a:ext cx="6096257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1287E72-D5ED-BEF3-1F71-790DCEFCE541}"/>
              </a:ext>
            </a:extLst>
          </p:cNvPr>
          <p:cNvSpPr/>
          <p:nvPr/>
        </p:nvSpPr>
        <p:spPr>
          <a:xfrm>
            <a:off x="-1" y="0"/>
            <a:ext cx="2207657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102</a:t>
            </a:r>
            <a:r>
              <a:rPr lang="en-US" altLang="ko-KR" sz="5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5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동</a:t>
            </a:r>
            <a:endParaRPr lang="en-US" altLang="ko-KR" sz="5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955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6</Words>
  <Application>Microsoft Office PowerPoint</Application>
  <PresentationFormat>A4 용지(210x297mm)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HY견고딕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4</cp:revision>
  <dcterms:created xsi:type="dcterms:W3CDTF">2025-03-28T01:42:31Z</dcterms:created>
  <dcterms:modified xsi:type="dcterms:W3CDTF">2025-03-28T01:58:09Z</dcterms:modified>
</cp:coreProperties>
</file>