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73605" y="1337616"/>
            <a:ext cx="4310790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저수조 안전 브라켓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저수조 안전 브라켓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 저수조</a:t>
            </a:r>
            <a:r>
              <a:rPr lang="en-US" altLang="ko-KR" sz="1000" dirty="0"/>
              <a:t>: </a:t>
            </a:r>
            <a:r>
              <a:rPr lang="ko-KR" altLang="en-US" sz="1000" dirty="0"/>
              <a:t>지하 기계실 시수용
</a:t>
            </a:r>
            <a:r>
              <a:rPr lang="en-US" altLang="ko-KR" sz="1000" dirty="0"/>
              <a:t>AB</a:t>
            </a:r>
            <a:r>
              <a:rPr lang="ko-KR" altLang="en-US" sz="1000" dirty="0"/>
              <a:t>동</a:t>
            </a:r>
            <a:r>
              <a:rPr lang="en-US" altLang="ko-KR" sz="1000" dirty="0"/>
              <a:t>_3</a:t>
            </a:r>
            <a:r>
              <a:rPr lang="ko-KR" altLang="en-US" sz="1000" dirty="0"/>
              <a:t>동</a:t>
            </a:r>
            <a:r>
              <a:rPr lang="en-US" altLang="ko-KR" sz="1000" dirty="0"/>
              <a:t>_102</a:t>
            </a:r>
            <a:r>
              <a:rPr lang="ko-KR" altLang="en-US" sz="1000" dirty="0"/>
              <a:t>동</a:t>
            </a:r>
            <a:r>
              <a:rPr lang="en-US" altLang="ko-KR" sz="1000" dirty="0"/>
              <a:t>: </a:t>
            </a:r>
            <a:r>
              <a:rPr lang="ko-KR" altLang="en-US" sz="1000" dirty="0"/>
              <a:t>상부 </a:t>
            </a:r>
            <a:r>
              <a:rPr lang="ko-KR" altLang="en-US" sz="1000" dirty="0" err="1"/>
              <a:t>점검구</a:t>
            </a:r>
            <a:r>
              <a:rPr lang="ko-KR" altLang="en-US" sz="1000" dirty="0"/>
              <a:t> 각 </a:t>
            </a:r>
            <a:r>
              <a:rPr lang="en-US" altLang="ko-KR" sz="1000" dirty="0"/>
              <a:t>2</a:t>
            </a:r>
            <a:r>
              <a:rPr lang="ko-KR" altLang="en-US" sz="1000" dirty="0"/>
              <a:t>개소
저수조 상부 </a:t>
            </a:r>
            <a:r>
              <a:rPr lang="ko-KR" altLang="en-US" sz="1000" dirty="0" err="1"/>
              <a:t>점검구</a:t>
            </a:r>
            <a:r>
              <a:rPr lang="ko-KR" altLang="en-US" sz="1000" dirty="0"/>
              <a:t> 개방 부분 위치 </a:t>
            </a:r>
            <a:r>
              <a:rPr lang="en-US" altLang="ko-KR" sz="1000" dirty="0"/>
              <a:t>: PL: 300</a:t>
            </a:r>
            <a:r>
              <a:rPr lang="ko-KR" altLang="en-US" sz="1000" dirty="0" err="1"/>
              <a:t>ㅁ</a:t>
            </a:r>
            <a:r>
              <a:rPr lang="en-US" altLang="ko-KR" sz="1000" dirty="0"/>
              <a:t>x </a:t>
            </a:r>
            <a:r>
              <a:rPr lang="en-US" altLang="ko-KR" sz="1000" dirty="0" err="1"/>
              <a:t>10t</a:t>
            </a:r>
            <a:r>
              <a:rPr lang="en-US" altLang="ko-KR" sz="1000" dirty="0"/>
              <a:t>
</a:t>
            </a:r>
            <a:r>
              <a:rPr lang="ko-KR" altLang="en-US" sz="1000" dirty="0"/>
              <a:t>천장 슬라브 홀 </a:t>
            </a:r>
            <a:r>
              <a:rPr lang="ko-KR" altLang="en-US" sz="1000" dirty="0" err="1"/>
              <a:t>타공</a:t>
            </a:r>
            <a:r>
              <a:rPr lang="ko-KR" altLang="en-US" sz="1000" dirty="0"/>
              <a:t> </a:t>
            </a:r>
            <a:r>
              <a:rPr lang="en-US" altLang="ko-KR" sz="1000" dirty="0"/>
              <a:t>4</a:t>
            </a:r>
            <a:r>
              <a:rPr lang="ko-KR" altLang="en-US" sz="1000" dirty="0"/>
              <a:t>개소
천장 슬라브 </a:t>
            </a:r>
            <a:r>
              <a:rPr lang="ko-KR" altLang="en-US" sz="1000" dirty="0" err="1"/>
              <a:t>홀타공시</a:t>
            </a:r>
            <a:r>
              <a:rPr lang="ko-KR" altLang="en-US" sz="1000" dirty="0"/>
              <a:t> 주변 배관 및 전선 케이블 훼손 주의
</a:t>
            </a:r>
            <a:r>
              <a:rPr lang="en-US" altLang="ko-KR" sz="1000" dirty="0"/>
              <a:t>AB</a:t>
            </a:r>
            <a:r>
              <a:rPr lang="ko-KR" altLang="en-US" sz="1000" dirty="0"/>
              <a:t>동 천장 슬라브 천장 단열재 부분 </a:t>
            </a:r>
            <a:r>
              <a:rPr lang="ko-KR" altLang="en-US" sz="1000" dirty="0" err="1"/>
              <a:t>철거후</a:t>
            </a:r>
            <a:r>
              <a:rPr lang="ko-KR" altLang="en-US" sz="1000" dirty="0"/>
              <a:t> 작업
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주변 정리 정돈 및 폐기물 반출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2025-03-24T07:51:06Z</dcterms:modified>
</cp:coreProperties>
</file>