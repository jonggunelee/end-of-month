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102-406 </a:t>
            </a:r>
            <a:r>
              <a:rPr lang="ko-KR" altLang="en-US" b="1">
                <a:latin typeface="+mn-ea"/>
              </a:rPr>
              <a:t>세대내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102-406 </a:t>
            </a:r>
            <a:r>
              <a:rPr lang="ko-KR" altLang="en-US" sz="1000">
                <a:latin typeface="+mn-ea"/>
              </a:rPr>
              <a:t>세대내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귀뚜라미 보일러 모델 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
액세서리 부품</a:t>
            </a:r>
            <a:r>
              <a:rPr lang="en-US" altLang="ko-KR" sz="1000"/>
              <a:t>: </a:t>
            </a:r>
            <a:r>
              <a:rPr lang="ko-KR" altLang="en-US" sz="1000"/>
              <a:t>각방제어콘트롤
액세서리 부품</a:t>
            </a:r>
            <a:r>
              <a:rPr lang="en-US" altLang="ko-KR" sz="1000"/>
              <a:t>: </a:t>
            </a:r>
            <a:r>
              <a:rPr lang="ko-KR" altLang="en-US" sz="1000"/>
              <a:t>가스누설경보기</a:t>
            </a:r>
            <a:r>
              <a:rPr lang="en-US" altLang="ko-KR" sz="1000"/>
              <a:t>(</a:t>
            </a:r>
            <a:r>
              <a:rPr lang="ko-KR" altLang="en-US" sz="1000"/>
              <a:t>무상</a:t>
            </a:r>
            <a:r>
              <a:rPr lang="en-US" altLang="ko-KR" sz="1000"/>
              <a:t>)
</a:t>
            </a:r>
            <a:r>
              <a:rPr lang="ko-KR" altLang="en-US" sz="1000"/>
              <a:t>사택 관리소 와 협의된 납품 일정 준수
사택 관리소 셋업 관리 및 입주민 일정 관리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2025-10-01T22:52:16Z</dcterms:modified>
</cp:coreProperties>
</file>