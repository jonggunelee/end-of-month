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B</a:t>
            </a:r>
            <a:r>
              <a:rPr lang="ko-KR" altLang="en-US" b="1">
                <a:latin typeface="+mn-ea"/>
              </a:rPr>
              <a:t>동 롤방충망 </a:t>
            </a:r>
            <a:r>
              <a:rPr lang="en-US" altLang="ko-KR" b="1">
                <a:latin typeface="+mn-ea"/>
              </a:rPr>
              <a:t>44</a:t>
            </a:r>
            <a:r>
              <a:rPr lang="ko-KR" altLang="en-US" b="1">
                <a:latin typeface="+mn-ea"/>
              </a:rPr>
              <a:t>개 교체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주방 및 복도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B</a:t>
            </a:r>
            <a:r>
              <a:rPr lang="ko-KR" altLang="en-US" sz="1000">
                <a:latin typeface="+mn-ea"/>
              </a:rPr>
              <a:t>동 롤방충망 </a:t>
            </a:r>
            <a:r>
              <a:rPr lang="en-US" altLang="ko-KR" sz="1000">
                <a:latin typeface="+mn-ea"/>
              </a:rPr>
              <a:t>44</a:t>
            </a:r>
            <a:r>
              <a:rPr lang="ko-KR" altLang="en-US" sz="1000">
                <a:latin typeface="+mn-ea"/>
              </a:rPr>
              <a:t>개 교체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주방 및 복도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B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65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각층별 방충망 실측후 및 기존 색상을 통일
①  </a:t>
            </a:r>
            <a:r>
              <a:rPr lang="en-US" altLang="ko-KR" sz="1000"/>
              <a:t>B</a:t>
            </a:r>
            <a:r>
              <a:rPr lang="ko-KR" altLang="en-US" sz="1000"/>
              <a:t>동 주방 </a:t>
            </a:r>
            <a:r>
              <a:rPr lang="en-US" altLang="ko-KR" sz="1000"/>
              <a:t>: 24</a:t>
            </a:r>
            <a:r>
              <a:rPr lang="ko-KR" altLang="en-US" sz="1000"/>
              <a:t>개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813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2025-10-01T06:28:30Z</dcterms:modified>
</cp:coreProperties>
</file>