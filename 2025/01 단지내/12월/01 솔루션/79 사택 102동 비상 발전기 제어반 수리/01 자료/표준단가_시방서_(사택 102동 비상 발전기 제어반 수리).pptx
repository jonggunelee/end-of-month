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</a:t>
            </a:r>
            <a:r>
              <a:rPr lang="ko-KR" altLang="en-US" b="1">
                <a:latin typeface="+mn-ea"/>
              </a:rPr>
              <a:t>동 비상 발전기 제어반 수리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 비상 발전기 제어반 수리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전원 차단후 기존 부속품 철거
비상전원반</a:t>
            </a:r>
            <a:r>
              <a:rPr lang="en-US" altLang="ko-KR" sz="1000"/>
              <a:t>: 1</a:t>
            </a:r>
            <a:r>
              <a:rPr lang="ko-KR" altLang="en-US" sz="1000"/>
              <a:t>개 교체
축전지</a:t>
            </a:r>
            <a:r>
              <a:rPr lang="en-US" altLang="ko-KR" sz="1000"/>
              <a:t>(VRLA-AGM): 2</a:t>
            </a:r>
            <a:r>
              <a:rPr lang="ko-KR" altLang="en-US" sz="1000"/>
              <a:t>개 교체
정상 작동 점검 작업
주변 정리정돈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815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2025-11-29T06:34:51Z</dcterms:modified>
</cp:coreProperties>
</file>