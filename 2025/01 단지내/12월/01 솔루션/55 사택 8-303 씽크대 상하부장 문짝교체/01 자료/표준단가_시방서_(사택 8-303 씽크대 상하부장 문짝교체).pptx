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8-303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8-303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씽크대 하부장 가스렌지대 옆판</a:t>
            </a:r>
            <a:r>
              <a:rPr lang="en-US" altLang="ko-KR" sz="1000"/>
              <a:t>(2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교체 작업
주방 씽크대</a:t>
            </a:r>
            <a:r>
              <a:rPr lang="en-US" altLang="ko-KR" sz="1000"/>
              <a:t>(</a:t>
            </a:r>
            <a:r>
              <a:rPr lang="ko-KR" altLang="en-US" sz="1000"/>
              <a:t>상부방</a:t>
            </a:r>
            <a:r>
              <a:rPr lang="en-US" altLang="ko-KR" sz="1000"/>
              <a:t>_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 </a:t>
            </a:r>
            <a:r>
              <a:rPr lang="ko-KR" altLang="en-US" sz="1000"/>
              <a:t>교체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문짝 철거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서랍장 철거
주방 씽크대 기존 몰딩 철거 작업
주방 씽크대 신규 문짝 및 서랍장 설치 작업
주방 씽크대 실리콘 설치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2025-11-03T00:23:48Z</dcterms:modified>
</cp:coreProperties>
</file>