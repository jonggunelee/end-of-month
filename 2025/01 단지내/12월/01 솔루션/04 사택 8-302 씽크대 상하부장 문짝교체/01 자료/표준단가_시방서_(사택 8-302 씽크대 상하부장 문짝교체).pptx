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9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8-302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8-302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5055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입주세대에 따른 세대내 비닐보양 작업
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2025-09-18T06:30:36Z</dcterms:modified>
</cp:coreProperties>
</file>