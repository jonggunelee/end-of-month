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501-6</a:t>
            </a:r>
            <a:r>
              <a:rPr lang="ko-KR" altLang="en-US" b="1">
                <a:latin typeface="+mn-ea"/>
              </a:rPr>
              <a:t>호외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세대 도배보수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501-6</a:t>
            </a:r>
            <a:r>
              <a:rPr lang="ko-KR" altLang="en-US" sz="1000">
                <a:latin typeface="+mn-ea"/>
              </a:rPr>
              <a:t>호외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세대 도배보수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세대</a:t>
            </a:r>
            <a:r>
              <a:rPr lang="en-US" altLang="ko-KR" sz="1000"/>
              <a:t>: 
A</a:t>
            </a:r>
            <a:r>
              <a:rPr lang="ko-KR" altLang="en-US" sz="1000"/>
              <a:t>동</a:t>
            </a:r>
            <a:r>
              <a:rPr lang="en-US" altLang="ko-KR" sz="1000"/>
              <a:t>(501-6</a:t>
            </a:r>
            <a:r>
              <a:rPr lang="ko-KR" altLang="en-US" sz="1000"/>
              <a:t>호</a:t>
            </a:r>
            <a:r>
              <a:rPr lang="en-US" altLang="ko-KR" sz="1000"/>
              <a:t>/1001-4</a:t>
            </a:r>
            <a:r>
              <a:rPr lang="ko-KR" altLang="en-US" sz="1000"/>
              <a:t>호</a:t>
            </a:r>
            <a:r>
              <a:rPr lang="en-US" altLang="ko-KR" sz="1000"/>
              <a:t>)
B</a:t>
            </a:r>
            <a:r>
              <a:rPr lang="ko-KR" altLang="en-US" sz="1000"/>
              <a:t>동</a:t>
            </a:r>
            <a:r>
              <a:rPr lang="en-US" altLang="ko-KR" sz="1000"/>
              <a:t>(703-6</a:t>
            </a:r>
            <a:r>
              <a:rPr lang="ko-KR" altLang="en-US" sz="1000"/>
              <a:t>호</a:t>
            </a:r>
            <a:r>
              <a:rPr lang="en-US" altLang="ko-KR" sz="1000"/>
              <a:t>)
</a:t>
            </a:r>
            <a:r>
              <a:rPr lang="ko-KR" altLang="en-US" sz="1000"/>
              <a:t>기존 벽체</a:t>
            </a:r>
            <a:r>
              <a:rPr lang="en-US" altLang="ko-KR" sz="1000"/>
              <a:t>(</a:t>
            </a:r>
            <a:r>
              <a:rPr lang="ko-KR" altLang="en-US" sz="1000"/>
              <a:t>얼룩짐</a:t>
            </a:r>
            <a:r>
              <a:rPr lang="en-US" altLang="ko-KR" sz="1000"/>
              <a:t>) </a:t>
            </a:r>
            <a:r>
              <a:rPr lang="ko-KR" altLang="en-US" sz="1000"/>
              <a:t>도배 철거 작업
벽체</a:t>
            </a:r>
            <a:r>
              <a:rPr lang="en-US" altLang="ko-KR" sz="1000"/>
              <a:t>(</a:t>
            </a:r>
            <a:r>
              <a:rPr lang="ko-KR" altLang="en-US" sz="1000"/>
              <a:t>얼룩짐</a:t>
            </a:r>
            <a:r>
              <a:rPr lang="en-US" altLang="ko-KR" sz="1000"/>
              <a:t>) </a:t>
            </a:r>
            <a:r>
              <a:rPr lang="ko-KR" altLang="en-US" sz="1000"/>
              <a:t>도배 신규 작업
폐기물 반출 및 처리 작업
주변 정리정돈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2025-11-03T00:23:45Z</dcterms:modified>
</cp:coreProperties>
</file>