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>
        <p:scale>
          <a:sx n="66" d="100"/>
          <a:sy n="66" d="100"/>
        </p:scale>
        <p:origin x="1002" y="47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2025-12-08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2025-12-08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2025-12-08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2025-12-08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사택 </a:t>
            </a:r>
            <a:r>
              <a:rPr lang="en-US" altLang="ko-KR" b="1" dirty="0">
                <a:latin typeface="+mn-ea"/>
              </a:rPr>
              <a:t>1</a:t>
            </a:r>
            <a:r>
              <a:rPr lang="ko-KR" altLang="en-US" b="1" dirty="0">
                <a:latin typeface="+mn-ea"/>
              </a:rPr>
              <a:t>동 자전거 보관소 비닐 커튼 설치 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사택 </a:t>
            </a:r>
            <a:r>
              <a:rPr lang="en-US" altLang="ko-KR" sz="1000" dirty="0">
                <a:latin typeface="+mn-ea"/>
              </a:rPr>
              <a:t>1</a:t>
            </a:r>
            <a:r>
              <a:rPr lang="ko-KR" altLang="en-US" sz="1000" dirty="0">
                <a:latin typeface="+mn-ea"/>
              </a:rPr>
              <a:t>동 자전거 보관소 비닐 커튼 설치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 dirty="0">
                <a:latin typeface="+mn-ea"/>
              </a:rPr>
              <a:t>기술연구원 사택 </a:t>
            </a:r>
            <a:r>
              <a:rPr lang="en-US" altLang="ko-KR" sz="1000" dirty="0">
                <a:latin typeface="+mn-ea"/>
              </a:rPr>
              <a:t>1</a:t>
            </a:r>
            <a:r>
              <a:rPr lang="ko-KR" altLang="en-US" sz="1000" dirty="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- </a:t>
            </a:r>
            <a:r>
              <a:rPr lang="ko-KR" altLang="en-US" sz="1000" dirty="0"/>
              <a:t>구조물 처짐 기둥 기초 보강을 위함 </a:t>
            </a:r>
            <a:r>
              <a:rPr lang="ko-KR" altLang="en-US" sz="1000" dirty="0" err="1"/>
              <a:t>터파기</a:t>
            </a:r>
            <a:r>
              <a:rPr lang="ko-KR" altLang="en-US" sz="1000" dirty="0"/>
              <a:t>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- </a:t>
            </a:r>
            <a:r>
              <a:rPr lang="ko-KR" altLang="en-US" sz="1000" dirty="0"/>
              <a:t>구조물 처짐 기둥 기초 하부 콘크리트 부분 타설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- </a:t>
            </a:r>
            <a:r>
              <a:rPr lang="ko-KR" altLang="en-US" sz="1000" dirty="0"/>
              <a:t>구조물 처짐 기둥 기초 수직</a:t>
            </a:r>
            <a:r>
              <a:rPr lang="en-US" altLang="ko-KR" sz="1000" dirty="0"/>
              <a:t>,</a:t>
            </a:r>
            <a:r>
              <a:rPr lang="ko-KR" altLang="en-US" sz="1000" dirty="0"/>
              <a:t>수평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- </a:t>
            </a:r>
            <a:r>
              <a:rPr lang="ko-KR" altLang="en-US" sz="1000" dirty="0"/>
              <a:t>구조물 상부 청소 및 </a:t>
            </a:r>
            <a:r>
              <a:rPr lang="ko-KR" altLang="en-US" sz="1000" dirty="0" err="1"/>
              <a:t>오염물</a:t>
            </a:r>
            <a:r>
              <a:rPr lang="ko-KR" altLang="en-US" sz="1000" dirty="0"/>
              <a:t> 제거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- PVC </a:t>
            </a:r>
            <a:r>
              <a:rPr lang="ko-KR" altLang="en-US" sz="1000" dirty="0"/>
              <a:t>연질 비닐 커튼 고정 </a:t>
            </a:r>
            <a:r>
              <a:rPr lang="ko-KR" altLang="en-US" sz="1000" dirty="0" err="1"/>
              <a:t>락</a:t>
            </a:r>
            <a:r>
              <a:rPr lang="ko-KR" altLang="en-US" sz="1000" dirty="0"/>
              <a:t> 설치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- PVC </a:t>
            </a:r>
            <a:r>
              <a:rPr lang="ko-KR" altLang="en-US" sz="1000" dirty="0"/>
              <a:t>연질 비닐 커튼 부분 제작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- PVC </a:t>
            </a:r>
            <a:r>
              <a:rPr lang="ko-KR" altLang="en-US" sz="1000" dirty="0"/>
              <a:t>연질 비닐 커튼 설치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D3D1188-2F14-9064-32C9-493610134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14" y="1907704"/>
            <a:ext cx="5695950" cy="379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3CB2841-0720-9F1B-ED02-5E6617BC4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65" y="5121865"/>
            <a:ext cx="5695950" cy="379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1203</TotalTime>
  <Words>850</Words>
  <Application>Microsoft Office PowerPoint</Application>
  <PresentationFormat>화면 슬라이드 쇼(4:3)</PresentationFormat>
  <Paragraphs>85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2025-12-08T06:43:25Z</dcterms:modified>
</cp:coreProperties>
</file>