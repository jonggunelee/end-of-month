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"/>
  </p:notesMasterIdLst>
  <p:sldIdLst>
    <p:sldId id="1403" r:id="rId2"/>
    <p:sldId id="1416" r:id="rId3"/>
  </p:sldIdLst>
  <p:sldSz cx="9906000" cy="6858000" type="A4"/>
  <p:notesSz cx="6797675" cy="9874250"/>
  <p:defaultTextStyle>
    <a:defPPr>
      <a:defRPr lang="ko-KR"/>
    </a:defPPr>
    <a:lvl1pPr algn="l" defTabSz="956318" rtl="0" fontAlgn="base">
      <a:spcBef>
        <a:spcPct val="0"/>
      </a:spcBef>
      <a:spcAft>
        <a:spcPct val="0"/>
      </a:spcAft>
      <a:defRPr kumimoji="1" sz="1928" kern="1200">
        <a:solidFill>
          <a:schemeClr val="tx1"/>
        </a:solidFill>
        <a:latin typeface="굴림" pitchFamily="50" charset="-127"/>
        <a:ea typeface="굴림" pitchFamily="50" charset="-127"/>
        <a:cs typeface="Arial" pitchFamily="34" charset="0"/>
      </a:defRPr>
    </a:lvl1pPr>
    <a:lvl2pPr marL="478159" indent="-58312" algn="l" defTabSz="956318" rtl="0" fontAlgn="base">
      <a:spcBef>
        <a:spcPct val="0"/>
      </a:spcBef>
      <a:spcAft>
        <a:spcPct val="0"/>
      </a:spcAft>
      <a:defRPr kumimoji="1" sz="1928" kern="1200">
        <a:solidFill>
          <a:schemeClr val="tx1"/>
        </a:solidFill>
        <a:latin typeface="굴림" pitchFamily="50" charset="-127"/>
        <a:ea typeface="굴림" pitchFamily="50" charset="-127"/>
        <a:cs typeface="Arial" pitchFamily="34" charset="0"/>
      </a:defRPr>
    </a:lvl2pPr>
    <a:lvl3pPr marL="956318" indent="-116624" algn="l" defTabSz="956318" rtl="0" fontAlgn="base">
      <a:spcBef>
        <a:spcPct val="0"/>
      </a:spcBef>
      <a:spcAft>
        <a:spcPct val="0"/>
      </a:spcAft>
      <a:defRPr kumimoji="1" sz="1928" kern="1200">
        <a:solidFill>
          <a:schemeClr val="tx1"/>
        </a:solidFill>
        <a:latin typeface="굴림" pitchFamily="50" charset="-127"/>
        <a:ea typeface="굴림" pitchFamily="50" charset="-127"/>
        <a:cs typeface="Arial" pitchFamily="34" charset="0"/>
      </a:defRPr>
    </a:lvl3pPr>
    <a:lvl4pPr marL="1435935" indent="-176394" algn="l" defTabSz="956318" rtl="0" fontAlgn="base">
      <a:spcBef>
        <a:spcPct val="0"/>
      </a:spcBef>
      <a:spcAft>
        <a:spcPct val="0"/>
      </a:spcAft>
      <a:defRPr kumimoji="1" sz="1928" kern="1200">
        <a:solidFill>
          <a:schemeClr val="tx1"/>
        </a:solidFill>
        <a:latin typeface="굴림" pitchFamily="50" charset="-127"/>
        <a:ea typeface="굴림" pitchFamily="50" charset="-127"/>
        <a:cs typeface="Arial" pitchFamily="34" charset="0"/>
      </a:defRPr>
    </a:lvl4pPr>
    <a:lvl5pPr marL="1914094" indent="-234706" algn="l" defTabSz="956318" rtl="0" fontAlgn="base">
      <a:spcBef>
        <a:spcPct val="0"/>
      </a:spcBef>
      <a:spcAft>
        <a:spcPct val="0"/>
      </a:spcAft>
      <a:defRPr kumimoji="1" sz="1928" kern="1200">
        <a:solidFill>
          <a:schemeClr val="tx1"/>
        </a:solidFill>
        <a:latin typeface="굴림" pitchFamily="50" charset="-127"/>
        <a:ea typeface="굴림" pitchFamily="50" charset="-127"/>
        <a:cs typeface="Arial" pitchFamily="34" charset="0"/>
      </a:defRPr>
    </a:lvl5pPr>
    <a:lvl6pPr marL="2099234" algn="l" defTabSz="839694" rtl="0" eaLnBrk="1" latinLnBrk="1" hangingPunct="1">
      <a:defRPr kumimoji="1" sz="1928" kern="1200">
        <a:solidFill>
          <a:schemeClr val="tx1"/>
        </a:solidFill>
        <a:latin typeface="굴림" pitchFamily="50" charset="-127"/>
        <a:ea typeface="굴림" pitchFamily="50" charset="-127"/>
        <a:cs typeface="Arial" pitchFamily="34" charset="0"/>
      </a:defRPr>
    </a:lvl6pPr>
    <a:lvl7pPr marL="2519081" algn="l" defTabSz="839694" rtl="0" eaLnBrk="1" latinLnBrk="1" hangingPunct="1">
      <a:defRPr kumimoji="1" sz="1928" kern="1200">
        <a:solidFill>
          <a:schemeClr val="tx1"/>
        </a:solidFill>
        <a:latin typeface="굴림" pitchFamily="50" charset="-127"/>
        <a:ea typeface="굴림" pitchFamily="50" charset="-127"/>
        <a:cs typeface="Arial" pitchFamily="34" charset="0"/>
      </a:defRPr>
    </a:lvl7pPr>
    <a:lvl8pPr marL="2938927" algn="l" defTabSz="839694" rtl="0" eaLnBrk="1" latinLnBrk="1" hangingPunct="1">
      <a:defRPr kumimoji="1" sz="1928" kern="1200">
        <a:solidFill>
          <a:schemeClr val="tx1"/>
        </a:solidFill>
        <a:latin typeface="굴림" pitchFamily="50" charset="-127"/>
        <a:ea typeface="굴림" pitchFamily="50" charset="-127"/>
        <a:cs typeface="Arial" pitchFamily="34" charset="0"/>
      </a:defRPr>
    </a:lvl8pPr>
    <a:lvl9pPr marL="3358774" algn="l" defTabSz="839694" rtl="0" eaLnBrk="1" latinLnBrk="1" hangingPunct="1">
      <a:defRPr kumimoji="1" sz="1928" kern="1200">
        <a:solidFill>
          <a:schemeClr val="tx1"/>
        </a:solidFill>
        <a:latin typeface="굴림" pitchFamily="50" charset="-127"/>
        <a:ea typeface="굴림" pitchFamily="50" charset="-127"/>
        <a:cs typeface="Arial" pitchFamily="34" charset="0"/>
      </a:defRPr>
    </a:lvl9pPr>
  </p:defaultTextStyle>
  <p:extLst>
    <p:ext uri="{521415D9-36F7-43E2-AB2F-B90AF26B5E84}">
      <p14:sectionLst xmlns:p14="http://schemas.microsoft.com/office/powerpoint/2010/main">
        <p14:section name="기본 구역" id="{D713B6DA-0C6F-4729-973A-2034A7AF97A5}">
          <p14:sldIdLst>
            <p14:sldId id="1403"/>
            <p14:sldId id="141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555" userDrawn="1">
          <p15:clr>
            <a:srgbClr val="A4A3A4"/>
          </p15:clr>
        </p15:guide>
        <p15:guide id="2" orient="horz" pos="3657" userDrawn="1">
          <p15:clr>
            <a:srgbClr val="A4A3A4"/>
          </p15:clr>
        </p15:guide>
        <p15:guide id="3" orient="horz" pos="4194" userDrawn="1">
          <p15:clr>
            <a:srgbClr val="A4A3A4"/>
          </p15:clr>
        </p15:guide>
        <p15:guide id="4" orient="horz" pos="799" userDrawn="1">
          <p15:clr>
            <a:srgbClr val="A4A3A4"/>
          </p15:clr>
        </p15:guide>
        <p15:guide id="5" orient="horz" pos="3362" userDrawn="1">
          <p15:clr>
            <a:srgbClr val="A4A3A4"/>
          </p15:clr>
        </p15:guide>
        <p15:guide id="6" orient="horz" pos="2500" userDrawn="1">
          <p15:clr>
            <a:srgbClr val="A4A3A4"/>
          </p15:clr>
        </p15:guide>
        <p15:guide id="7" orient="horz" pos="1344" userDrawn="1">
          <p15:clr>
            <a:srgbClr val="A4A3A4"/>
          </p15:clr>
        </p15:guide>
        <p15:guide id="8" orient="horz" pos="2727" userDrawn="1">
          <p15:clr>
            <a:srgbClr val="A4A3A4"/>
          </p15:clr>
        </p15:guide>
        <p15:guide id="9" pos="296" userDrawn="1">
          <p15:clr>
            <a:srgbClr val="A4A3A4"/>
          </p15:clr>
        </p15:guide>
        <p15:guide id="10" pos="767" userDrawn="1">
          <p15:clr>
            <a:srgbClr val="A4A3A4"/>
          </p15:clr>
        </p15:guide>
        <p15:guide id="11" pos="5982" userDrawn="1">
          <p15:clr>
            <a:srgbClr val="A4A3A4"/>
          </p15:clr>
        </p15:guide>
        <p15:guide id="12" pos="1844" userDrawn="1">
          <p15:clr>
            <a:srgbClr val="A4A3A4"/>
          </p15:clr>
        </p15:guide>
        <p15:guide id="13" pos="4640" userDrawn="1">
          <p15:clr>
            <a:srgbClr val="A4A3A4"/>
          </p15:clr>
        </p15:guide>
        <p15:guide id="14" pos="622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10" userDrawn="1">
          <p15:clr>
            <a:srgbClr val="A4A3A4"/>
          </p15:clr>
        </p15:guide>
        <p15:guide id="2" pos="2141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F3A61"/>
    <a:srgbClr val="114371"/>
    <a:srgbClr val="CF01C0"/>
    <a:srgbClr val="BABABA"/>
    <a:srgbClr val="13FFF9"/>
    <a:srgbClr val="F75811"/>
    <a:srgbClr val="ED87DA"/>
    <a:srgbClr val="EBE600"/>
    <a:srgbClr val="FFFF0D"/>
    <a:srgbClr val="F486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462" autoAdjust="0"/>
    <p:restoredTop sz="96136" autoAdjust="0"/>
  </p:normalViewPr>
  <p:slideViewPr>
    <p:cSldViewPr snapToGrid="0" snapToObjects="1">
      <p:cViewPr varScale="1">
        <p:scale>
          <a:sx n="110" d="100"/>
          <a:sy n="110" d="100"/>
        </p:scale>
        <p:origin x="3246" y="114"/>
      </p:cViewPr>
      <p:guideLst>
        <p:guide orient="horz" pos="555"/>
        <p:guide orient="horz" pos="3657"/>
        <p:guide orient="horz" pos="4194"/>
        <p:guide orient="horz" pos="799"/>
        <p:guide orient="horz" pos="3362"/>
        <p:guide orient="horz" pos="2500"/>
        <p:guide orient="horz" pos="1344"/>
        <p:guide orient="horz" pos="2727"/>
        <p:guide pos="296"/>
        <p:guide pos="767"/>
        <p:guide pos="5982"/>
        <p:guide pos="1844"/>
        <p:guide pos="4640"/>
        <p:guide pos="6227"/>
      </p:guideLst>
    </p:cSldViewPr>
  </p:slideViewPr>
  <p:notesTextViewPr>
    <p:cViewPr>
      <p:scale>
        <a:sx n="300" d="100"/>
        <a:sy n="3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78" d="100"/>
          <a:sy n="78" d="100"/>
        </p:scale>
        <p:origin x="3978" y="102"/>
      </p:cViewPr>
      <p:guideLst>
        <p:guide orient="horz" pos="3110"/>
        <p:guide pos="2141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46400" cy="4926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350" tIns="46175" rIns="92350" bIns="46175" numCol="1" anchor="t" anchorCtr="0" compatLnSpc="1">
            <a:prstTxWarp prst="textNoShape">
              <a:avLst/>
            </a:prstTxWarp>
          </a:bodyPr>
          <a:lstStyle>
            <a:lvl1pPr defTabSz="1052144" latinLnBrk="1">
              <a:defRPr kumimoji="0" sz="1100">
                <a:latin typeface="맑은 고딕" pitchFamily="50" charset="-127"/>
                <a:ea typeface="맑은 고딕" pitchFamily="50" charset="-127"/>
                <a:cs typeface="Arial" pitchFamily="34" charset="0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 bwMode="auto">
          <a:xfrm>
            <a:off x="3849690" y="0"/>
            <a:ext cx="2946400" cy="4926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350" tIns="46175" rIns="92350" bIns="46175" numCol="1" anchor="t" anchorCtr="0" compatLnSpc="1">
            <a:prstTxWarp prst="textNoShape">
              <a:avLst/>
            </a:prstTxWarp>
          </a:bodyPr>
          <a:lstStyle>
            <a:lvl1pPr algn="r" defTabSz="1052144" latinLnBrk="1">
              <a:defRPr kumimoji="0" sz="1100">
                <a:latin typeface="맑은 고딕" pitchFamily="50" charset="-127"/>
                <a:ea typeface="맑은 고딕" pitchFamily="50" charset="-127"/>
                <a:cs typeface="Arial" pitchFamily="34" charset="0"/>
              </a:defRPr>
            </a:lvl1pPr>
          </a:lstStyle>
          <a:p>
            <a:pPr>
              <a:defRPr/>
            </a:pPr>
            <a:fld id="{A434533D-FBF6-42AB-869A-3D50012EEACB}" type="datetimeFigureOut">
              <a:rPr lang="ko-KR" altLang="en-US"/>
              <a:pPr>
                <a:defRPr/>
              </a:pPr>
              <a:t>2025-12-11</a:t>
            </a:fld>
            <a:endParaRPr lang="en-US" altLang="ko-KR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725488" y="741363"/>
            <a:ext cx="5348287" cy="37036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471" tIns="48234" rIns="96471" bIns="48234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 bwMode="auto">
          <a:xfrm>
            <a:off x="681038" y="4691575"/>
            <a:ext cx="5435600" cy="44420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350" tIns="46175" rIns="92350" bIns="4617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 bwMode="auto">
          <a:xfrm>
            <a:off x="0" y="9379984"/>
            <a:ext cx="2946400" cy="4926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350" tIns="46175" rIns="92350" bIns="46175" numCol="1" anchor="b" anchorCtr="0" compatLnSpc="1">
            <a:prstTxWarp prst="textNoShape">
              <a:avLst/>
            </a:prstTxWarp>
          </a:bodyPr>
          <a:lstStyle>
            <a:lvl1pPr defTabSz="1052144" latinLnBrk="1">
              <a:defRPr kumimoji="0" sz="1100">
                <a:latin typeface="맑은 고딕" pitchFamily="50" charset="-127"/>
                <a:ea typeface="맑은 고딕" pitchFamily="50" charset="-127"/>
                <a:cs typeface="Arial" pitchFamily="34" charset="0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 bwMode="auto">
          <a:xfrm>
            <a:off x="3849690" y="9379984"/>
            <a:ext cx="2946400" cy="4926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350" tIns="46175" rIns="92350" bIns="46175" numCol="1" anchor="b" anchorCtr="0" compatLnSpc="1">
            <a:prstTxWarp prst="textNoShape">
              <a:avLst/>
            </a:prstTxWarp>
          </a:bodyPr>
          <a:lstStyle>
            <a:lvl1pPr algn="r" defTabSz="1052144" latinLnBrk="1">
              <a:defRPr kumimoji="0" sz="1100">
                <a:latin typeface="맑은 고딕" pitchFamily="50" charset="-127"/>
                <a:ea typeface="맑은 고딕" pitchFamily="50" charset="-127"/>
                <a:cs typeface="Arial" pitchFamily="34" charset="0"/>
              </a:defRPr>
            </a:lvl1pPr>
          </a:lstStyle>
          <a:p>
            <a:pPr>
              <a:defRPr/>
            </a:pPr>
            <a:fld id="{753579C5-6FBE-4C8D-8238-759CA6F6F62A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6078401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593326" rtl="0" eaLnBrk="0" fontAlgn="base" latinLnBrk="1" hangingPunct="0">
      <a:spcBef>
        <a:spcPct val="30000"/>
      </a:spcBef>
      <a:spcAft>
        <a:spcPct val="0"/>
      </a:spcAft>
      <a:defRPr sz="735" kern="1200">
        <a:solidFill>
          <a:schemeClr val="tx1"/>
        </a:solidFill>
        <a:latin typeface="+mn-lt"/>
        <a:ea typeface="+mn-ea"/>
        <a:cs typeface="+mn-cs"/>
      </a:defRPr>
    </a:lvl1pPr>
    <a:lvl2pPr marL="295934" algn="l" defTabSz="593326" rtl="0" eaLnBrk="0" fontAlgn="base" latinLnBrk="1" hangingPunct="0">
      <a:spcBef>
        <a:spcPct val="30000"/>
      </a:spcBef>
      <a:spcAft>
        <a:spcPct val="0"/>
      </a:spcAft>
      <a:defRPr sz="735" kern="1200">
        <a:solidFill>
          <a:schemeClr val="tx1"/>
        </a:solidFill>
        <a:latin typeface="+mn-lt"/>
        <a:ea typeface="+mn-ea"/>
        <a:cs typeface="+mn-cs"/>
      </a:defRPr>
    </a:lvl2pPr>
    <a:lvl3pPr marL="593326" algn="l" defTabSz="593326" rtl="0" eaLnBrk="0" fontAlgn="base" latinLnBrk="1" hangingPunct="0">
      <a:spcBef>
        <a:spcPct val="30000"/>
      </a:spcBef>
      <a:spcAft>
        <a:spcPct val="0"/>
      </a:spcAft>
      <a:defRPr sz="735" kern="1200">
        <a:solidFill>
          <a:schemeClr val="tx1"/>
        </a:solidFill>
        <a:latin typeface="+mn-lt"/>
        <a:ea typeface="+mn-ea"/>
        <a:cs typeface="+mn-cs"/>
      </a:defRPr>
    </a:lvl3pPr>
    <a:lvl4pPr marL="889259" algn="l" defTabSz="593326" rtl="0" eaLnBrk="0" fontAlgn="base" latinLnBrk="1" hangingPunct="0">
      <a:spcBef>
        <a:spcPct val="30000"/>
      </a:spcBef>
      <a:spcAft>
        <a:spcPct val="0"/>
      </a:spcAft>
      <a:defRPr sz="735" kern="1200">
        <a:solidFill>
          <a:schemeClr val="tx1"/>
        </a:solidFill>
        <a:latin typeface="+mn-lt"/>
        <a:ea typeface="+mn-ea"/>
        <a:cs typeface="+mn-cs"/>
      </a:defRPr>
    </a:lvl4pPr>
    <a:lvl5pPr marL="1186650" algn="l" defTabSz="593326" rtl="0" eaLnBrk="0" fontAlgn="base" latinLnBrk="1" hangingPunct="0">
      <a:spcBef>
        <a:spcPct val="30000"/>
      </a:spcBef>
      <a:spcAft>
        <a:spcPct val="0"/>
      </a:spcAft>
      <a:defRPr sz="735" kern="1200">
        <a:solidFill>
          <a:schemeClr val="tx1"/>
        </a:solidFill>
        <a:latin typeface="+mn-lt"/>
        <a:ea typeface="+mn-ea"/>
        <a:cs typeface="+mn-cs"/>
      </a:defRPr>
    </a:lvl5pPr>
    <a:lvl6pPr marL="1484369" algn="l" defTabSz="593747" rtl="0" eaLnBrk="1" latinLnBrk="1" hangingPunct="1">
      <a:defRPr sz="735" kern="1200">
        <a:solidFill>
          <a:schemeClr val="tx1"/>
        </a:solidFill>
        <a:latin typeface="+mn-lt"/>
        <a:ea typeface="+mn-ea"/>
        <a:cs typeface="+mn-cs"/>
      </a:defRPr>
    </a:lvl6pPr>
    <a:lvl7pPr marL="1781242" algn="l" defTabSz="593747" rtl="0" eaLnBrk="1" latinLnBrk="1" hangingPunct="1">
      <a:defRPr sz="735" kern="1200">
        <a:solidFill>
          <a:schemeClr val="tx1"/>
        </a:solidFill>
        <a:latin typeface="+mn-lt"/>
        <a:ea typeface="+mn-ea"/>
        <a:cs typeface="+mn-cs"/>
      </a:defRPr>
    </a:lvl7pPr>
    <a:lvl8pPr marL="2078116" algn="l" defTabSz="593747" rtl="0" eaLnBrk="1" latinLnBrk="1" hangingPunct="1">
      <a:defRPr sz="735" kern="1200">
        <a:solidFill>
          <a:schemeClr val="tx1"/>
        </a:solidFill>
        <a:latin typeface="+mn-lt"/>
        <a:ea typeface="+mn-ea"/>
        <a:cs typeface="+mn-cs"/>
      </a:defRPr>
    </a:lvl8pPr>
    <a:lvl9pPr marL="2374989" algn="l" defTabSz="593747" rtl="0" eaLnBrk="1" latinLnBrk="1" hangingPunct="1">
      <a:defRPr sz="735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4BAE90-A475-AC88-E234-EB99C6B077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Image Placeholder 1">
            <a:extLst>
              <a:ext uri="{FF2B5EF4-FFF2-40B4-BE49-F238E27FC236}">
                <a16:creationId xmlns:a16="http://schemas.microsoft.com/office/drawing/2014/main" id="{D7BC4EC6-797D-794B-020F-62C61D19B90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708025" y="746125"/>
            <a:ext cx="5373688" cy="37211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4515" name="Notes Placeholder 2">
            <a:extLst>
              <a:ext uri="{FF2B5EF4-FFF2-40B4-BE49-F238E27FC236}">
                <a16:creationId xmlns:a16="http://schemas.microsoft.com/office/drawing/2014/main" id="{668BB8B0-5715-74C9-95F2-3626AA9F99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ko-KR" altLang="en-US"/>
              <a:t>ㄴ</a:t>
            </a:r>
            <a:endParaRPr lang="en-US" altLang="ko-KR"/>
          </a:p>
        </p:txBody>
      </p:sp>
      <p:sp>
        <p:nvSpPr>
          <p:cNvPr id="64516" name="Slide Number Placeholder 3">
            <a:extLst>
              <a:ext uri="{FF2B5EF4-FFF2-40B4-BE49-F238E27FC236}">
                <a16:creationId xmlns:a16="http://schemas.microsoft.com/office/drawing/2014/main" id="{5B8C9AF9-29E9-3BB8-7483-C47451A668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054529" eaLnBrk="0" latinLnBrk="1" hangingPunct="0">
              <a:spcBef>
                <a:spcPct val="30000"/>
              </a:spcBef>
              <a:defRPr sz="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4373" indent="-286296" defTabSz="1054529" eaLnBrk="0" latinLnBrk="1" hangingPunct="0">
              <a:spcBef>
                <a:spcPct val="30000"/>
              </a:spcBef>
              <a:defRPr sz="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5189" indent="-229036" defTabSz="1054529" eaLnBrk="0" latinLnBrk="1" hangingPunct="0">
              <a:spcBef>
                <a:spcPct val="30000"/>
              </a:spcBef>
              <a:defRPr sz="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3265" indent="-229036" defTabSz="1054529" eaLnBrk="0" latinLnBrk="1" hangingPunct="0">
              <a:spcBef>
                <a:spcPct val="30000"/>
              </a:spcBef>
              <a:defRPr sz="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61342" indent="-229036" defTabSz="1054529" eaLnBrk="0" latinLnBrk="1" hangingPunct="0">
              <a:spcBef>
                <a:spcPct val="30000"/>
              </a:spcBef>
              <a:defRPr sz="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9416" indent="-229036" defTabSz="1054529" eaLnBrk="0" fontAlgn="base" hangingPunct="0">
              <a:spcBef>
                <a:spcPct val="3000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7489" indent="-229036" defTabSz="1054529" eaLnBrk="0" fontAlgn="base" hangingPunct="0">
              <a:spcBef>
                <a:spcPct val="3000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35566" indent="-229036" defTabSz="1054529" eaLnBrk="0" fontAlgn="base" hangingPunct="0">
              <a:spcBef>
                <a:spcPct val="3000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93644" indent="-229036" defTabSz="1054529" eaLnBrk="0" fontAlgn="base" hangingPunct="0">
              <a:spcBef>
                <a:spcPct val="3000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spcBef>
                <a:spcPct val="0"/>
              </a:spcBef>
            </a:pPr>
            <a:fld id="{8216D086-8F9B-474C-A7BF-9A7883A2FA8E}" type="slidenum">
              <a:rPr lang="ko-KR" altLang="en-US" sz="1100"/>
              <a:pPr eaLnBrk="1" hangingPunct="1">
                <a:spcBef>
                  <a:spcPct val="0"/>
                </a:spcBef>
              </a:pPr>
              <a:t>2</a:t>
            </a:fld>
            <a:endParaRPr lang="en-US" altLang="ko-KR" sz="1100"/>
          </a:p>
        </p:txBody>
      </p:sp>
    </p:spTree>
    <p:extLst>
      <p:ext uri="{BB962C8B-B14F-4D97-AF65-F5344CB8AC3E}">
        <p14:creationId xmlns:p14="http://schemas.microsoft.com/office/powerpoint/2010/main" val="35086132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bg>
      <p:bgPr>
        <a:solidFill>
          <a:schemeClr val="bg1"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FE0794-4AC3-4AE3-AACD-B1562E3270D1}" type="datetime1">
              <a:rPr lang="ko-KR" altLang="en-US" smtClean="0"/>
              <a:t>2025-12-11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42CF64-232B-451E-8B38-D55C648B8332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35840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4" descr="D:\2)브랜드\2014\★어플리케이션\장표\0321\엣서비스_PPT탬플릿_상단바-02.jpg">
            <a:extLst>
              <a:ext uri="{FF2B5EF4-FFF2-40B4-BE49-F238E27FC236}">
                <a16:creationId xmlns:a16="http://schemas.microsoft.com/office/drawing/2014/main" id="{B4BA8D8E-9278-43B5-ABA3-7DC158A508C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906000" cy="566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B2102C-4BA3-44BA-B44E-04B0B9ED4BB2}" type="datetime1">
              <a:rPr lang="ko-KR" altLang="en-US" smtClean="0"/>
              <a:t>2025-12-11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914296" y="6526017"/>
            <a:ext cx="1961183" cy="309034"/>
          </a:xfrm>
        </p:spPr>
        <p:txBody>
          <a:bodyPr/>
          <a:lstStyle>
            <a:lvl1pPr>
              <a:defRPr sz="726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/>
            </a:pPr>
            <a:fld id="{FB0909ED-030C-44F9-8B7F-10E516BCB60A}" type="slidenum">
              <a:rPr lang="ko-KR" altLang="en-US" smtClean="0"/>
              <a:pPr>
                <a:defRPr/>
              </a:pPr>
              <a:t>‹#›</a:t>
            </a:fld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5CC5EC30-1BBB-4388-A5F2-04F9418FC3B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8696" b="86957" l="8000" r="95200">
                        <a14:foregroundMark x1="8000" y1="28261" x2="8000" y2="28261"/>
                        <a14:foregroundMark x1="18400" y1="52174" x2="18400" y2="52174"/>
                        <a14:foregroundMark x1="18400" y1="73913" x2="18400" y2="73913"/>
                        <a14:foregroundMark x1="30400" y1="43478" x2="30400" y2="43478"/>
                        <a14:foregroundMark x1="31200" y1="47826" x2="31200" y2="47826"/>
                        <a14:foregroundMark x1="49600" y1="34783" x2="49600" y2="34783"/>
                        <a14:foregroundMark x1="59200" y1="56522" x2="59200" y2="56522"/>
                        <a14:foregroundMark x1="70400" y1="60870" x2="70400" y2="60870"/>
                        <a14:foregroundMark x1="81600" y1="60870" x2="81600" y2="60870"/>
                        <a14:foregroundMark x1="87200" y1="60870" x2="87200" y2="60870"/>
                        <a14:foregroundMark x1="95200" y1="78261" x2="95200" y2="78261"/>
                        <a14:foregroundMark x1="95200" y1="80435" x2="95200" y2="80435"/>
                        <a14:foregroundMark x1="95200" y1="80435" x2="95200" y2="80435"/>
                        <a14:foregroundMark x1="10400" y1="73913" x2="10400" y2="73913"/>
                        <a14:backgroundMark x1="33600" y1="28261" x2="33600" y2="28261"/>
                        <a14:backgroundMark x1="72000" y1="71739" x2="72000" y2="71739"/>
                        <a14:backgroundMark x1="88800" y1="69565" x2="88800" y2="69565"/>
                        <a14:backgroundMark x1="96800" y1="84783" x2="96800" y2="84783"/>
                        <a14:backgroundMark x1="96800" y1="78261" x2="96800" y2="78261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037190" y="164571"/>
            <a:ext cx="838289" cy="308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65590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슬라이드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 descr="D:\2)브랜드\2014\어플리케이션\장표\0321\엣서비스_PPT탬플릿_표지-07.jpg"/>
          <p:cNvPicPr>
            <a:picLocks noChangeAspect="1" noChangeArrowheads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1873188"/>
            <a:ext cx="9906000" cy="13405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그림 2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4488" y="980728"/>
            <a:ext cx="3113163" cy="964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57482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/>
          <p:cNvSpPr>
            <a:spLocks noGrp="1"/>
          </p:cNvSpPr>
          <p:nvPr>
            <p:ph type="title"/>
          </p:nvPr>
        </p:nvSpPr>
        <p:spPr bwMode="auto">
          <a:xfrm>
            <a:off x="495595" y="275012"/>
            <a:ext cx="8914812" cy="11432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4275" tIns="52139" rIns="104275" bIns="52139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495595" y="1599673"/>
            <a:ext cx="8914812" cy="45268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4275" tIns="52139" rIns="104275" bIns="5213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95595" y="6356933"/>
            <a:ext cx="2311792" cy="364281"/>
          </a:xfrm>
          <a:prstGeom prst="rect">
            <a:avLst/>
          </a:prstGeom>
        </p:spPr>
        <p:txBody>
          <a:bodyPr vert="horz" lIns="104275" tIns="52139" rIns="104275" bIns="52139" rtlCol="0" anchor="ctr"/>
          <a:lstStyle>
            <a:lvl1pPr algn="l" defTabSz="945783" fontAlgn="auto" latinLnBrk="1">
              <a:spcBef>
                <a:spcPts val="0"/>
              </a:spcBef>
              <a:spcAft>
                <a:spcPts val="0"/>
              </a:spcAft>
              <a:defRPr kumimoji="0" sz="1179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6F3050BE-2E01-4736-B8E3-5D8B0AC68056}" type="datetime1">
              <a:rPr lang="ko-KR" altLang="en-US" smtClean="0"/>
              <a:t>2025-12-11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383864" y="6356933"/>
            <a:ext cx="3138273" cy="364281"/>
          </a:xfrm>
          <a:prstGeom prst="rect">
            <a:avLst/>
          </a:prstGeom>
        </p:spPr>
        <p:txBody>
          <a:bodyPr vert="horz" lIns="104275" tIns="52139" rIns="104275" bIns="52139" rtlCol="0" anchor="ctr"/>
          <a:lstStyle>
            <a:lvl1pPr algn="ctr" defTabSz="945783" fontAlgn="auto" latinLnBrk="1">
              <a:spcBef>
                <a:spcPts val="0"/>
              </a:spcBef>
              <a:spcAft>
                <a:spcPts val="0"/>
              </a:spcAft>
              <a:defRPr kumimoji="0" sz="1179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098614" y="6356933"/>
            <a:ext cx="2311792" cy="364281"/>
          </a:xfrm>
          <a:prstGeom prst="rect">
            <a:avLst/>
          </a:prstGeom>
        </p:spPr>
        <p:txBody>
          <a:bodyPr vert="horz" lIns="104275" tIns="52139" rIns="104275" bIns="52139" rtlCol="0" anchor="ctr"/>
          <a:lstStyle>
            <a:lvl1pPr algn="r" defTabSz="945783" fontAlgn="auto" latinLnBrk="1">
              <a:spcBef>
                <a:spcPts val="0"/>
              </a:spcBef>
              <a:spcAft>
                <a:spcPts val="0"/>
              </a:spcAft>
              <a:defRPr kumimoji="0" sz="1179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6A4F7CA2-02AA-4BF9-9930-4E7DB372408F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95" r:id="rId2"/>
    <p:sldLayoutId id="2147483696" r:id="rId3"/>
  </p:sldLayoutIdLst>
  <p:hf hdr="0" ftr="0" dt="0"/>
  <p:txStyles>
    <p:titleStyle>
      <a:lvl1pPr algn="ctr" defTabSz="944550" rtl="0" eaLnBrk="0" fontAlgn="base" latinLnBrk="1" hangingPunct="0">
        <a:spcBef>
          <a:spcPct val="0"/>
        </a:spcBef>
        <a:spcAft>
          <a:spcPct val="0"/>
        </a:spcAft>
        <a:defRPr sz="453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944550" rtl="0" eaLnBrk="0" fontAlgn="base" latinLnBrk="1" hangingPunct="0">
        <a:spcBef>
          <a:spcPct val="0"/>
        </a:spcBef>
        <a:spcAft>
          <a:spcPct val="0"/>
        </a:spcAft>
        <a:defRPr sz="4535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defTabSz="944550" rtl="0" eaLnBrk="0" fontAlgn="base" latinLnBrk="1" hangingPunct="0">
        <a:spcBef>
          <a:spcPct val="0"/>
        </a:spcBef>
        <a:spcAft>
          <a:spcPct val="0"/>
        </a:spcAft>
        <a:defRPr sz="4535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defTabSz="944550" rtl="0" eaLnBrk="0" fontAlgn="base" latinLnBrk="1" hangingPunct="0">
        <a:spcBef>
          <a:spcPct val="0"/>
        </a:spcBef>
        <a:spcAft>
          <a:spcPct val="0"/>
        </a:spcAft>
        <a:defRPr sz="4535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defTabSz="944550" rtl="0" eaLnBrk="0" fontAlgn="base" latinLnBrk="1" hangingPunct="0">
        <a:spcBef>
          <a:spcPct val="0"/>
        </a:spcBef>
        <a:spcAft>
          <a:spcPct val="0"/>
        </a:spcAft>
        <a:defRPr sz="4535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14680" algn="ctr" defTabSz="944550" rtl="0" fontAlgn="base" latinLnBrk="1">
        <a:spcBef>
          <a:spcPct val="0"/>
        </a:spcBef>
        <a:spcAft>
          <a:spcPct val="0"/>
        </a:spcAft>
        <a:defRPr sz="4535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829361" algn="ctr" defTabSz="944550" rtl="0" fontAlgn="base" latinLnBrk="1">
        <a:spcBef>
          <a:spcPct val="0"/>
        </a:spcBef>
        <a:spcAft>
          <a:spcPct val="0"/>
        </a:spcAft>
        <a:defRPr sz="4535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244041" algn="ctr" defTabSz="944550" rtl="0" fontAlgn="base" latinLnBrk="1">
        <a:spcBef>
          <a:spcPct val="0"/>
        </a:spcBef>
        <a:spcAft>
          <a:spcPct val="0"/>
        </a:spcAft>
        <a:defRPr sz="4535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658722" algn="ctr" defTabSz="944550" rtl="0" fontAlgn="base" latinLnBrk="1">
        <a:spcBef>
          <a:spcPct val="0"/>
        </a:spcBef>
        <a:spcAft>
          <a:spcPct val="0"/>
        </a:spcAft>
        <a:defRPr sz="4535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54206" indent="-354206" algn="l" defTabSz="944550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356" kern="1200">
          <a:solidFill>
            <a:schemeClr val="tx1"/>
          </a:solidFill>
          <a:latin typeface="+mn-lt"/>
          <a:ea typeface="+mn-ea"/>
          <a:cs typeface="+mn-cs"/>
        </a:defRPr>
      </a:lvl1pPr>
      <a:lvl2pPr marL="767447" indent="-295172" algn="l" defTabSz="944550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902" kern="1200">
          <a:solidFill>
            <a:schemeClr val="tx1"/>
          </a:solidFill>
          <a:latin typeface="+mn-lt"/>
          <a:ea typeface="+mn-ea"/>
          <a:cs typeface="+mn-cs"/>
        </a:defRPr>
      </a:lvl2pPr>
      <a:lvl3pPr marL="1182128" indent="-236137" algn="l" defTabSz="944550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540" kern="1200">
          <a:solidFill>
            <a:schemeClr val="tx1"/>
          </a:solidFill>
          <a:latin typeface="+mn-lt"/>
          <a:ea typeface="+mn-ea"/>
          <a:cs typeface="+mn-cs"/>
        </a:defRPr>
      </a:lvl3pPr>
      <a:lvl4pPr marL="1654402" indent="-236137" algn="l" defTabSz="944550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86" kern="1200">
          <a:solidFill>
            <a:schemeClr val="tx1"/>
          </a:solidFill>
          <a:latin typeface="+mn-lt"/>
          <a:ea typeface="+mn-ea"/>
          <a:cs typeface="+mn-cs"/>
        </a:defRPr>
      </a:lvl4pPr>
      <a:lvl5pPr marL="2126677" indent="-236137" algn="l" defTabSz="944550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86" kern="1200">
          <a:solidFill>
            <a:schemeClr val="tx1"/>
          </a:solidFill>
          <a:latin typeface="+mn-lt"/>
          <a:ea typeface="+mn-ea"/>
          <a:cs typeface="+mn-cs"/>
        </a:defRPr>
      </a:lvl5pPr>
      <a:lvl6pPr marL="2600907" indent="-236448" algn="l" defTabSz="945783" rtl="0" eaLnBrk="1" latinLnBrk="1" hangingPunct="1">
        <a:spcBef>
          <a:spcPct val="20000"/>
        </a:spcBef>
        <a:buFont typeface="Arial" pitchFamily="34" charset="0"/>
        <a:buChar char="•"/>
        <a:defRPr sz="2086" kern="1200">
          <a:solidFill>
            <a:schemeClr val="tx1"/>
          </a:solidFill>
          <a:latin typeface="+mn-lt"/>
          <a:ea typeface="+mn-ea"/>
          <a:cs typeface="+mn-cs"/>
        </a:defRPr>
      </a:lvl6pPr>
      <a:lvl7pPr marL="3073799" indent="-236448" algn="l" defTabSz="945783" rtl="0" eaLnBrk="1" latinLnBrk="1" hangingPunct="1">
        <a:spcBef>
          <a:spcPct val="20000"/>
        </a:spcBef>
        <a:buFont typeface="Arial" pitchFamily="34" charset="0"/>
        <a:buChar char="•"/>
        <a:defRPr sz="2086" kern="1200">
          <a:solidFill>
            <a:schemeClr val="tx1"/>
          </a:solidFill>
          <a:latin typeface="+mn-lt"/>
          <a:ea typeface="+mn-ea"/>
          <a:cs typeface="+mn-cs"/>
        </a:defRPr>
      </a:lvl7pPr>
      <a:lvl8pPr marL="3546692" indent="-236448" algn="l" defTabSz="945783" rtl="0" eaLnBrk="1" latinLnBrk="1" hangingPunct="1">
        <a:spcBef>
          <a:spcPct val="20000"/>
        </a:spcBef>
        <a:buFont typeface="Arial" pitchFamily="34" charset="0"/>
        <a:buChar char="•"/>
        <a:defRPr sz="2086" kern="1200">
          <a:solidFill>
            <a:schemeClr val="tx1"/>
          </a:solidFill>
          <a:latin typeface="+mn-lt"/>
          <a:ea typeface="+mn-ea"/>
          <a:cs typeface="+mn-cs"/>
        </a:defRPr>
      </a:lvl8pPr>
      <a:lvl9pPr marL="4019583" indent="-236448" algn="l" defTabSz="945783" rtl="0" eaLnBrk="1" latinLnBrk="1" hangingPunct="1">
        <a:spcBef>
          <a:spcPct val="20000"/>
        </a:spcBef>
        <a:buFont typeface="Arial" pitchFamily="34" charset="0"/>
        <a:buChar char="•"/>
        <a:defRPr sz="208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45783" rtl="0" eaLnBrk="1" latinLnBrk="1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72892" algn="l" defTabSz="945783" rtl="0" eaLnBrk="1" latinLnBrk="1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45783" algn="l" defTabSz="945783" rtl="0" eaLnBrk="1" latinLnBrk="1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18677" algn="l" defTabSz="945783" rtl="0" eaLnBrk="1" latinLnBrk="1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891568" algn="l" defTabSz="945783" rtl="0" eaLnBrk="1" latinLnBrk="1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364460" algn="l" defTabSz="945783" rtl="0" eaLnBrk="1" latinLnBrk="1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837354" algn="l" defTabSz="945783" rtl="0" eaLnBrk="1" latinLnBrk="1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10244" algn="l" defTabSz="945783" rtl="0" eaLnBrk="1" latinLnBrk="1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783138" algn="l" defTabSz="945783" rtl="0" eaLnBrk="1" latinLnBrk="1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jpeg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8" name="Text Box 4"/>
          <p:cNvSpPr txBox="1">
            <a:spLocks noChangeArrowheads="1"/>
          </p:cNvSpPr>
          <p:nvPr/>
        </p:nvSpPr>
        <p:spPr bwMode="auto">
          <a:xfrm>
            <a:off x="4552914" y="5608722"/>
            <a:ext cx="800201" cy="3077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1431" tIns="45716" rIns="91431" bIns="45716">
            <a:spAutoFit/>
          </a:bodyPr>
          <a:lstStyle/>
          <a:p>
            <a:pPr algn="ctr"/>
            <a:r>
              <a:rPr kumimoji="0" lang="en-US" altLang="ko-KR" sz="1400" spc="-150" dirty="0">
                <a:latin typeface="+mn-ea"/>
                <a:ea typeface="+mn-ea"/>
              </a:rPr>
              <a:t>S&amp;I</a:t>
            </a:r>
            <a:r>
              <a:rPr kumimoji="0" lang="ko-KR" altLang="en-US" sz="1400" spc="-150" dirty="0">
                <a:latin typeface="+mn-ea"/>
                <a:ea typeface="+mn-ea"/>
              </a:rPr>
              <a:t> </a:t>
            </a:r>
            <a:r>
              <a:rPr kumimoji="0" lang="en-US" altLang="ko-KR" sz="1400" spc="-150" dirty="0">
                <a:latin typeface="+mn-ea"/>
                <a:ea typeface="+mn-ea"/>
              </a:rPr>
              <a:t>Corp.</a:t>
            </a:r>
          </a:p>
        </p:txBody>
      </p:sp>
      <p:sp>
        <p:nvSpPr>
          <p:cNvPr id="9" name="TextBox 2"/>
          <p:cNvSpPr txBox="1">
            <a:spLocks noChangeArrowheads="1"/>
          </p:cNvSpPr>
          <p:nvPr/>
        </p:nvSpPr>
        <p:spPr bwMode="auto">
          <a:xfrm>
            <a:off x="1518321" y="6302786"/>
            <a:ext cx="6849743" cy="4385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ts val="300"/>
              </a:spcBef>
            </a:pPr>
            <a:r>
              <a:rPr lang="en-US" altLang="ko-KR" sz="1000" spc="-150" dirty="0">
                <a:solidFill>
                  <a:srgbClr val="000000"/>
                </a:solidFill>
                <a:latin typeface="+mn-ea"/>
                <a:ea typeface="+mn-ea"/>
              </a:rPr>
              <a:t>Copyright ⓒ S&amp;I  Corp.</a:t>
            </a:r>
          </a:p>
          <a:p>
            <a:pPr algn="ctr">
              <a:spcBef>
                <a:spcPts val="300"/>
              </a:spcBef>
            </a:pPr>
            <a:r>
              <a:rPr lang="en-US" altLang="ko-KR" sz="1000" spc="-150" dirty="0">
                <a:solidFill>
                  <a:srgbClr val="000000"/>
                </a:solidFill>
                <a:latin typeface="+mn-ea"/>
                <a:ea typeface="+mn-ea"/>
              </a:rPr>
              <a:t>S&amp;I  Corp. </a:t>
            </a:r>
            <a:r>
              <a:rPr lang="ko-KR" altLang="en-US" sz="1000" spc="-150" dirty="0">
                <a:solidFill>
                  <a:srgbClr val="000000"/>
                </a:solidFill>
                <a:latin typeface="+mn-ea"/>
                <a:ea typeface="+mn-ea"/>
              </a:rPr>
              <a:t>의 사전 승인 없이 본 내용의 전부 또는 일부에 대한 복사</a:t>
            </a:r>
            <a:r>
              <a:rPr lang="en-US" altLang="ko-KR" sz="1000" spc="-150" dirty="0">
                <a:solidFill>
                  <a:srgbClr val="000000"/>
                </a:solidFill>
                <a:latin typeface="+mn-ea"/>
                <a:ea typeface="+mn-ea"/>
              </a:rPr>
              <a:t>, </a:t>
            </a:r>
            <a:r>
              <a:rPr lang="ko-KR" altLang="en-US" sz="1000" spc="-150" dirty="0">
                <a:solidFill>
                  <a:srgbClr val="000000"/>
                </a:solidFill>
                <a:latin typeface="+mn-ea"/>
                <a:ea typeface="+mn-ea"/>
              </a:rPr>
              <a:t>전재</a:t>
            </a:r>
            <a:r>
              <a:rPr lang="en-US" altLang="ko-KR" sz="1000" spc="-150" dirty="0">
                <a:solidFill>
                  <a:srgbClr val="000000"/>
                </a:solidFill>
                <a:latin typeface="+mn-ea"/>
                <a:ea typeface="+mn-ea"/>
              </a:rPr>
              <a:t>, </a:t>
            </a:r>
            <a:r>
              <a:rPr lang="ko-KR" altLang="en-US" sz="1000" spc="-150" dirty="0">
                <a:solidFill>
                  <a:srgbClr val="000000"/>
                </a:solidFill>
                <a:latin typeface="+mn-ea"/>
                <a:ea typeface="+mn-ea"/>
              </a:rPr>
              <a:t>배포</a:t>
            </a:r>
            <a:r>
              <a:rPr lang="en-US" altLang="ko-KR" sz="1000" spc="-150" dirty="0">
                <a:solidFill>
                  <a:srgbClr val="000000"/>
                </a:solidFill>
                <a:latin typeface="+mn-ea"/>
                <a:ea typeface="+mn-ea"/>
              </a:rPr>
              <a:t>, </a:t>
            </a:r>
            <a:r>
              <a:rPr lang="ko-KR" altLang="en-US" sz="1000" spc="-150" dirty="0">
                <a:solidFill>
                  <a:srgbClr val="000000"/>
                </a:solidFill>
                <a:latin typeface="+mn-ea"/>
                <a:ea typeface="+mn-ea"/>
              </a:rPr>
              <a:t>사용 등을 금합니다</a:t>
            </a:r>
            <a:r>
              <a:rPr lang="en-US" altLang="ko-KR" sz="1000" spc="-150" dirty="0">
                <a:solidFill>
                  <a:srgbClr val="000000"/>
                </a:solidFill>
                <a:latin typeface="+mn-ea"/>
                <a:ea typeface="+mn-ea"/>
              </a:rPr>
              <a:t>.</a:t>
            </a:r>
            <a:endParaRPr lang="ko-KR" altLang="en-US" sz="1000" spc="-150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13" name="제목 12"/>
          <p:cNvSpPr txBox="1">
            <a:spLocks/>
          </p:cNvSpPr>
          <p:nvPr/>
        </p:nvSpPr>
        <p:spPr bwMode="auto">
          <a:xfrm>
            <a:off x="473018" y="2234746"/>
            <a:ext cx="89154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sz="2200" b="1">
                <a:solidFill>
                  <a:schemeClr val="tx1"/>
                </a:solidFill>
                <a:latin typeface="+mj-lt"/>
                <a:ea typeface="+mj-ea"/>
                <a:cs typeface="Arial" pitchFamily="34" charset="0"/>
              </a:defRPr>
            </a:lvl1pPr>
            <a:lvl2pPr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2pPr>
            <a:lvl3pPr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3pPr>
            <a:lvl4pPr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4pPr>
            <a:lvl5pPr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5pPr>
            <a:lvl6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6pPr>
            <a:lvl7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7pPr>
            <a:lvl8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8pPr>
            <a:lvl9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r>
              <a:rPr lang="ko-KR" altLang="en-US" sz="3600" b="0" dirty="0" err="1">
                <a:latin typeface="+mn-ea"/>
                <a:ea typeface="+mn-ea"/>
              </a:rPr>
              <a:t>공종별</a:t>
            </a:r>
            <a:r>
              <a:rPr lang="ko-KR" altLang="en-US" sz="3600" b="0" dirty="0">
                <a:latin typeface="+mn-ea"/>
                <a:ea typeface="+mn-ea"/>
              </a:rPr>
              <a:t> 진행 사진대지</a:t>
            </a:r>
          </a:p>
        </p:txBody>
      </p:sp>
      <p:sp>
        <p:nvSpPr>
          <p:cNvPr id="6" name="제목 12"/>
          <p:cNvSpPr txBox="1">
            <a:spLocks/>
          </p:cNvSpPr>
          <p:nvPr/>
        </p:nvSpPr>
        <p:spPr bwMode="auto">
          <a:xfrm>
            <a:off x="473018" y="4052518"/>
            <a:ext cx="89154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sz="2200" b="1">
                <a:solidFill>
                  <a:schemeClr val="tx1"/>
                </a:solidFill>
                <a:latin typeface="+mj-lt"/>
                <a:ea typeface="+mj-ea"/>
                <a:cs typeface="Arial" pitchFamily="34" charset="0"/>
              </a:defRPr>
            </a:lvl1pPr>
            <a:lvl2pPr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2pPr>
            <a:lvl3pPr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3pPr>
            <a:lvl4pPr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4pPr>
            <a:lvl5pPr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5pPr>
            <a:lvl6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6pPr>
            <a:lvl7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7pPr>
            <a:lvl8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8pPr>
            <a:lvl9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r>
              <a:rPr lang="ko-KR" altLang="en-US" sz="2400" b="0" dirty="0" err="1">
                <a:latin typeface="+mn-ea"/>
                <a:ea typeface="+mn-ea"/>
              </a:rPr>
              <a:t>공사명</a:t>
            </a:r>
            <a:r>
              <a:rPr lang="ko-KR" altLang="en-US" sz="2400" b="0" dirty="0">
                <a:latin typeface="+mn-ea"/>
                <a:ea typeface="+mn-ea"/>
              </a:rPr>
              <a:t> </a:t>
            </a:r>
            <a:r>
              <a:rPr lang="en-US" altLang="ko-KR" sz="2400" b="0" dirty="0">
                <a:latin typeface="+mn-ea"/>
                <a:ea typeface="+mn-ea"/>
              </a:rPr>
              <a:t>: </a:t>
            </a:r>
            <a:r>
              <a:rPr lang="ko-KR" altLang="en-US" sz="2400" b="0" dirty="0">
                <a:latin typeface="+mn-ea"/>
                <a:ea typeface="+mn-ea"/>
              </a:rPr>
              <a:t>사택</a:t>
            </a:r>
          </a:p>
        </p:txBody>
      </p:sp>
    </p:spTree>
    <p:extLst>
      <p:ext uri="{BB962C8B-B14F-4D97-AF65-F5344CB8AC3E}">
        <p14:creationId xmlns:p14="http://schemas.microsoft.com/office/powerpoint/2010/main" val="31375960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351473-C672-2A89-F7C0-BF878D8A4D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CEF1F4D2-1913-9F23-4892-CAC5BC8719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0195744"/>
              </p:ext>
            </p:extLst>
          </p:nvPr>
        </p:nvGraphicFramePr>
        <p:xfrm>
          <a:off x="5128946" y="3872256"/>
          <a:ext cx="4441380" cy="25720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41380">
                  <a:extLst>
                    <a:ext uri="{9D8B030D-6E8A-4147-A177-3AD203B41FA5}">
                      <a16:colId xmlns:a16="http://schemas.microsoft.com/office/drawing/2014/main" val="4285397511"/>
                    </a:ext>
                  </a:extLst>
                </a:gridCol>
              </a:tblGrid>
              <a:tr h="240153">
                <a:tc>
                  <a:txBody>
                    <a:bodyPr/>
                    <a:lstStyle/>
                    <a:p>
                      <a:pPr marL="0" marR="0" lvl="0" indent="0" algn="l" defTabSz="9457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날짜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: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11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12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일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수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4746781"/>
                  </a:ext>
                </a:extLst>
              </a:tr>
              <a:tr h="240153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장소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: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사택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5,6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라인</a:t>
                      </a:r>
                      <a:endParaRPr lang="en-US" altLang="ko-KR" sz="100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7909196"/>
                  </a:ext>
                </a:extLst>
              </a:tr>
              <a:tr h="1831557">
                <a:tc>
                  <a:txBody>
                    <a:bodyPr/>
                    <a:lstStyle/>
                    <a:p>
                      <a:pPr algn="l" latinLnBrk="1"/>
                      <a:endParaRPr lang="en-US" altLang="ko-KR" sz="100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4205015"/>
                  </a:ext>
                </a:extLst>
              </a:tr>
              <a:tr h="252837">
                <a:tc>
                  <a:txBody>
                    <a:bodyPr/>
                    <a:lstStyle/>
                    <a:p>
                      <a:pPr marL="0" marR="0" lvl="0" indent="0" algn="l" defTabSz="95792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작업 내용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전기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):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세대 </a:t>
                      </a:r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분전반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교체</a:t>
                      </a:r>
                      <a:endParaRPr lang="en-US" altLang="ko-KR" sz="100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6597612"/>
                  </a:ext>
                </a:extLst>
              </a:tr>
            </a:tbl>
          </a:graphicData>
        </a:graphic>
      </p:graphicFrame>
      <p:graphicFrame>
        <p:nvGraphicFramePr>
          <p:cNvPr id="94" name="표 93">
            <a:extLst>
              <a:ext uri="{FF2B5EF4-FFF2-40B4-BE49-F238E27FC236}">
                <a16:creationId xmlns:a16="http://schemas.microsoft.com/office/drawing/2014/main" id="{ED64DC28-43F5-5965-2179-1B31C12DA5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4141653"/>
              </p:ext>
            </p:extLst>
          </p:nvPr>
        </p:nvGraphicFramePr>
        <p:xfrm>
          <a:off x="363285" y="989805"/>
          <a:ext cx="4441380" cy="25720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41380">
                  <a:extLst>
                    <a:ext uri="{9D8B030D-6E8A-4147-A177-3AD203B41FA5}">
                      <a16:colId xmlns:a16="http://schemas.microsoft.com/office/drawing/2014/main" val="4285397511"/>
                    </a:ext>
                  </a:extLst>
                </a:gridCol>
              </a:tblGrid>
              <a:tr h="23856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날짜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: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11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12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일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수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4746781"/>
                  </a:ext>
                </a:extLst>
              </a:tr>
              <a:tr h="240153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장소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: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사택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5,6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라인</a:t>
                      </a:r>
                      <a:endParaRPr lang="en-US" altLang="ko-KR" sz="100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7909196"/>
                  </a:ext>
                </a:extLst>
              </a:tr>
              <a:tr h="1831557">
                <a:tc>
                  <a:txBody>
                    <a:bodyPr/>
                    <a:lstStyle/>
                    <a:p>
                      <a:pPr algn="l" latinLnBrk="1"/>
                      <a:endParaRPr lang="en-US" altLang="ko-KR" sz="100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4205015"/>
                  </a:ext>
                </a:extLst>
              </a:tr>
              <a:tr h="252837">
                <a:tc>
                  <a:txBody>
                    <a:bodyPr/>
                    <a:lstStyle/>
                    <a:p>
                      <a:pPr marL="0" marR="0" lvl="0" indent="0" algn="l" defTabSz="95792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작업 내용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전기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): </a:t>
                      </a:r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계량기함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교체</a:t>
                      </a:r>
                      <a:endParaRPr lang="en-US" altLang="ko-KR" sz="100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6597612"/>
                  </a:ext>
                </a:extLst>
              </a:tr>
            </a:tbl>
          </a:graphicData>
        </a:graphic>
      </p:graphicFrame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530D5544-8B07-EBF4-C4C5-942B03F9A4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4225801"/>
              </p:ext>
            </p:extLst>
          </p:nvPr>
        </p:nvGraphicFramePr>
        <p:xfrm>
          <a:off x="5128946" y="990120"/>
          <a:ext cx="4441380" cy="25720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41380">
                  <a:extLst>
                    <a:ext uri="{9D8B030D-6E8A-4147-A177-3AD203B41FA5}">
                      <a16:colId xmlns:a16="http://schemas.microsoft.com/office/drawing/2014/main" val="4285397511"/>
                    </a:ext>
                  </a:extLst>
                </a:gridCol>
              </a:tblGrid>
              <a:tr h="240153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날짜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: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11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12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일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수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4746781"/>
                  </a:ext>
                </a:extLst>
              </a:tr>
              <a:tr h="240153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장소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: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사택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5,6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라인</a:t>
                      </a:r>
                      <a:endParaRPr lang="en-US" altLang="ko-KR" sz="100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7909196"/>
                  </a:ext>
                </a:extLst>
              </a:tr>
              <a:tr h="1831557">
                <a:tc>
                  <a:txBody>
                    <a:bodyPr/>
                    <a:lstStyle/>
                    <a:p>
                      <a:pPr algn="l" latinLnBrk="1"/>
                      <a:endParaRPr lang="en-US" altLang="ko-KR" sz="100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4205015"/>
                  </a:ext>
                </a:extLst>
              </a:tr>
              <a:tr h="252837">
                <a:tc>
                  <a:txBody>
                    <a:bodyPr/>
                    <a:lstStyle/>
                    <a:p>
                      <a:pPr marL="0" marR="0" lvl="0" indent="0" algn="l" defTabSz="95792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작업 내용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전기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): </a:t>
                      </a:r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계량기함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교체</a:t>
                      </a:r>
                      <a:endParaRPr lang="en-US" altLang="ko-KR" sz="100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6597612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078A2B16-281D-5FDC-4930-CC1E6CAC42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9587331"/>
              </p:ext>
            </p:extLst>
          </p:nvPr>
        </p:nvGraphicFramePr>
        <p:xfrm>
          <a:off x="352454" y="3872256"/>
          <a:ext cx="4441380" cy="25720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41380">
                  <a:extLst>
                    <a:ext uri="{9D8B030D-6E8A-4147-A177-3AD203B41FA5}">
                      <a16:colId xmlns:a16="http://schemas.microsoft.com/office/drawing/2014/main" val="4285397511"/>
                    </a:ext>
                  </a:extLst>
                </a:gridCol>
              </a:tblGrid>
              <a:tr h="240153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날짜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: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11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12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일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수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4746781"/>
                  </a:ext>
                </a:extLst>
              </a:tr>
              <a:tr h="240153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장소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: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사택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5,6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라인</a:t>
                      </a:r>
                      <a:endParaRPr lang="en-US" altLang="ko-KR" sz="100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7909196"/>
                  </a:ext>
                </a:extLst>
              </a:tr>
              <a:tr h="1831557">
                <a:tc>
                  <a:txBody>
                    <a:bodyPr/>
                    <a:lstStyle/>
                    <a:p>
                      <a:pPr marL="0" marR="0" lvl="0" indent="0" algn="l" defTabSz="95792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4205015"/>
                  </a:ext>
                </a:extLst>
              </a:tr>
              <a:tr h="252837">
                <a:tc>
                  <a:txBody>
                    <a:bodyPr/>
                    <a:lstStyle/>
                    <a:p>
                      <a:pPr marL="0" marR="0" lvl="0" indent="0" algn="l" defTabSz="95792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작업 내용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전기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):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세대 </a:t>
                      </a:r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분전반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교체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6597612"/>
                  </a:ext>
                </a:extLst>
              </a:tr>
            </a:tbl>
          </a:graphicData>
        </a:graphic>
      </p:graphicFrame>
      <p:sp>
        <p:nvSpPr>
          <p:cNvPr id="99" name="Text Box 9">
            <a:extLst>
              <a:ext uri="{FF2B5EF4-FFF2-40B4-BE49-F238E27FC236}">
                <a16:creationId xmlns:a16="http://schemas.microsoft.com/office/drawing/2014/main" id="{50165B1E-B84B-2508-9F39-28923FCBE7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284" y="110670"/>
            <a:ext cx="7623247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Tx/>
              <a:buAutoNum type="arabicPeriod"/>
            </a:pPr>
            <a:r>
              <a:rPr lang="ko-KR" altLang="en-US" sz="1400" b="1" dirty="0" err="1">
                <a:solidFill>
                  <a:srgbClr val="000000"/>
                </a:solidFill>
                <a:latin typeface="+mn-ea"/>
                <a:ea typeface="+mn-ea"/>
                <a:cs typeface="Arial" charset="0"/>
              </a:rPr>
              <a:t>공종진행사진</a:t>
            </a:r>
            <a:endParaRPr lang="ko-KR" altLang="en-US" sz="1400" b="1" dirty="0">
              <a:solidFill>
                <a:srgbClr val="000000"/>
              </a:solidFill>
              <a:latin typeface="+mn-ea"/>
              <a:ea typeface="+mn-ea"/>
              <a:cs typeface="Arial" charset="0"/>
            </a:endParaRPr>
          </a:p>
        </p:txBody>
      </p:sp>
      <p:sp>
        <p:nvSpPr>
          <p:cNvPr id="12" name="제목 12">
            <a:extLst>
              <a:ext uri="{FF2B5EF4-FFF2-40B4-BE49-F238E27FC236}">
                <a16:creationId xmlns:a16="http://schemas.microsoft.com/office/drawing/2014/main" id="{5C93D007-41D4-1D52-927F-148E32A66FA3}"/>
              </a:ext>
            </a:extLst>
          </p:cNvPr>
          <p:cNvSpPr txBox="1">
            <a:spLocks/>
          </p:cNvSpPr>
          <p:nvPr/>
        </p:nvSpPr>
        <p:spPr bwMode="auto">
          <a:xfrm>
            <a:off x="1795039" y="637266"/>
            <a:ext cx="1083464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sz="2200" b="1">
                <a:solidFill>
                  <a:schemeClr val="tx1"/>
                </a:solidFill>
                <a:latin typeface="+mj-lt"/>
                <a:ea typeface="+mj-ea"/>
                <a:cs typeface="Arial" pitchFamily="34" charset="0"/>
              </a:defRPr>
            </a:lvl1pPr>
            <a:lvl2pPr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2pPr>
            <a:lvl3pPr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3pPr>
            <a:lvl4pPr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4pPr>
            <a:lvl5pPr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5pPr>
            <a:lvl6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6pPr>
            <a:lvl7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7pPr>
            <a:lvl8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8pPr>
            <a:lvl9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r>
              <a:rPr lang="ko-KR" altLang="en-US" sz="1200" u="sng" dirty="0">
                <a:latin typeface="+mn-ea"/>
                <a:ea typeface="+mn-ea"/>
              </a:rPr>
              <a:t>작업</a:t>
            </a:r>
            <a:r>
              <a:rPr lang="en-US" altLang="ko-KR" sz="1200" u="sng" dirty="0">
                <a:latin typeface="+mn-ea"/>
                <a:ea typeface="+mn-ea"/>
              </a:rPr>
              <a:t>(</a:t>
            </a:r>
            <a:r>
              <a:rPr lang="ko-KR" altLang="en-US" sz="1200" u="sng" dirty="0">
                <a:latin typeface="+mn-ea"/>
                <a:ea typeface="+mn-ea"/>
              </a:rPr>
              <a:t>전</a:t>
            </a:r>
            <a:r>
              <a:rPr lang="en-US" altLang="ko-KR" sz="1200" u="sng" dirty="0">
                <a:latin typeface="+mn-ea"/>
                <a:ea typeface="+mn-ea"/>
              </a:rPr>
              <a:t>,</a:t>
            </a:r>
            <a:r>
              <a:rPr lang="ko-KR" altLang="en-US" sz="1200" u="sng" dirty="0">
                <a:latin typeface="+mn-ea"/>
                <a:ea typeface="+mn-ea"/>
              </a:rPr>
              <a:t>중</a:t>
            </a:r>
            <a:r>
              <a:rPr lang="en-US" altLang="ko-KR" sz="1200" u="sng" dirty="0">
                <a:latin typeface="+mn-ea"/>
                <a:ea typeface="+mn-ea"/>
              </a:rPr>
              <a:t>)</a:t>
            </a:r>
            <a:endParaRPr lang="ko-KR" altLang="en-US" sz="1200" u="sng" dirty="0">
              <a:latin typeface="+mn-ea"/>
              <a:ea typeface="+mn-ea"/>
            </a:endParaRPr>
          </a:p>
        </p:txBody>
      </p:sp>
      <p:sp>
        <p:nvSpPr>
          <p:cNvPr id="14" name="제목 12">
            <a:extLst>
              <a:ext uri="{FF2B5EF4-FFF2-40B4-BE49-F238E27FC236}">
                <a16:creationId xmlns:a16="http://schemas.microsoft.com/office/drawing/2014/main" id="{047CF0B6-CA6E-E9B2-E61E-2FB0289A6646}"/>
              </a:ext>
            </a:extLst>
          </p:cNvPr>
          <p:cNvSpPr txBox="1">
            <a:spLocks/>
          </p:cNvSpPr>
          <p:nvPr/>
        </p:nvSpPr>
        <p:spPr bwMode="auto">
          <a:xfrm>
            <a:off x="6643941" y="664974"/>
            <a:ext cx="1083464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sz="2200" b="1">
                <a:solidFill>
                  <a:schemeClr val="tx1"/>
                </a:solidFill>
                <a:latin typeface="+mj-lt"/>
                <a:ea typeface="+mj-ea"/>
                <a:cs typeface="Arial" pitchFamily="34" charset="0"/>
              </a:defRPr>
            </a:lvl1pPr>
            <a:lvl2pPr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2pPr>
            <a:lvl3pPr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3pPr>
            <a:lvl4pPr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4pPr>
            <a:lvl5pPr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5pPr>
            <a:lvl6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6pPr>
            <a:lvl7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7pPr>
            <a:lvl8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8pPr>
            <a:lvl9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r>
              <a:rPr lang="ko-KR" altLang="en-US" sz="1200" u="sng" dirty="0">
                <a:latin typeface="+mn-ea"/>
                <a:ea typeface="+mn-ea"/>
              </a:rPr>
              <a:t>작업</a:t>
            </a:r>
            <a:r>
              <a:rPr lang="en-US" altLang="ko-KR" sz="1200" u="sng" dirty="0">
                <a:latin typeface="+mn-ea"/>
                <a:ea typeface="+mn-ea"/>
              </a:rPr>
              <a:t>(</a:t>
            </a:r>
            <a:r>
              <a:rPr lang="ko-KR" altLang="en-US" sz="1200" u="sng" dirty="0">
                <a:latin typeface="+mn-ea"/>
                <a:ea typeface="+mn-ea"/>
              </a:rPr>
              <a:t>후</a:t>
            </a:r>
            <a:r>
              <a:rPr lang="en-US" altLang="ko-KR" sz="1200" u="sng" dirty="0">
                <a:latin typeface="+mn-ea"/>
                <a:ea typeface="+mn-ea"/>
              </a:rPr>
              <a:t>)</a:t>
            </a:r>
            <a:endParaRPr lang="ko-KR" altLang="en-US" sz="1200" u="sng" dirty="0">
              <a:latin typeface="+mn-ea"/>
              <a:ea typeface="+mn-ea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0AE2668-3A45-63C4-D87A-002CF1FF369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6432347" y="3071828"/>
            <a:ext cx="1817796" cy="442460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1B39E879-1BF8-486D-2383-73950E7F583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660897" y="3076868"/>
            <a:ext cx="1818544" cy="4413771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0A0B5B63-5451-CB18-D58E-0547FC3DA7F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213" y="1480601"/>
            <a:ext cx="4401841" cy="1810715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8E60B8AD-DD50-49B2-C899-74E89E963C1E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3058" y="1480600"/>
            <a:ext cx="4394699" cy="1810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18197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39709</TotalTime>
  <Words>142</Words>
  <Application>Microsoft Office PowerPoint</Application>
  <PresentationFormat>A4 용지(210x297mm)</PresentationFormat>
  <Paragraphs>22</Paragraphs>
  <Slides>2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7" baseType="lpstr">
      <vt:lpstr>LG스마트체 Regular</vt:lpstr>
      <vt:lpstr>굴림</vt:lpstr>
      <vt:lpstr>맑은 고딕</vt:lpstr>
      <vt:lpstr>Arial</vt:lpstr>
      <vt:lpstr>Office 테마</vt:lpstr>
      <vt:lpstr>PowerPoint 프레젠테이션</vt:lpstr>
      <vt:lpstr>PowerPoint 프레젠테이션</vt:lpstr>
    </vt:vector>
  </TitlesOfParts>
  <Company>aa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a</dc:creator>
  <cp:lastModifiedBy>user</cp:lastModifiedBy>
  <cp:revision>2157</cp:revision>
  <cp:lastPrinted>2021-05-18T08:01:49Z</cp:lastPrinted>
  <dcterms:created xsi:type="dcterms:W3CDTF">2010-09-06T07:10:38Z</dcterms:created>
  <dcterms:modified xsi:type="dcterms:W3CDTF">2025-12-11T04:32:03Z</dcterms:modified>
</cp:coreProperties>
</file>