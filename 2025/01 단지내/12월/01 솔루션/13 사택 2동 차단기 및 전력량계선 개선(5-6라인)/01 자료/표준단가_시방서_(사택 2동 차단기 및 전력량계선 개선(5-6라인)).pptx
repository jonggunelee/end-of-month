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79" d="100"/>
          <a:sy n="79" d="100"/>
        </p:scale>
        <p:origin x="90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2025-10-01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2025-10-01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2</a:t>
            </a:r>
            <a:r>
              <a:rPr lang="ko-KR" altLang="en-US" b="1">
                <a:latin typeface="+mn-ea"/>
              </a:rPr>
              <a:t>동 차단기 및 전력량계선 개선</a:t>
            </a:r>
            <a:r>
              <a:rPr lang="en-US" altLang="ko-KR" b="1">
                <a:latin typeface="+mn-ea"/>
              </a:rPr>
              <a:t>(5-6</a:t>
            </a:r>
            <a:r>
              <a:rPr lang="ko-KR" altLang="en-US" b="1">
                <a:latin typeface="+mn-ea"/>
              </a:rPr>
              <a:t>라인</a:t>
            </a:r>
            <a:r>
              <a:rPr lang="en-US" altLang="ko-KR" b="1">
                <a:latin typeface="+mn-ea"/>
              </a:rPr>
              <a:t>) </a:t>
            </a:r>
            <a:r>
              <a:rPr lang="ko-KR" altLang="en-US" b="1">
                <a:latin typeface="+mn-ea"/>
              </a:rPr>
              <a:t>件</a:t>
            </a:r>
          </a:p>
          <a:p>
            <a:pPr algn="ctr">
              <a:lnSpc>
                <a:spcPct val="150000"/>
              </a:lnSpc>
            </a:pPr>
            <a:r>
              <a:rPr lang="en-US" altLang="ko-KR" b="1">
                <a:latin typeface="+mn-ea"/>
              </a:rPr>
              <a:t>- </a:t>
            </a:r>
            <a:r>
              <a:rPr lang="ko-KR" altLang="en-US" b="1">
                <a:latin typeface="+mn-ea"/>
              </a:rPr>
              <a:t>시 방 서 </a:t>
            </a:r>
            <a:r>
              <a:rPr lang="en-US" altLang="ko-KR" b="1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 차단기 및 전력량계선 개선</a:t>
            </a:r>
            <a:r>
              <a:rPr lang="en-US" altLang="ko-KR" sz="1000">
                <a:latin typeface="+mn-ea"/>
              </a:rPr>
              <a:t>(5-6</a:t>
            </a:r>
            <a:r>
              <a:rPr lang="ko-KR" altLang="en-US" sz="1000">
                <a:latin typeface="+mn-ea"/>
              </a:rPr>
              <a:t>라인</a:t>
            </a:r>
            <a:r>
              <a:rPr lang="en-US" altLang="ko-KR" sz="1000">
                <a:latin typeface="+mn-ea"/>
              </a:rPr>
              <a:t>)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>
                <a:latin typeface="+mn-ea"/>
              </a:rPr>
              <a:t> ○ 공사 위치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>
                <a:latin typeface="+mn-ea"/>
              </a:rPr>
              <a:t>대전 유성구 도룡동 </a:t>
            </a:r>
            <a:r>
              <a:rPr lang="en-US" altLang="ko-KR" sz="100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2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en-US" altLang="ko-KR" sz="1000"/>
              <a:t>5-6 </a:t>
            </a:r>
            <a:r>
              <a:rPr lang="ko-KR" altLang="en-US" sz="1000"/>
              <a:t>라인 </a:t>
            </a:r>
            <a:r>
              <a:rPr lang="en-US" altLang="ko-KR" sz="1000"/>
              <a:t>8</a:t>
            </a:r>
            <a:r>
              <a:rPr lang="ko-KR" altLang="en-US" sz="1000"/>
              <a:t>세대 세대 내</a:t>
            </a:r>
            <a:r>
              <a:rPr lang="en-US" altLang="ko-KR" sz="1000"/>
              <a:t>_</a:t>
            </a:r>
            <a:r>
              <a:rPr lang="ko-KR" altLang="en-US" sz="1000"/>
              <a:t>외부 차단기 </a:t>
            </a:r>
            <a:r>
              <a:rPr lang="en-US" altLang="ko-KR" sz="1000"/>
              <a:t>15~20</a:t>
            </a:r>
            <a:r>
              <a:rPr lang="ko-KR" altLang="en-US" sz="1000"/>
              <a:t>년이상 사용으로 인한 노후화 대상
</a:t>
            </a:r>
            <a:r>
              <a:rPr lang="en-US" altLang="ko-KR" sz="1000"/>
              <a:t>1</a:t>
            </a:r>
            <a:r>
              <a:rPr lang="ko-KR" altLang="en-US" sz="1000"/>
              <a:t>층 세대 메인 차단기 및 각 세대 분전반 차단기 교체
</a:t>
            </a:r>
            <a:r>
              <a:rPr lang="en-US" altLang="ko-KR" sz="1000"/>
              <a:t>1</a:t>
            </a:r>
            <a:r>
              <a:rPr lang="ko-KR" altLang="en-US" sz="1000"/>
              <a:t>층 세대 메인차단기 </a:t>
            </a:r>
            <a:r>
              <a:rPr lang="en-US" altLang="ko-KR" sz="1000"/>
              <a:t>– 40A(</a:t>
            </a:r>
            <a:r>
              <a:rPr lang="ko-KR" altLang="en-US" sz="1000"/>
              <a:t>배선용</a:t>
            </a:r>
            <a:r>
              <a:rPr lang="en-US" altLang="ko-KR" sz="1000"/>
              <a:t>) </a:t>
            </a:r>
            <a:r>
              <a:rPr lang="ko-KR" altLang="en-US" sz="1000"/>
              <a:t>차단기
각 세대 메인차단기 </a:t>
            </a:r>
            <a:r>
              <a:rPr lang="en-US" altLang="ko-KR" sz="1000"/>
              <a:t>– 30A(</a:t>
            </a:r>
            <a:r>
              <a:rPr lang="ko-KR" altLang="en-US" sz="1000"/>
              <a:t>배선용</a:t>
            </a:r>
            <a:r>
              <a:rPr lang="en-US" altLang="ko-KR" sz="1000"/>
              <a:t>) </a:t>
            </a:r>
            <a:r>
              <a:rPr lang="ko-KR" altLang="en-US" sz="1000"/>
              <a:t>차단기
각 세대 분기차단기</a:t>
            </a:r>
            <a:r>
              <a:rPr lang="en-US" altLang="ko-KR" sz="1000"/>
              <a:t>(5</a:t>
            </a:r>
            <a:r>
              <a:rPr lang="ko-KR" altLang="en-US" sz="1000"/>
              <a:t>회로</a:t>
            </a:r>
            <a:r>
              <a:rPr lang="en-US" altLang="ko-KR" sz="1000"/>
              <a:t>) – 20A(</a:t>
            </a:r>
            <a:r>
              <a:rPr lang="ko-KR" altLang="en-US" sz="1000"/>
              <a:t>누전용</a:t>
            </a:r>
            <a:r>
              <a:rPr lang="en-US" altLang="ko-KR" sz="1000"/>
              <a:t>) </a:t>
            </a:r>
            <a:r>
              <a:rPr lang="ko-KR" altLang="en-US" sz="1000"/>
              <a:t>차단기
</a:t>
            </a:r>
            <a:r>
              <a:rPr lang="en-US" altLang="ko-KR" sz="1000"/>
              <a:t>1</a:t>
            </a:r>
            <a:r>
              <a:rPr lang="ko-KR" altLang="en-US" sz="1000"/>
              <a:t>층 세대 전력량계를 세대 메인차단기 </a:t>
            </a:r>
            <a:r>
              <a:rPr lang="en-US" altLang="ko-KR" sz="1000"/>
              <a:t>1</a:t>
            </a:r>
            <a:r>
              <a:rPr lang="ko-KR" altLang="en-US" sz="1000"/>
              <a:t>차측에서 </a:t>
            </a:r>
            <a:r>
              <a:rPr lang="en-US" altLang="ko-KR" sz="1000"/>
              <a:t>2</a:t>
            </a:r>
            <a:r>
              <a:rPr lang="ko-KR" altLang="en-US" sz="1000"/>
              <a:t>차측으로 회로 변경
차단기 메인 스위치 조작 사택 관리소 에서 진행후 전원 차단 점검후</a:t>
            </a:r>
            <a:r>
              <a:rPr lang="en-US" altLang="ko-KR" sz="1000"/>
              <a:t>(</a:t>
            </a:r>
            <a:r>
              <a:rPr lang="ko-KR" altLang="en-US" sz="1000"/>
              <a:t>점검기 부착</a:t>
            </a:r>
            <a:r>
              <a:rPr lang="en-US" altLang="ko-KR" sz="1000"/>
              <a:t>) </a:t>
            </a:r>
            <a:r>
              <a:rPr lang="ko-KR" altLang="en-US" sz="1000"/>
              <a:t>투입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888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2025-10-01T00:39:54Z</dcterms:modified>
</cp:coreProperties>
</file>