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A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303-2 </a:t>
            </a:r>
            <a:r>
              <a:rPr lang="ko-KR" altLang="en-US" b="1">
                <a:latin typeface="+mn-ea"/>
              </a:rPr>
              <a:t>세대내 친환경 도장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샘플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303-2 </a:t>
            </a:r>
            <a:r>
              <a:rPr lang="ko-KR" altLang="en-US" sz="1000">
                <a:latin typeface="+mn-ea"/>
              </a:rPr>
              <a:t>세대내 친환경 도장 작업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샘플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A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장소</a:t>
            </a:r>
            <a:r>
              <a:rPr lang="en-US" altLang="ko-KR" sz="1000"/>
              <a:t>: </a:t>
            </a:r>
            <a:r>
              <a:rPr lang="ko-KR" altLang="en-US" sz="1000"/>
              <a:t>세대내 벽 및 천장</a:t>
            </a:r>
            <a:r>
              <a:rPr lang="en-US" altLang="ko-KR" sz="1000"/>
              <a:t>(</a:t>
            </a:r>
            <a:r>
              <a:rPr lang="ko-KR" altLang="en-US" sz="1000"/>
              <a:t>샘플 작업</a:t>
            </a:r>
            <a:r>
              <a:rPr lang="en-US" altLang="ko-KR" sz="1000"/>
              <a:t>)
</a:t>
            </a:r>
            <a:r>
              <a:rPr lang="ko-KR" altLang="en-US" sz="1000"/>
              <a:t>팬톤 페인트 실내</a:t>
            </a:r>
            <a:r>
              <a:rPr lang="en-US" altLang="ko-KR" sz="1000"/>
              <a:t>(</a:t>
            </a:r>
            <a:r>
              <a:rPr lang="ko-KR" altLang="en-US" sz="1000"/>
              <a:t>벽면 및 천장용 전용</a:t>
            </a:r>
            <a:r>
              <a:rPr lang="en-US" altLang="ko-KR" sz="1000"/>
              <a:t>) </a:t>
            </a:r>
            <a:r>
              <a:rPr lang="ko-KR" altLang="en-US" sz="1000"/>
              <a:t>전용 페인트 사용
팬톤 페인트 색상</a:t>
            </a:r>
            <a:r>
              <a:rPr lang="en-US" altLang="ko-KR" sz="1000"/>
              <a:t>_PANTONE 11-0602 Snow White 
</a:t>
            </a:r>
            <a:r>
              <a:rPr lang="ko-KR" altLang="en-US" sz="1000"/>
              <a:t>벽면 및 천정 석고보드 박리 현장 발생시 보수후 벽지에 도포
침대 및 책상 이동후 및 문포함 보양 작업
기존 침대 의자 책상 이동후 작업
작업 완료후 주변 정리정돈 및 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2025-10-28T02:21:05Z</dcterms:modified>
</cp:coreProperties>
</file>