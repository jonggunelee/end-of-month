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2025-10-16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5-403 </a:t>
            </a:r>
            <a:r>
              <a:rPr lang="ko-KR" altLang="en-US" b="1">
                <a:latin typeface="+mn-ea"/>
              </a:rPr>
              <a:t>수장공사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5-403 </a:t>
            </a:r>
            <a:r>
              <a:rPr lang="ko-KR" altLang="en-US" sz="1000">
                <a:latin typeface="+mn-ea"/>
              </a:rPr>
              <a:t>수장공사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도배지</a:t>
            </a:r>
            <a:r>
              <a:rPr lang="en-US" altLang="ko-KR" sz="1000"/>
              <a:t>(</a:t>
            </a:r>
            <a:r>
              <a:rPr lang="ko-KR" altLang="en-US" sz="1000"/>
              <a:t>합지</a:t>
            </a:r>
            <a:r>
              <a:rPr lang="en-US" altLang="ko-KR" sz="1000"/>
              <a:t>)/</a:t>
            </a:r>
            <a:r>
              <a:rPr lang="ko-KR" altLang="en-US" sz="1000"/>
              <a:t>장판</a:t>
            </a:r>
            <a:r>
              <a:rPr lang="en-US" altLang="ko-KR" sz="1000"/>
              <a:t>(PVC </a:t>
            </a:r>
            <a:r>
              <a:rPr lang="ko-KR" altLang="en-US" sz="1000"/>
              <a:t>비닐계</a:t>
            </a:r>
            <a:r>
              <a:rPr lang="en-US" altLang="ko-KR" sz="1000"/>
              <a:t>)
</a:t>
            </a: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_ 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_ </a:t>
            </a:r>
            <a:r>
              <a:rPr lang="ko-KR" altLang="en-US" sz="1000"/>
              <a:t>거실걸레받이</a:t>
            </a:r>
            <a:r>
              <a:rPr lang="en-US" altLang="ko-KR" sz="1000"/>
              <a:t>) </a:t>
            </a:r>
            <a:r>
              <a:rPr lang="ko-KR" altLang="en-US" sz="1000"/>
              <a:t>작업
폐기물 반출 및 처리 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845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2025-10-16T01:29:39Z</dcterms:modified>
</cp:coreProperties>
</file>