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)-8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)-8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495</cp:revision>
  <dcterms:created xsi:type="dcterms:W3CDTF">2015-01-28T03:52:40Z</dcterms:created>
  <dcterms:modified xsi:type="dcterms:W3CDTF">2025-11-09T21:17:03Z</dcterms:modified>
</cp:coreProperties>
</file>