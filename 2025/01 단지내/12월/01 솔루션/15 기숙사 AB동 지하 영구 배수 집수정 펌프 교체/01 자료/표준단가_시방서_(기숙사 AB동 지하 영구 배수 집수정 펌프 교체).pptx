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지하 영구 배수 집수정 펌프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 지하 영구 배수 집수정 펌프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기숙사 </a:t>
            </a:r>
            <a:r>
              <a:rPr lang="en-US" altLang="ko-KR" sz="1000"/>
              <a:t>AB</a:t>
            </a:r>
            <a:r>
              <a:rPr lang="ko-KR" altLang="en-US" sz="1000"/>
              <a:t>동 기계실 집수정 배수펌프 </a:t>
            </a:r>
            <a:r>
              <a:rPr lang="en-US" altLang="ko-KR" sz="1000"/>
              <a:t>(7.5KW)
</a:t>
            </a:r>
            <a:r>
              <a:rPr lang="ko-KR" altLang="en-US" sz="1000"/>
              <a:t>설치 위치 및 수량 </a:t>
            </a:r>
            <a:r>
              <a:rPr lang="en-US" altLang="ko-KR" sz="1000"/>
              <a:t>: </a:t>
            </a:r>
            <a:r>
              <a:rPr lang="ko-KR" altLang="en-US" sz="1000"/>
              <a:t>지하 </a:t>
            </a:r>
            <a:r>
              <a:rPr lang="en-US" altLang="ko-KR" sz="1000"/>
              <a:t>1.5</a:t>
            </a:r>
            <a:r>
              <a:rPr lang="ko-KR" altLang="en-US" sz="1000"/>
              <a:t>층 기계실 ☞ </a:t>
            </a:r>
            <a:r>
              <a:rPr lang="en-US" altLang="ko-KR" sz="1000"/>
              <a:t>2EA
</a:t>
            </a:r>
            <a:r>
              <a:rPr lang="ko-KR" altLang="en-US" sz="1000"/>
              <a:t>지하수 지속적인 유입으로 펌프만 순차 교체
펌프 전원 정지</a:t>
            </a:r>
            <a:r>
              <a:rPr lang="en-US" altLang="ko-KR" sz="1000"/>
              <a:t>/</a:t>
            </a:r>
            <a:r>
              <a:rPr lang="ko-KR" altLang="en-US" sz="1000"/>
              <a:t>가동 스위치 조작은 관리소에서 진행
배관내 체크 밸브 이후 </a:t>
            </a:r>
            <a:r>
              <a:rPr lang="en-US" altLang="ko-KR" sz="1000"/>
              <a:t>1</a:t>
            </a:r>
            <a:r>
              <a:rPr lang="ko-KR" altLang="en-US" sz="1000"/>
              <a:t>번</a:t>
            </a:r>
            <a:r>
              <a:rPr lang="en-US" altLang="ko-KR" sz="1000"/>
              <a:t>/2</a:t>
            </a:r>
            <a:r>
              <a:rPr lang="ko-KR" altLang="en-US" sz="1000"/>
              <a:t>번 물퇴수후 교체
</a:t>
            </a:r>
            <a:r>
              <a:rPr lang="en-US" altLang="ko-KR" sz="1000"/>
              <a:t>1</a:t>
            </a:r>
            <a:r>
              <a:rPr lang="ko-KR" altLang="en-US" sz="1000"/>
              <a:t>번</a:t>
            </a:r>
            <a:r>
              <a:rPr lang="en-US" altLang="ko-KR" sz="1000"/>
              <a:t>/2</a:t>
            </a:r>
            <a:r>
              <a:rPr lang="ko-KR" altLang="en-US" sz="1000"/>
              <a:t>번 교체 완료후 전원 결선 작업
정상 작동 및 배관 토출 압력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2025-10-01T00:39:33Z</dcterms:modified>
</cp:coreProperties>
</file>