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AB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층 롤방충망 </a:t>
            </a:r>
            <a:r>
              <a:rPr lang="en-US" altLang="ko-KR" b="1">
                <a:latin typeface="+mn-ea"/>
              </a:rPr>
              <a:t>36</a:t>
            </a:r>
            <a:r>
              <a:rPr lang="ko-KR" altLang="en-US" b="1">
                <a:latin typeface="+mn-ea"/>
              </a:rPr>
              <a:t>개 교체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공용부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층 롤방충망 </a:t>
            </a:r>
            <a:r>
              <a:rPr lang="en-US" altLang="ko-KR" sz="1000">
                <a:latin typeface="+mn-ea"/>
              </a:rPr>
              <a:t>36</a:t>
            </a:r>
            <a:r>
              <a:rPr lang="ko-KR" altLang="en-US" sz="1000">
                <a:latin typeface="+mn-ea"/>
              </a:rPr>
              <a:t>개 교체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공용부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1</a:t>
            </a:r>
            <a:r>
              <a:rPr lang="ko-KR" altLang="en-US" sz="1000"/>
              <a:t>층 공용부분 방충망 실측후 및 기존 색상을 통일
공용부분  </a:t>
            </a:r>
            <a:r>
              <a:rPr lang="en-US" altLang="ko-KR" sz="1000"/>
              <a:t>: 36</a:t>
            </a:r>
            <a:r>
              <a:rPr lang="ko-KR" altLang="en-US" sz="1000"/>
              <a:t>개 </a:t>
            </a:r>
            <a:r>
              <a:rPr lang="en-US" altLang="ko-KR" sz="1000"/>
              <a:t>/ </a:t>
            </a:r>
            <a:r>
              <a:rPr lang="ko-KR" altLang="en-US" sz="1000"/>
              <a:t>기존 철거 방충망은 폐기물 처리
① 관리소</a:t>
            </a:r>
            <a:r>
              <a:rPr lang="en-US" altLang="ko-KR" sz="1000"/>
              <a:t>-2</a:t>
            </a:r>
            <a:r>
              <a:rPr lang="ko-KR" altLang="en-US" sz="1000"/>
              <a:t>개 </a:t>
            </a:r>
            <a:r>
              <a:rPr lang="en-US" altLang="ko-KR" sz="1000"/>
              <a:t>/ ② </a:t>
            </a:r>
            <a:r>
              <a:rPr lang="ko-KR" altLang="en-US" sz="1000"/>
              <a:t>라운지</a:t>
            </a:r>
            <a:r>
              <a:rPr lang="en-US" altLang="ko-KR" sz="1000"/>
              <a:t>1-5</a:t>
            </a:r>
            <a:r>
              <a:rPr lang="ko-KR" altLang="en-US" sz="1000"/>
              <a:t>개
③ 라운지</a:t>
            </a:r>
            <a:r>
              <a:rPr lang="en-US" altLang="ko-KR" sz="1000"/>
              <a:t>2-5</a:t>
            </a:r>
            <a:r>
              <a:rPr lang="ko-KR" altLang="en-US" sz="1000"/>
              <a:t>개 </a:t>
            </a:r>
            <a:r>
              <a:rPr lang="en-US" altLang="ko-KR" sz="1000"/>
              <a:t>/ ④ B</a:t>
            </a:r>
            <a:r>
              <a:rPr lang="ko-KR" altLang="en-US" sz="1000"/>
              <a:t>동복도</a:t>
            </a:r>
            <a:r>
              <a:rPr lang="en-US" altLang="ko-KR" sz="1000"/>
              <a:t>-2</a:t>
            </a:r>
            <a:r>
              <a:rPr lang="ko-KR" altLang="en-US" sz="1000"/>
              <a:t>개
⑤ </a:t>
            </a:r>
            <a:r>
              <a:rPr lang="en-US" altLang="ko-KR" sz="1000"/>
              <a:t>AB</a:t>
            </a:r>
            <a:r>
              <a:rPr lang="ko-KR" altLang="en-US" sz="1000"/>
              <a:t>동 중앙복도</a:t>
            </a:r>
            <a:r>
              <a:rPr lang="en-US" altLang="ko-KR" sz="1000"/>
              <a:t>-4</a:t>
            </a:r>
            <a:r>
              <a:rPr lang="ko-KR" altLang="en-US" sz="1000"/>
              <a:t>개 </a:t>
            </a:r>
            <a:r>
              <a:rPr lang="en-US" altLang="ko-KR" sz="1000"/>
              <a:t>/ ⑥ </a:t>
            </a:r>
            <a:r>
              <a:rPr lang="ko-KR" altLang="en-US" sz="1000"/>
              <a:t>남자화장실</a:t>
            </a:r>
            <a:r>
              <a:rPr lang="en-US" altLang="ko-KR" sz="1000"/>
              <a:t>-1</a:t>
            </a:r>
            <a:r>
              <a:rPr lang="ko-KR" altLang="en-US" sz="1000"/>
              <a:t>개
⑦ 여자화장실</a:t>
            </a:r>
            <a:r>
              <a:rPr lang="en-US" altLang="ko-KR" sz="1000"/>
              <a:t>-1</a:t>
            </a:r>
            <a:r>
              <a:rPr lang="ko-KR" altLang="en-US" sz="1000"/>
              <a:t>개 </a:t>
            </a:r>
            <a:r>
              <a:rPr lang="en-US" altLang="ko-KR" sz="1000"/>
              <a:t>/ ⑧ </a:t>
            </a:r>
            <a:r>
              <a:rPr lang="ko-KR" altLang="en-US" sz="1000"/>
              <a:t>체력단련실</a:t>
            </a:r>
            <a:r>
              <a:rPr lang="en-US" altLang="ko-KR" sz="1000"/>
              <a:t>-13</a:t>
            </a:r>
            <a:r>
              <a:rPr lang="ko-KR" altLang="en-US" sz="1000"/>
              <a:t>개
⑨ 편의점</a:t>
            </a:r>
            <a:r>
              <a:rPr lang="en-US" altLang="ko-KR" sz="1000"/>
              <a:t>-3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장비 설치로 인해 총 </a:t>
            </a:r>
            <a:r>
              <a:rPr lang="en-US" altLang="ko-KR" sz="1000"/>
              <a:t>12</a:t>
            </a:r>
            <a:r>
              <a:rPr lang="ko-KR" altLang="en-US" sz="1000"/>
              <a:t>개 중 </a:t>
            </a:r>
            <a:r>
              <a:rPr lang="en-US" altLang="ko-KR" sz="1000"/>
              <a:t>3</a:t>
            </a:r>
            <a:r>
              <a:rPr lang="ko-KR" altLang="en-US" sz="1000"/>
              <a:t>개만 교체 가능</a:t>
            </a:r>
            <a:r>
              <a:rPr lang="en-US" altLang="ko-KR" sz="1000"/>
              <a:t>)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886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2025-10-01T06:28:25Z</dcterms:modified>
</cp:coreProperties>
</file>