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2025-11-12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</a:t>
            </a:r>
            <a:r>
              <a:rPr lang="ko-KR" altLang="en-US" b="1">
                <a:latin typeface="+mn-ea"/>
              </a:rPr>
              <a:t>동 어린이집 놀이터 화단 외벽 개선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 어린이집 놀이터 화단 외벽 개선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274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화단 외벽측 바닥 인력 터파기 작업
화단 외벽측 바닥 비닐 보양 작업
화단 외벽측 바닥 되메우기 작업
화단 외벽측 상단 실리콘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814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2025-11-12T01:39:16Z</dcterms:modified>
</cp:coreProperties>
</file>