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102-403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전후면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102-403 </a:t>
            </a:r>
            <a:r>
              <a:rPr lang="ko-KR" altLang="en-US" sz="1000">
                <a:latin typeface="+mn-ea"/>
              </a:rPr>
              <a:t>베란다 누수보수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전후면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2025-11-09T04:53:30Z</dcterms:modified>
</cp:coreProperties>
</file>