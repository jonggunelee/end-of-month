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9-502 </a:t>
            </a:r>
            <a:r>
              <a:rPr lang="ko-KR" altLang="en-US" b="1">
                <a:latin typeface="+mn-ea"/>
              </a:rPr>
              <a:t>수장작업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9-502 </a:t>
            </a:r>
            <a:r>
              <a:rPr lang="ko-KR" altLang="en-US" sz="1000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
</a:t>
            </a:r>
            <a:r>
              <a:rPr lang="ko-KR" altLang="en-US" sz="1000"/>
              <a:t>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앞뒤베란다전체 및 </a:t>
            </a:r>
            <a:r>
              <a:rPr lang="en-US" altLang="ko-KR" sz="1000"/>
              <a:t>_ </a:t>
            </a:r>
            <a:r>
              <a:rPr lang="ko-KR" altLang="en-US" sz="1000"/>
              <a:t>수도계량기함</a:t>
            </a:r>
            <a:r>
              <a:rPr lang="en-US" altLang="ko-KR" sz="1000"/>
              <a:t>(2</a:t>
            </a:r>
            <a:r>
              <a:rPr lang="ko-KR" altLang="en-US" sz="1000"/>
              <a:t>개소</a:t>
            </a:r>
            <a:r>
              <a:rPr lang="en-US" altLang="ko-KR" sz="1000"/>
              <a:t>))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앞뒤베란다 벽면</a:t>
            </a:r>
            <a:r>
              <a:rPr lang="en-US" altLang="ko-KR" sz="1000"/>
              <a:t>_ </a:t>
            </a:r>
            <a:r>
              <a:rPr lang="ko-KR" altLang="en-US" sz="1000"/>
              <a:t>천정</a:t>
            </a:r>
            <a:r>
              <a:rPr lang="en-US" altLang="ko-KR" sz="1000"/>
              <a:t>(</a:t>
            </a:r>
            <a:r>
              <a:rPr lang="ko-KR" altLang="en-US" sz="1000"/>
              <a:t>창고포함</a:t>
            </a:r>
            <a:r>
              <a:rPr lang="en-US" altLang="ko-KR" sz="1000"/>
              <a:t>) </a:t>
            </a:r>
            <a:r>
              <a:rPr lang="ko-KR" altLang="en-US" sz="1000"/>
              <a:t>곰팡이제거 포함</a:t>
            </a:r>
            <a:r>
              <a:rPr lang="en-US" altLang="ko-KR" sz="1000"/>
              <a:t>))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2025-11-09T04:52:49Z</dcterms:modified>
</cp:coreProperties>
</file>