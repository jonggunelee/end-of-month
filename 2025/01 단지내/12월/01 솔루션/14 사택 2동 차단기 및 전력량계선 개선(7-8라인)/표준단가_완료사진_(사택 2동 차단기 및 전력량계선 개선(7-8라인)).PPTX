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1403" r:id="rId2"/>
    <p:sldId id="1417" r:id="rId3"/>
  </p:sldIdLst>
  <p:sldSz cx="9906000" cy="6858000" type="A4"/>
  <p:notesSz cx="6797675" cy="9874250"/>
  <p:defaultTextStyle>
    <a:defPPr>
      <a:defRPr lang="ko-KR"/>
    </a:defPPr>
    <a:lvl1pPr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1pPr>
    <a:lvl2pPr marL="478159" indent="-58312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2pPr>
    <a:lvl3pPr marL="956318" indent="-116624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3pPr>
    <a:lvl4pPr marL="1435935" indent="-176394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4pPr>
    <a:lvl5pPr marL="1914094" indent="-234706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5pPr>
    <a:lvl6pPr marL="2099234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6pPr>
    <a:lvl7pPr marL="2519081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7pPr>
    <a:lvl8pPr marL="2938927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8pPr>
    <a:lvl9pPr marL="3358774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기본 구역" id="{D713B6DA-0C6F-4729-973A-2034A7AF97A5}">
          <p14:sldIdLst>
            <p14:sldId id="1403"/>
            <p14:sldId id="14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55" userDrawn="1">
          <p15:clr>
            <a:srgbClr val="A4A3A4"/>
          </p15:clr>
        </p15:guide>
        <p15:guide id="2" orient="horz" pos="3657" userDrawn="1">
          <p15:clr>
            <a:srgbClr val="A4A3A4"/>
          </p15:clr>
        </p15:guide>
        <p15:guide id="3" orient="horz" pos="4194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orient="horz" pos="3362" userDrawn="1">
          <p15:clr>
            <a:srgbClr val="A4A3A4"/>
          </p15:clr>
        </p15:guide>
        <p15:guide id="6" orient="horz" pos="2500" userDrawn="1">
          <p15:clr>
            <a:srgbClr val="A4A3A4"/>
          </p15:clr>
        </p15:guide>
        <p15:guide id="7" orient="horz" pos="1344" userDrawn="1">
          <p15:clr>
            <a:srgbClr val="A4A3A4"/>
          </p15:clr>
        </p15:guide>
        <p15:guide id="8" orient="horz" pos="2727" userDrawn="1">
          <p15:clr>
            <a:srgbClr val="A4A3A4"/>
          </p15:clr>
        </p15:guide>
        <p15:guide id="9" pos="296" userDrawn="1">
          <p15:clr>
            <a:srgbClr val="A4A3A4"/>
          </p15:clr>
        </p15:guide>
        <p15:guide id="10" pos="767" userDrawn="1">
          <p15:clr>
            <a:srgbClr val="A4A3A4"/>
          </p15:clr>
        </p15:guide>
        <p15:guide id="11" pos="5982" userDrawn="1">
          <p15:clr>
            <a:srgbClr val="A4A3A4"/>
          </p15:clr>
        </p15:guide>
        <p15:guide id="12" pos="1844" userDrawn="1">
          <p15:clr>
            <a:srgbClr val="A4A3A4"/>
          </p15:clr>
        </p15:guide>
        <p15:guide id="13" pos="4640" userDrawn="1">
          <p15:clr>
            <a:srgbClr val="A4A3A4"/>
          </p15:clr>
        </p15:guide>
        <p15:guide id="14" pos="62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3A61"/>
    <a:srgbClr val="114371"/>
    <a:srgbClr val="CF01C0"/>
    <a:srgbClr val="BABABA"/>
    <a:srgbClr val="13FFF9"/>
    <a:srgbClr val="F75811"/>
    <a:srgbClr val="ED87DA"/>
    <a:srgbClr val="EBE600"/>
    <a:srgbClr val="FFFF0D"/>
    <a:srgbClr val="F48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62" autoAdjust="0"/>
    <p:restoredTop sz="96136" autoAdjust="0"/>
  </p:normalViewPr>
  <p:slideViewPr>
    <p:cSldViewPr snapToGrid="0" snapToObjects="1">
      <p:cViewPr varScale="1">
        <p:scale>
          <a:sx n="110" d="100"/>
          <a:sy n="110" d="100"/>
        </p:scale>
        <p:origin x="3246" y="114"/>
      </p:cViewPr>
      <p:guideLst>
        <p:guide orient="horz" pos="555"/>
        <p:guide orient="horz" pos="3657"/>
        <p:guide orient="horz" pos="4194"/>
        <p:guide orient="horz" pos="799"/>
        <p:guide orient="horz" pos="3362"/>
        <p:guide orient="horz" pos="2500"/>
        <p:guide orient="horz" pos="1344"/>
        <p:guide orient="horz" pos="2727"/>
        <p:guide pos="296"/>
        <p:guide pos="767"/>
        <p:guide pos="5982"/>
        <p:guide pos="1844"/>
        <p:guide pos="4640"/>
        <p:guide pos="6227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3978" y="102"/>
      </p:cViewPr>
      <p:guideLst>
        <p:guide orient="horz" pos="3110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t" anchorCtr="0" compatLnSpc="1">
            <a:prstTxWarp prst="textNoShape">
              <a:avLst/>
            </a:prstTxWarp>
          </a:bodyPr>
          <a:lstStyle>
            <a:lvl1pPr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849690" y="0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t" anchorCtr="0" compatLnSpc="1">
            <a:prstTxWarp prst="textNoShape">
              <a:avLst/>
            </a:prstTxWarp>
          </a:bodyPr>
          <a:lstStyle>
            <a:lvl1pPr algn="r"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fld id="{A434533D-FBF6-42AB-869A-3D50012EEACB}" type="datetimeFigureOut">
              <a:rPr lang="ko-KR" altLang="en-US"/>
              <a:pPr>
                <a:defRPr/>
              </a:pPr>
              <a:t>2025-12-11</a:t>
            </a:fld>
            <a:endParaRPr lang="en-US" altLang="ko-KR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8287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1" tIns="48234" rIns="96471" bIns="48234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81038" y="4691575"/>
            <a:ext cx="5435600" cy="4442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0" y="9379984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b" anchorCtr="0" compatLnSpc="1">
            <a:prstTxWarp prst="textNoShape">
              <a:avLst/>
            </a:prstTxWarp>
          </a:bodyPr>
          <a:lstStyle>
            <a:lvl1pPr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849690" y="9379984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b" anchorCtr="0" compatLnSpc="1">
            <a:prstTxWarp prst="textNoShape">
              <a:avLst/>
            </a:prstTxWarp>
          </a:bodyPr>
          <a:lstStyle>
            <a:lvl1pPr algn="r"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fld id="{753579C5-6FBE-4C8D-8238-759CA6F6F62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7840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1pPr>
    <a:lvl2pPr marL="295934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2pPr>
    <a:lvl3pPr marL="593326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3pPr>
    <a:lvl4pPr marL="889259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4pPr>
    <a:lvl5pPr marL="1186650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5pPr>
    <a:lvl6pPr marL="1484369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6pPr>
    <a:lvl7pPr marL="1781242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7pPr>
    <a:lvl8pPr marL="2078116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8pPr>
    <a:lvl9pPr marL="2374989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877E3-CA50-DE92-A516-B7897069D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BDE73320-8870-46F1-BE3F-1FD96568CF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08025" y="746125"/>
            <a:ext cx="5373688" cy="3721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6655048E-5DCC-FA9C-C188-9B911F52A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/>
              <a:t>ㄴ</a:t>
            </a:r>
            <a:endParaRPr lang="en-US" altLang="ko-KR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23B6C5B7-ED4E-62F8-74B4-D60EE06A0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4373" indent="-28629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5189" indent="-22903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3265" indent="-22903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61342" indent="-22903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9416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7489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35566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93644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8216D086-8F9B-474C-A7BF-9A7883A2FA8E}" type="slidenum">
              <a:rPr lang="ko-KR" altLang="en-US" sz="1100"/>
              <a:pPr eaLnBrk="1" hangingPunct="1">
                <a:spcBef>
                  <a:spcPct val="0"/>
                </a:spcBef>
              </a:pPr>
              <a:t>2</a:t>
            </a:fld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739924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E0794-4AC3-4AE3-AACD-B1562E3270D1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2CF64-232B-451E-8B38-D55C648B833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584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D:\2)브랜드\2014\★어플리케이션\장표\0321\엣서비스_PPT탬플릿_상단바-02.jpg">
            <a:extLst>
              <a:ext uri="{FF2B5EF4-FFF2-40B4-BE49-F238E27FC236}">
                <a16:creationId xmlns:a16="http://schemas.microsoft.com/office/drawing/2014/main" id="{B4BA8D8E-9278-43B5-ABA3-7DC158A508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2102C-4BA3-44BA-B44E-04B0B9ED4BB2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914296" y="6526017"/>
            <a:ext cx="1961183" cy="309034"/>
          </a:xfrm>
        </p:spPr>
        <p:txBody>
          <a:bodyPr/>
          <a:lstStyle>
            <a:lvl1pPr>
              <a:defRPr sz="72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FB0909ED-030C-44F9-8B7F-10E516BCB60A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C5EC30-1BBB-4388-A5F2-04F9418FC3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696" b="86957" l="8000" r="95200">
                        <a14:foregroundMark x1="8000" y1="28261" x2="8000" y2="28261"/>
                        <a14:foregroundMark x1="18400" y1="52174" x2="18400" y2="52174"/>
                        <a14:foregroundMark x1="18400" y1="73913" x2="18400" y2="73913"/>
                        <a14:foregroundMark x1="30400" y1="43478" x2="30400" y2="43478"/>
                        <a14:foregroundMark x1="31200" y1="47826" x2="31200" y2="47826"/>
                        <a14:foregroundMark x1="49600" y1="34783" x2="49600" y2="34783"/>
                        <a14:foregroundMark x1="59200" y1="56522" x2="59200" y2="56522"/>
                        <a14:foregroundMark x1="70400" y1="60870" x2="70400" y2="60870"/>
                        <a14:foregroundMark x1="81600" y1="60870" x2="81600" y2="60870"/>
                        <a14:foregroundMark x1="87200" y1="60870" x2="87200" y2="60870"/>
                        <a14:foregroundMark x1="95200" y1="78261" x2="95200" y2="78261"/>
                        <a14:foregroundMark x1="95200" y1="80435" x2="95200" y2="80435"/>
                        <a14:foregroundMark x1="95200" y1="80435" x2="95200" y2="80435"/>
                        <a14:foregroundMark x1="10400" y1="73913" x2="10400" y2="73913"/>
                        <a14:backgroundMark x1="33600" y1="28261" x2="33600" y2="28261"/>
                        <a14:backgroundMark x1="72000" y1="71739" x2="72000" y2="71739"/>
                        <a14:backgroundMark x1="88800" y1="69565" x2="88800" y2="69565"/>
                        <a14:backgroundMark x1="96800" y1="84783" x2="96800" y2="84783"/>
                        <a14:backgroundMark x1="96800" y1="78261" x2="96800" y2="782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37190" y="164571"/>
            <a:ext cx="838289" cy="30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59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D:\2)브랜드\2014\어플리케이션\장표\0321\엣서비스_PPT탬플릿_표지-07.jp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873188"/>
            <a:ext cx="9906000" cy="134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488" y="980728"/>
            <a:ext cx="3113163" cy="96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748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595" y="275012"/>
            <a:ext cx="8914812" cy="1143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75" tIns="52139" rIns="104275" bIns="5213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595" y="1599673"/>
            <a:ext cx="8914812" cy="452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75" tIns="52139" rIns="104275" bIns="521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595" y="6356933"/>
            <a:ext cx="2311792" cy="364281"/>
          </a:xfrm>
          <a:prstGeom prst="rect">
            <a:avLst/>
          </a:prstGeom>
        </p:spPr>
        <p:txBody>
          <a:bodyPr vert="horz" lIns="104275" tIns="52139" rIns="104275" bIns="52139" rtlCol="0" anchor="ctr"/>
          <a:lstStyle>
            <a:lvl1pPr algn="l" defTabSz="945783" fontAlgn="auto" latinLnBrk="1">
              <a:spcBef>
                <a:spcPts val="0"/>
              </a:spcBef>
              <a:spcAft>
                <a:spcPts val="0"/>
              </a:spcAft>
              <a:defRPr kumimoji="0" sz="117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F3050BE-2E01-4736-B8E3-5D8B0AC68056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3864" y="6356933"/>
            <a:ext cx="3138273" cy="364281"/>
          </a:xfrm>
          <a:prstGeom prst="rect">
            <a:avLst/>
          </a:prstGeom>
        </p:spPr>
        <p:txBody>
          <a:bodyPr vert="horz" lIns="104275" tIns="52139" rIns="104275" bIns="52139" rtlCol="0" anchor="ctr"/>
          <a:lstStyle>
            <a:lvl1pPr algn="ctr" defTabSz="945783" fontAlgn="auto" latinLnBrk="1">
              <a:spcBef>
                <a:spcPts val="0"/>
              </a:spcBef>
              <a:spcAft>
                <a:spcPts val="0"/>
              </a:spcAft>
              <a:defRPr kumimoji="0" sz="117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8614" y="6356933"/>
            <a:ext cx="2311792" cy="364281"/>
          </a:xfrm>
          <a:prstGeom prst="rect">
            <a:avLst/>
          </a:prstGeom>
        </p:spPr>
        <p:txBody>
          <a:bodyPr vert="horz" lIns="104275" tIns="52139" rIns="104275" bIns="52139" rtlCol="0" anchor="ctr"/>
          <a:lstStyle>
            <a:lvl1pPr algn="r" defTabSz="945783" fontAlgn="auto" latinLnBrk="1">
              <a:spcBef>
                <a:spcPts val="0"/>
              </a:spcBef>
              <a:spcAft>
                <a:spcPts val="0"/>
              </a:spcAft>
              <a:defRPr kumimoji="0" sz="117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4F7CA2-02AA-4BF9-9930-4E7DB372408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95" r:id="rId2"/>
    <p:sldLayoutId id="2147483696" r:id="rId3"/>
  </p:sldLayoutIdLst>
  <p:hf hdr="0" ftr="0" dt="0"/>
  <p:txStyles>
    <p:titleStyle>
      <a:lvl1pPr algn="ctr" defTabSz="944550" rtl="0" eaLnBrk="0" fontAlgn="base" latinLnBrk="1" hangingPunct="0">
        <a:spcBef>
          <a:spcPct val="0"/>
        </a:spcBef>
        <a:spcAft>
          <a:spcPct val="0"/>
        </a:spcAft>
        <a:defRPr sz="453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14680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29361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44041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58722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4206" indent="-354206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356" kern="1200">
          <a:solidFill>
            <a:schemeClr val="tx1"/>
          </a:solidFill>
          <a:latin typeface="+mn-lt"/>
          <a:ea typeface="+mn-ea"/>
          <a:cs typeface="+mn-cs"/>
        </a:defRPr>
      </a:lvl1pPr>
      <a:lvl2pPr marL="767447" indent="-295172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902" kern="1200">
          <a:solidFill>
            <a:schemeClr val="tx1"/>
          </a:solidFill>
          <a:latin typeface="+mn-lt"/>
          <a:ea typeface="+mn-ea"/>
          <a:cs typeface="+mn-cs"/>
        </a:defRPr>
      </a:lvl2pPr>
      <a:lvl3pPr marL="1182128" indent="-236137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3pPr>
      <a:lvl4pPr marL="1654402" indent="-236137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86" kern="1200">
          <a:solidFill>
            <a:schemeClr val="tx1"/>
          </a:solidFill>
          <a:latin typeface="+mn-lt"/>
          <a:ea typeface="+mn-ea"/>
          <a:cs typeface="+mn-cs"/>
        </a:defRPr>
      </a:lvl4pPr>
      <a:lvl5pPr marL="2126677" indent="-236137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86" kern="1200">
          <a:solidFill>
            <a:schemeClr val="tx1"/>
          </a:solidFill>
          <a:latin typeface="+mn-lt"/>
          <a:ea typeface="+mn-ea"/>
          <a:cs typeface="+mn-cs"/>
        </a:defRPr>
      </a:lvl5pPr>
      <a:lvl6pPr marL="2600907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6pPr>
      <a:lvl7pPr marL="3073799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7pPr>
      <a:lvl8pPr marL="3546692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8pPr>
      <a:lvl9pPr marL="4019583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72892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45783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18677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891568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364460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837354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10244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783138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4552914" y="5608722"/>
            <a:ext cx="800201" cy="307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1" tIns="45716" rIns="91431" bIns="45716">
            <a:spAutoFit/>
          </a:bodyPr>
          <a:lstStyle/>
          <a:p>
            <a:pPr algn="ctr"/>
            <a:r>
              <a:rPr kumimoji="0" lang="en-US" altLang="ko-KR" sz="1400" spc="-150" dirty="0">
                <a:latin typeface="+mn-ea"/>
                <a:ea typeface="+mn-ea"/>
              </a:rPr>
              <a:t>S&amp;I</a:t>
            </a:r>
            <a:r>
              <a:rPr kumimoji="0" lang="ko-KR" altLang="en-US" sz="1400" spc="-150" dirty="0">
                <a:latin typeface="+mn-ea"/>
                <a:ea typeface="+mn-ea"/>
              </a:rPr>
              <a:t> </a:t>
            </a:r>
            <a:r>
              <a:rPr kumimoji="0" lang="en-US" altLang="ko-KR" sz="1400" spc="-150" dirty="0">
                <a:latin typeface="+mn-ea"/>
                <a:ea typeface="+mn-ea"/>
              </a:rPr>
              <a:t>Corp.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1518321" y="6302786"/>
            <a:ext cx="6849743" cy="43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Copyright ⓒ S&amp;I  Corp.</a:t>
            </a:r>
          </a:p>
          <a:p>
            <a:pPr algn="ctr">
              <a:spcBef>
                <a:spcPts val="300"/>
              </a:spcBef>
            </a:pP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S&amp;I  Corp.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의 사전 승인 없이 본 내용의 전부 또는 일부에 대한 복사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전재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배포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사용 등을 금합니다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  <a:endParaRPr lang="ko-KR" altLang="en-US" sz="1000" spc="-15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" name="제목 12"/>
          <p:cNvSpPr txBox="1">
            <a:spLocks/>
          </p:cNvSpPr>
          <p:nvPr/>
        </p:nvSpPr>
        <p:spPr bwMode="auto">
          <a:xfrm>
            <a:off x="473018" y="2234746"/>
            <a:ext cx="8915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3600" b="0" dirty="0" err="1">
                <a:latin typeface="+mn-ea"/>
                <a:ea typeface="+mn-ea"/>
              </a:rPr>
              <a:t>공종별</a:t>
            </a:r>
            <a:r>
              <a:rPr lang="ko-KR" altLang="en-US" sz="3600" b="0" dirty="0">
                <a:latin typeface="+mn-ea"/>
                <a:ea typeface="+mn-ea"/>
              </a:rPr>
              <a:t> 진행 사진대지</a:t>
            </a:r>
          </a:p>
        </p:txBody>
      </p:sp>
      <p:sp>
        <p:nvSpPr>
          <p:cNvPr id="6" name="제목 12"/>
          <p:cNvSpPr txBox="1">
            <a:spLocks/>
          </p:cNvSpPr>
          <p:nvPr/>
        </p:nvSpPr>
        <p:spPr bwMode="auto">
          <a:xfrm>
            <a:off x="473018" y="4052518"/>
            <a:ext cx="891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2400" b="0" dirty="0" err="1">
                <a:latin typeface="+mn-ea"/>
                <a:ea typeface="+mn-ea"/>
              </a:rPr>
              <a:t>공사명</a:t>
            </a:r>
            <a:r>
              <a:rPr lang="ko-KR" altLang="en-US" sz="2400" b="0" dirty="0">
                <a:latin typeface="+mn-ea"/>
                <a:ea typeface="+mn-ea"/>
              </a:rPr>
              <a:t> </a:t>
            </a:r>
            <a:r>
              <a:rPr lang="en-US" altLang="ko-KR" sz="2400" b="0" dirty="0">
                <a:latin typeface="+mn-ea"/>
                <a:ea typeface="+mn-ea"/>
              </a:rPr>
              <a:t>: </a:t>
            </a:r>
            <a:r>
              <a:rPr lang="ko-KR" altLang="en-US" sz="2400" b="0" dirty="0">
                <a:latin typeface="+mn-ea"/>
                <a:ea typeface="+mn-ea"/>
              </a:rPr>
              <a:t>사택</a:t>
            </a:r>
          </a:p>
        </p:txBody>
      </p:sp>
    </p:spTree>
    <p:extLst>
      <p:ext uri="{BB962C8B-B14F-4D97-AF65-F5344CB8AC3E}">
        <p14:creationId xmlns:p14="http://schemas.microsoft.com/office/powerpoint/2010/main" val="313759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4221E-C9A4-C60A-9482-956810D5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FABD927-FD50-363D-260C-C9C79E20D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378664"/>
              </p:ext>
            </p:extLst>
          </p:nvPr>
        </p:nvGraphicFramePr>
        <p:xfrm>
          <a:off x="5128946" y="3872256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0153">
                <a:tc>
                  <a:txBody>
                    <a:bodyPr/>
                    <a:lstStyle/>
                    <a:p>
                      <a:pPr marL="0" marR="0" lvl="0" indent="0" algn="l" defTabSz="9457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내용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세대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분전반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F947C34F-AFCC-4EE4-4C03-624B1F6D4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899827"/>
              </p:ext>
            </p:extLst>
          </p:nvPr>
        </p:nvGraphicFramePr>
        <p:xfrm>
          <a:off x="363285" y="989805"/>
          <a:ext cx="4441380" cy="25774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919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내용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):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계량기함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B51DFCA-BFB1-ADF4-9455-18396F80C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587139"/>
              </p:ext>
            </p:extLst>
          </p:nvPr>
        </p:nvGraphicFramePr>
        <p:xfrm>
          <a:off x="5128946" y="990120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내용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):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계량기함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766CB26-F21D-470F-3AE1-4FE05A179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144455"/>
              </p:ext>
            </p:extLst>
          </p:nvPr>
        </p:nvGraphicFramePr>
        <p:xfrm>
          <a:off x="352454" y="3872256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작업 내용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전기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세대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분전반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sp>
        <p:nvSpPr>
          <p:cNvPr id="99" name="Text Box 9">
            <a:extLst>
              <a:ext uri="{FF2B5EF4-FFF2-40B4-BE49-F238E27FC236}">
                <a16:creationId xmlns:a16="http://schemas.microsoft.com/office/drawing/2014/main" id="{45C1743F-2F43-4466-F007-A7E611851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84" y="110670"/>
            <a:ext cx="76232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ko-KR" altLang="en-US" sz="1400" b="1" dirty="0" err="1">
                <a:solidFill>
                  <a:srgbClr val="000000"/>
                </a:solidFill>
                <a:latin typeface="+mn-ea"/>
                <a:ea typeface="+mn-ea"/>
                <a:cs typeface="Arial" charset="0"/>
              </a:rPr>
              <a:t>공종진행사진</a:t>
            </a:r>
            <a:endParaRPr lang="ko-KR" altLang="en-US" sz="1400" b="1" dirty="0">
              <a:solidFill>
                <a:srgbClr val="000000"/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12" name="제목 12">
            <a:extLst>
              <a:ext uri="{FF2B5EF4-FFF2-40B4-BE49-F238E27FC236}">
                <a16:creationId xmlns:a16="http://schemas.microsoft.com/office/drawing/2014/main" id="{901D09C1-0B31-4369-9DB3-801A6123C02E}"/>
              </a:ext>
            </a:extLst>
          </p:cNvPr>
          <p:cNvSpPr txBox="1">
            <a:spLocks/>
          </p:cNvSpPr>
          <p:nvPr/>
        </p:nvSpPr>
        <p:spPr bwMode="auto">
          <a:xfrm>
            <a:off x="1795039" y="637266"/>
            <a:ext cx="10834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200" u="sng" dirty="0">
                <a:latin typeface="+mn-ea"/>
                <a:ea typeface="+mn-ea"/>
              </a:rPr>
              <a:t>작업</a:t>
            </a:r>
            <a:r>
              <a:rPr lang="en-US" altLang="ko-KR" sz="1200" u="sng" dirty="0">
                <a:latin typeface="+mn-ea"/>
                <a:ea typeface="+mn-ea"/>
              </a:rPr>
              <a:t>(</a:t>
            </a:r>
            <a:r>
              <a:rPr lang="ko-KR" altLang="en-US" sz="1200" u="sng" dirty="0">
                <a:latin typeface="+mn-ea"/>
                <a:ea typeface="+mn-ea"/>
              </a:rPr>
              <a:t>전</a:t>
            </a:r>
            <a:r>
              <a:rPr lang="en-US" altLang="ko-KR" sz="1200" u="sng" dirty="0">
                <a:latin typeface="+mn-ea"/>
                <a:ea typeface="+mn-ea"/>
              </a:rPr>
              <a:t>,</a:t>
            </a:r>
            <a:r>
              <a:rPr lang="ko-KR" altLang="en-US" sz="1200" u="sng" dirty="0">
                <a:latin typeface="+mn-ea"/>
                <a:ea typeface="+mn-ea"/>
              </a:rPr>
              <a:t>중</a:t>
            </a:r>
            <a:r>
              <a:rPr lang="en-US" altLang="ko-KR" sz="1200" u="sng" dirty="0">
                <a:latin typeface="+mn-ea"/>
                <a:ea typeface="+mn-ea"/>
              </a:rPr>
              <a:t>)</a:t>
            </a:r>
            <a:endParaRPr lang="ko-KR" altLang="en-US" sz="1200" u="sng" dirty="0">
              <a:latin typeface="+mn-ea"/>
              <a:ea typeface="+mn-ea"/>
            </a:endParaRPr>
          </a:p>
        </p:txBody>
      </p:sp>
      <p:sp>
        <p:nvSpPr>
          <p:cNvPr id="14" name="제목 12">
            <a:extLst>
              <a:ext uri="{FF2B5EF4-FFF2-40B4-BE49-F238E27FC236}">
                <a16:creationId xmlns:a16="http://schemas.microsoft.com/office/drawing/2014/main" id="{322F97DD-3A6B-30BA-5452-DEDC0994FDDC}"/>
              </a:ext>
            </a:extLst>
          </p:cNvPr>
          <p:cNvSpPr txBox="1">
            <a:spLocks/>
          </p:cNvSpPr>
          <p:nvPr/>
        </p:nvSpPr>
        <p:spPr bwMode="auto">
          <a:xfrm>
            <a:off x="6643941" y="664974"/>
            <a:ext cx="10834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200" u="sng" dirty="0">
                <a:latin typeface="+mn-ea"/>
                <a:ea typeface="+mn-ea"/>
              </a:rPr>
              <a:t>작업</a:t>
            </a:r>
            <a:r>
              <a:rPr lang="en-US" altLang="ko-KR" sz="1200" u="sng" dirty="0">
                <a:latin typeface="+mn-ea"/>
                <a:ea typeface="+mn-ea"/>
              </a:rPr>
              <a:t>(</a:t>
            </a:r>
            <a:r>
              <a:rPr lang="ko-KR" altLang="en-US" sz="1200" u="sng" dirty="0">
                <a:latin typeface="+mn-ea"/>
                <a:ea typeface="+mn-ea"/>
              </a:rPr>
              <a:t>후</a:t>
            </a:r>
            <a:r>
              <a:rPr lang="en-US" altLang="ko-KR" sz="1200" u="sng" dirty="0">
                <a:latin typeface="+mn-ea"/>
                <a:ea typeface="+mn-ea"/>
              </a:rPr>
              <a:t>)</a:t>
            </a:r>
            <a:endParaRPr lang="ko-KR" altLang="en-US" sz="1200" u="sng" dirty="0">
              <a:latin typeface="+mn-ea"/>
              <a:ea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F8385D-9D45-D90B-A7F3-1D1B6F6A58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35463" y="3074943"/>
            <a:ext cx="1822395" cy="44137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4E3BB98-4EA9-E3C8-B3C1-AF6465F3BB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684031" y="3058920"/>
            <a:ext cx="1781314" cy="44047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AFEDB22-9E7F-7781-D723-99360532A2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13" y="1499116"/>
            <a:ext cx="4401842" cy="179388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6AA1A1-7FE8-5204-0D3A-BA6031A934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775" y="1499115"/>
            <a:ext cx="4413769" cy="179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76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39709</TotalTime>
  <Words>142</Words>
  <Application>Microsoft Office PowerPoint</Application>
  <PresentationFormat>A4 용지(210x297mm)</PresentationFormat>
  <Paragraphs>22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LG스마트체 Regular</vt:lpstr>
      <vt:lpstr>굴림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>aa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</dc:creator>
  <cp:lastModifiedBy>user</cp:lastModifiedBy>
  <cp:revision>2157</cp:revision>
  <cp:lastPrinted>2021-05-18T08:01:49Z</cp:lastPrinted>
  <dcterms:created xsi:type="dcterms:W3CDTF">2010-09-06T07:10:38Z</dcterms:created>
  <dcterms:modified xsi:type="dcterms:W3CDTF">2025-12-11T04:32:15Z</dcterms:modified>
</cp:coreProperties>
</file>