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7-207</a:t>
            </a:r>
            <a:r>
              <a:rPr lang="ko-KR" altLang="en-US" b="1" dirty="0">
                <a:latin typeface="+mn-ea"/>
              </a:rPr>
              <a:t>외 </a:t>
            </a:r>
            <a:r>
              <a:rPr lang="en-US" altLang="ko-KR" b="1" dirty="0">
                <a:latin typeface="+mn-ea"/>
              </a:rPr>
              <a:t>2</a:t>
            </a:r>
            <a:r>
              <a:rPr lang="ko-KR" altLang="en-US" b="1" dirty="0">
                <a:latin typeface="+mn-ea"/>
              </a:rPr>
              <a:t>세대 </a:t>
            </a:r>
            <a:r>
              <a:rPr lang="en-US" altLang="ko-KR" b="1" dirty="0">
                <a:latin typeface="+mn-ea"/>
              </a:rPr>
              <a:t>LED</a:t>
            </a:r>
            <a:r>
              <a:rPr lang="ko-KR" altLang="en-US" b="1" dirty="0" err="1">
                <a:latin typeface="+mn-ea"/>
              </a:rPr>
              <a:t>등기구</a:t>
            </a:r>
            <a:r>
              <a:rPr lang="ko-KR" altLang="en-US" b="1" dirty="0">
                <a:latin typeface="+mn-ea"/>
              </a:rPr>
              <a:t>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</a:t>
            </a:r>
            <a:r>
              <a:rPr lang="en-US" altLang="ko-KR" sz="1000" dirty="0">
                <a:latin typeface="+mn-ea"/>
              </a:rPr>
              <a:t>7-207</a:t>
            </a:r>
            <a:r>
              <a:rPr lang="ko-KR" altLang="en-US" sz="1000" dirty="0">
                <a:latin typeface="+mn-ea"/>
              </a:rPr>
              <a:t>외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세대 </a:t>
            </a:r>
            <a:r>
              <a:rPr lang="en-US" altLang="ko-KR" sz="1000" dirty="0">
                <a:latin typeface="+mn-ea"/>
              </a:rPr>
              <a:t>LED</a:t>
            </a:r>
            <a:r>
              <a:rPr lang="ko-KR" altLang="en-US" sz="1000" dirty="0" err="1">
                <a:latin typeface="+mn-ea"/>
              </a:rPr>
              <a:t>등기구</a:t>
            </a:r>
            <a:r>
              <a:rPr lang="ko-KR" altLang="en-US" sz="1000" dirty="0">
                <a:latin typeface="+mn-ea"/>
              </a:rPr>
              <a:t> 교체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교체대상 </a:t>
            </a:r>
            <a:r>
              <a:rPr lang="en-US" altLang="ko-KR" sz="1000" dirty="0"/>
              <a:t>: 7</a:t>
            </a:r>
            <a:r>
              <a:rPr lang="ko-KR" altLang="en-US" sz="1000" dirty="0"/>
              <a:t>동 </a:t>
            </a:r>
            <a:r>
              <a:rPr lang="en-US" altLang="ko-KR" sz="1000" dirty="0"/>
              <a:t>207</a:t>
            </a:r>
            <a:r>
              <a:rPr lang="ko-KR" altLang="en-US" sz="1000" dirty="0"/>
              <a:t>호 </a:t>
            </a:r>
            <a:r>
              <a:rPr lang="en-US" altLang="ko-KR" sz="1000" dirty="0"/>
              <a:t>/ 406</a:t>
            </a:r>
            <a:r>
              <a:rPr lang="ko-KR" altLang="en-US" sz="1000" dirty="0"/>
              <a:t>호</a:t>
            </a:r>
            <a:r>
              <a:rPr lang="en-US" altLang="ko-KR" sz="1000" dirty="0"/>
              <a:t>/ 407</a:t>
            </a:r>
            <a:r>
              <a:rPr lang="ko-KR" altLang="en-US" sz="1000" dirty="0"/>
              <a:t>호
기존 </a:t>
            </a:r>
            <a:r>
              <a:rPr lang="en-US" altLang="ko-KR" sz="1000" dirty="0"/>
              <a:t>LED</a:t>
            </a:r>
            <a:r>
              <a:rPr lang="ko-KR" altLang="en-US" sz="1000" dirty="0"/>
              <a:t>등 철거 후 폐기물 처리 작업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샘플 </a:t>
            </a:r>
            <a:r>
              <a:rPr lang="ko-KR" altLang="en-US" sz="1000" dirty="0" err="1"/>
              <a:t>제출등과</a:t>
            </a:r>
            <a:r>
              <a:rPr lang="ko-KR" altLang="en-US" sz="1000" dirty="0"/>
              <a:t> 동일한 디자인 및 사양 적용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주방 </a:t>
            </a:r>
            <a:r>
              <a:rPr lang="en-US" altLang="ko-KR" sz="1000" dirty="0"/>
              <a:t>_</a:t>
            </a:r>
            <a:r>
              <a:rPr lang="ko-KR" altLang="en-US" sz="1000" dirty="0"/>
              <a:t>방 </a:t>
            </a:r>
            <a:r>
              <a:rPr lang="en-US" altLang="ko-KR" sz="1000" dirty="0"/>
              <a:t>_ </a:t>
            </a:r>
            <a:r>
              <a:rPr lang="ko-KR" altLang="en-US" sz="1000" dirty="0"/>
              <a:t>거실 설치 작업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주방 </a:t>
            </a:r>
            <a:r>
              <a:rPr lang="en-US" altLang="ko-KR" sz="1000" dirty="0"/>
              <a:t>_</a:t>
            </a:r>
            <a:r>
              <a:rPr lang="ko-KR" altLang="en-US" sz="1000" dirty="0"/>
              <a:t>방 </a:t>
            </a:r>
            <a:r>
              <a:rPr lang="en-US" altLang="ko-KR" sz="1000" dirty="0"/>
              <a:t>_ </a:t>
            </a:r>
            <a:r>
              <a:rPr lang="ko-KR" altLang="en-US" sz="1000" dirty="0"/>
              <a:t>거실 설치시 도배 훼손 주의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</a:t>
            </a:r>
            <a:r>
              <a:rPr lang="ko-KR" altLang="en-US" sz="1000" dirty="0" err="1"/>
              <a:t>주방등</a:t>
            </a:r>
            <a:r>
              <a:rPr lang="ko-KR" altLang="en-US" sz="1000" dirty="0"/>
              <a:t> 설치시 </a:t>
            </a:r>
            <a:r>
              <a:rPr lang="ko-KR" altLang="en-US" sz="1000" dirty="0" err="1"/>
              <a:t>씽크대</a:t>
            </a:r>
            <a:r>
              <a:rPr lang="ko-KR" altLang="en-US" sz="1000" dirty="0"/>
              <a:t> 중앙에 설치
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설치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밝기 상태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864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493</cp:revision>
  <dcterms:created xsi:type="dcterms:W3CDTF">2015-01-28T03:52:40Z</dcterms:created>
  <dcterms:modified xsi:type="dcterms:W3CDTF">2025-11-24T06:01:02Z</dcterms:modified>
</cp:coreProperties>
</file>