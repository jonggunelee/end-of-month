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732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2025-12-10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9-503 </a:t>
            </a:r>
            <a:r>
              <a:rPr lang="ko-KR" altLang="en-US" b="1" dirty="0">
                <a:latin typeface="+mn-ea"/>
              </a:rPr>
              <a:t>세대내 고장 보일러 납품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사택 </a:t>
            </a:r>
            <a:r>
              <a:rPr lang="en-US" altLang="ko-KR" sz="1000" b="1" dirty="0">
                <a:latin typeface="+mn-ea"/>
              </a:rPr>
              <a:t>9-503 </a:t>
            </a:r>
            <a:r>
              <a:rPr lang="ko-KR" altLang="en-US" sz="1000" b="1" dirty="0">
                <a:latin typeface="+mn-ea"/>
              </a:rPr>
              <a:t>세대내 고장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사택 </a:t>
            </a:r>
            <a:r>
              <a:rPr lang="en-US" altLang="ko-KR" sz="1000" dirty="0">
                <a:latin typeface="+mn-ea"/>
              </a:rPr>
              <a:t>9</a:t>
            </a:r>
            <a:r>
              <a:rPr lang="ko-KR" altLang="en-US" sz="1000" dirty="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966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거꾸로</a:t>
            </a:r>
            <a:r>
              <a:rPr lang="en-US" altLang="ko-KR" sz="1000" dirty="0"/>
              <a:t>NEW</a:t>
            </a:r>
            <a:r>
              <a:rPr lang="ko-KR" altLang="en-US" sz="1000" dirty="0" err="1"/>
              <a:t>콘덴싱</a:t>
            </a:r>
            <a:r>
              <a:rPr lang="en-US" altLang="ko-KR" sz="1000" dirty="0" err="1"/>
              <a:t>P10-21H</a:t>
            </a:r>
            <a:r>
              <a:rPr lang="en-US" altLang="ko-KR" sz="1000" dirty="0"/>
              <a:t> (</a:t>
            </a:r>
            <a:r>
              <a:rPr lang="ko-KR" altLang="en-US" sz="1000" dirty="0"/>
              <a:t>가스보일러</a:t>
            </a:r>
            <a:r>
              <a:rPr lang="en-US" altLang="ko-KR" sz="1000" dirty="0"/>
              <a:t>) : 1</a:t>
            </a:r>
            <a:r>
              <a:rPr lang="ko-KR" altLang="en-US" sz="1000" dirty="0"/>
              <a:t>대</a:t>
            </a:r>
            <a:endParaRPr lang="en-US" altLang="ko-KR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 err="1"/>
              <a:t>KGD-500B</a:t>
            </a:r>
            <a:r>
              <a:rPr lang="en-US" altLang="ko-KR" sz="1000" dirty="0"/>
              <a:t> (</a:t>
            </a:r>
            <a:r>
              <a:rPr lang="ko-KR" altLang="en-US" sz="1000" dirty="0" err="1"/>
              <a:t>가스누설경보기</a:t>
            </a:r>
            <a:r>
              <a:rPr lang="en-US" altLang="ko-KR" sz="1000" dirty="0"/>
              <a:t>) : 1</a:t>
            </a:r>
            <a:r>
              <a:rPr lang="ko-KR" altLang="en-US" sz="1000" dirty="0"/>
              <a:t>대</a:t>
            </a:r>
            <a:endParaRPr lang="en-US" altLang="ko-KR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기존 제품 철거 및 설치 포함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</TotalTime>
  <Words>809</Words>
  <Application>Microsoft Office PowerPoint</Application>
  <PresentationFormat>화면 슬라이드 쇼(4:3)</PresentationFormat>
  <Paragraphs>81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2025-12-10T02:39:05Z</dcterms:modified>
</cp:coreProperties>
</file>