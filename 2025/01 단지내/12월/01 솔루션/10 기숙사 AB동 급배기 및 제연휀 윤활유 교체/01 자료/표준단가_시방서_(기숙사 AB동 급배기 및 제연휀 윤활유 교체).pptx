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AB</a:t>
            </a:r>
            <a:r>
              <a:rPr lang="ko-KR" altLang="en-US" b="1">
                <a:latin typeface="+mn-ea"/>
              </a:rPr>
              <a:t>동 급배기 및 제연휀 윤활유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AB</a:t>
            </a:r>
            <a:r>
              <a:rPr lang="ko-KR" altLang="en-US" sz="1000">
                <a:latin typeface="+mn-ea"/>
              </a:rPr>
              <a:t>동 급배기 및 제연휀 윤활유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AB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총 </a:t>
            </a:r>
            <a:r>
              <a:rPr lang="en-US" altLang="ko-KR" sz="1000"/>
              <a:t>22</a:t>
            </a:r>
            <a:r>
              <a:rPr lang="ko-KR" altLang="en-US" sz="1000"/>
              <a:t>개 </a:t>
            </a:r>
            <a:r>
              <a:rPr lang="en-US" altLang="ko-KR" sz="1000"/>
              <a:t>(</a:t>
            </a:r>
            <a:r>
              <a:rPr lang="ko-KR" altLang="en-US" sz="1000"/>
              <a:t>계약 체결 및 현장시 실사후 발주</a:t>
            </a:r>
            <a:r>
              <a:rPr lang="en-US" altLang="ko-KR" sz="1000"/>
              <a:t>)
</a:t>
            </a:r>
            <a:r>
              <a:rPr lang="ko-KR" altLang="en-US" sz="1000"/>
              <a:t>모든 제품은 </a:t>
            </a:r>
            <a:r>
              <a:rPr lang="en-US" altLang="ko-KR" sz="1000"/>
              <a:t>KS</a:t>
            </a:r>
            <a:r>
              <a:rPr lang="ko-KR" altLang="en-US" sz="1000"/>
              <a:t>동등품 이상으로 납품 및 설치
지하</a:t>
            </a:r>
            <a:r>
              <a:rPr lang="en-US" altLang="ko-KR" sz="1000"/>
              <a:t>1</a:t>
            </a:r>
            <a:r>
              <a:rPr lang="ko-KR" altLang="en-US" sz="1000"/>
              <a:t>층☞제연휀실</a:t>
            </a:r>
            <a:r>
              <a:rPr lang="en-US" altLang="ko-KR" sz="1000"/>
              <a:t>(</a:t>
            </a:r>
            <a:r>
              <a:rPr lang="ko-KR" altLang="en-US" sz="1000"/>
              <a:t>제연급기 </a:t>
            </a:r>
            <a:r>
              <a:rPr lang="en-US" altLang="ko-KR" sz="1000"/>
              <a:t>2</a:t>
            </a:r>
            <a:r>
              <a:rPr lang="ko-KR" altLang="en-US" sz="1000"/>
              <a:t>대</a:t>
            </a:r>
            <a:r>
              <a:rPr lang="en-US" altLang="ko-KR" sz="1000"/>
              <a:t>) / </a:t>
            </a:r>
            <a:r>
              <a:rPr lang="ko-KR" altLang="en-US" sz="1000"/>
              <a:t>주차장 배기 </a:t>
            </a:r>
            <a:r>
              <a:rPr lang="en-US" altLang="ko-KR" sz="1000"/>
              <a:t>1</a:t>
            </a:r>
            <a:r>
              <a:rPr lang="ko-KR" altLang="en-US" sz="1000"/>
              <a:t>대 소계 </a:t>
            </a:r>
            <a:r>
              <a:rPr lang="en-US" altLang="ko-KR" sz="1000"/>
              <a:t>: 6</a:t>
            </a:r>
            <a:r>
              <a:rPr lang="ko-KR" altLang="en-US" sz="1000"/>
              <a:t>개
지하</a:t>
            </a:r>
            <a:r>
              <a:rPr lang="en-US" altLang="ko-KR" sz="1000"/>
              <a:t>1.5</a:t>
            </a:r>
            <a:r>
              <a:rPr lang="ko-KR" altLang="en-US" sz="1000"/>
              <a:t>층☞기계실</a:t>
            </a:r>
            <a:r>
              <a:rPr lang="en-US" altLang="ko-KR" sz="1000"/>
              <a:t>(</a:t>
            </a:r>
            <a:r>
              <a:rPr lang="ko-KR" altLang="en-US" sz="1000"/>
              <a:t>급기 </a:t>
            </a:r>
            <a:r>
              <a:rPr lang="en-US" altLang="ko-KR" sz="1000"/>
              <a:t>1</a:t>
            </a:r>
            <a:r>
              <a:rPr lang="ko-KR" altLang="en-US" sz="1000"/>
              <a:t>대</a:t>
            </a:r>
            <a:r>
              <a:rPr lang="en-US" altLang="ko-KR" sz="1000"/>
              <a:t>)_ </a:t>
            </a:r>
            <a:r>
              <a:rPr lang="ko-KR" altLang="en-US" sz="1000"/>
              <a:t>주차장 배기 </a:t>
            </a:r>
            <a:r>
              <a:rPr lang="en-US" altLang="ko-KR" sz="1000"/>
              <a:t>1</a:t>
            </a:r>
            <a:r>
              <a:rPr lang="ko-KR" altLang="en-US" sz="1000"/>
              <a:t>대 소계 </a:t>
            </a:r>
            <a:r>
              <a:rPr lang="en-US" altLang="ko-KR" sz="1000"/>
              <a:t>: 4</a:t>
            </a:r>
            <a:r>
              <a:rPr lang="ko-KR" altLang="en-US" sz="1000"/>
              <a:t>개
지하</a:t>
            </a:r>
            <a:r>
              <a:rPr lang="en-US" altLang="ko-KR" sz="1000"/>
              <a:t>2</a:t>
            </a:r>
            <a:r>
              <a:rPr lang="ko-KR" altLang="en-US" sz="1000"/>
              <a:t>층 ☞급기 </a:t>
            </a:r>
            <a:r>
              <a:rPr lang="en-US" altLang="ko-KR" sz="1000"/>
              <a:t>1</a:t>
            </a:r>
            <a:r>
              <a:rPr lang="ko-KR" altLang="en-US" sz="1000"/>
              <a:t>대</a:t>
            </a:r>
            <a:r>
              <a:rPr lang="en-US" altLang="ko-KR" sz="1000"/>
              <a:t>_ </a:t>
            </a:r>
            <a:r>
              <a:rPr lang="ko-KR" altLang="en-US" sz="1000"/>
              <a:t>배기 </a:t>
            </a:r>
            <a:r>
              <a:rPr lang="en-US" altLang="ko-KR" sz="1000"/>
              <a:t>1</a:t>
            </a:r>
            <a:r>
              <a:rPr lang="ko-KR" altLang="en-US" sz="1000"/>
              <a:t>대 소계 </a:t>
            </a:r>
            <a:r>
              <a:rPr lang="en-US" altLang="ko-KR" sz="1000"/>
              <a:t>: 4</a:t>
            </a:r>
            <a:r>
              <a:rPr lang="ko-KR" altLang="en-US" sz="1000"/>
              <a:t>개
지하</a:t>
            </a:r>
            <a:r>
              <a:rPr lang="en-US" altLang="ko-KR" sz="1000"/>
              <a:t>2.5</a:t>
            </a:r>
            <a:r>
              <a:rPr lang="ko-KR" altLang="en-US" sz="1000"/>
              <a:t>층☞급기 </a:t>
            </a:r>
            <a:r>
              <a:rPr lang="en-US" altLang="ko-KR" sz="1000"/>
              <a:t>1</a:t>
            </a:r>
            <a:r>
              <a:rPr lang="ko-KR" altLang="en-US" sz="1000"/>
              <a:t>대</a:t>
            </a:r>
            <a:r>
              <a:rPr lang="en-US" altLang="ko-KR" sz="1000"/>
              <a:t>_ </a:t>
            </a:r>
            <a:r>
              <a:rPr lang="ko-KR" altLang="en-US" sz="1000"/>
              <a:t>배기 </a:t>
            </a:r>
            <a:r>
              <a:rPr lang="en-US" altLang="ko-KR" sz="1000"/>
              <a:t>1</a:t>
            </a:r>
            <a:r>
              <a:rPr lang="ko-KR" altLang="en-US" sz="1000"/>
              <a:t>대 소계 </a:t>
            </a:r>
            <a:r>
              <a:rPr lang="en-US" altLang="ko-KR" sz="1000"/>
              <a:t>: 4</a:t>
            </a:r>
            <a:r>
              <a:rPr lang="ko-KR" altLang="en-US" sz="1000"/>
              <a:t>개
옥상층☞제연배기 </a:t>
            </a:r>
            <a:r>
              <a:rPr lang="en-US" altLang="ko-KR" sz="1000"/>
              <a:t>2</a:t>
            </a:r>
            <a:r>
              <a:rPr lang="ko-KR" altLang="en-US" sz="1000"/>
              <a:t>대 소계 </a:t>
            </a:r>
            <a:r>
              <a:rPr lang="en-US" altLang="ko-KR" sz="1000"/>
              <a:t>: 4</a:t>
            </a:r>
            <a:r>
              <a:rPr lang="ko-KR" altLang="en-US" sz="1000"/>
              <a:t>개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893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2025-10-01T00:39:24Z</dcterms:modified>
</cp:coreProperties>
</file>