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103-404 </a:t>
            </a:r>
            <a:r>
              <a:rPr lang="ko-KR" altLang="en-US" b="1">
                <a:latin typeface="+mn-ea"/>
              </a:rPr>
              <a:t>작은방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103-404 </a:t>
            </a:r>
            <a:r>
              <a:rPr lang="ko-KR" altLang="en-US" sz="1000">
                <a:latin typeface="+mn-ea"/>
              </a:rPr>
              <a:t>작은방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주방</a:t>
            </a:r>
            <a:r>
              <a:rPr lang="en-US" altLang="ko-KR" sz="1000"/>
              <a:t>(</a:t>
            </a:r>
            <a:r>
              <a:rPr lang="ko-KR" altLang="en-US" sz="1000"/>
              <a:t>좌측방 및 우측방</a:t>
            </a:r>
            <a:r>
              <a:rPr lang="en-US" altLang="ko-KR" sz="1000"/>
              <a:t>-2</a:t>
            </a:r>
            <a:r>
              <a:rPr lang="ko-KR" altLang="en-US" sz="1000"/>
              <a:t>개소</a:t>
            </a:r>
            <a:r>
              <a:rPr lang="en-US" altLang="ko-KR" sz="1000"/>
              <a:t>)_</a:t>
            </a:r>
            <a:r>
              <a:rPr lang="ko-KR" altLang="en-US" sz="1000"/>
              <a:t>전체 </a:t>
            </a:r>
            <a:r>
              <a:rPr lang="en-US" altLang="ko-KR" sz="1000"/>
              <a:t>3</a:t>
            </a:r>
            <a:r>
              <a:rPr lang="ko-KR" altLang="en-US" sz="1000"/>
              <a:t>개의 방
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2025-11-09T04:54:27Z</dcterms:modified>
</cp:coreProperties>
</file>