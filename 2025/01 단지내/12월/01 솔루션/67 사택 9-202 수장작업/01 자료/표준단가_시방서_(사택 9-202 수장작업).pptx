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9-202 </a:t>
            </a:r>
            <a:r>
              <a:rPr lang="ko-KR" altLang="en-US" b="1">
                <a:latin typeface="+mn-ea"/>
              </a:rPr>
              <a:t>수장작업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9-202 </a:t>
            </a:r>
            <a:r>
              <a:rPr lang="ko-KR" altLang="en-US" sz="1000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_ </a:t>
            </a:r>
            <a:r>
              <a:rPr lang="ko-KR" altLang="en-US" sz="1000"/>
              <a:t>거실걸레받이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수도계량기함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2025-11-09T04:52:36Z</dcterms:modified>
</cp:coreProperties>
</file>