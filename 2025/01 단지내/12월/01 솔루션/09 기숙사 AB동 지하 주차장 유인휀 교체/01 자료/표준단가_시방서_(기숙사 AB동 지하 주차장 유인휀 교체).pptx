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지하 주차장 유인휀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 지하 주차장 유인휀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총 </a:t>
            </a:r>
            <a:r>
              <a:rPr lang="en-US" altLang="ko-KR" sz="1000"/>
              <a:t>20</a:t>
            </a:r>
            <a:r>
              <a:rPr lang="ko-KR" altLang="en-US" sz="1000"/>
              <a:t>대 </a:t>
            </a:r>
            <a:r>
              <a:rPr lang="en-US" altLang="ko-KR" sz="1000"/>
              <a:t>(</a:t>
            </a:r>
            <a:r>
              <a:rPr lang="ko-KR" altLang="en-US" sz="1000"/>
              <a:t>계약 체결 및 현장시 실사후 발주</a:t>
            </a:r>
            <a:r>
              <a:rPr lang="en-US" altLang="ko-KR" sz="1000"/>
              <a:t>)
</a:t>
            </a:r>
            <a:r>
              <a:rPr lang="ko-KR" altLang="en-US" sz="1000"/>
              <a:t>전원공급</a:t>
            </a:r>
            <a:r>
              <a:rPr lang="en-US" altLang="ko-KR" sz="1000"/>
              <a:t>: </a:t>
            </a:r>
            <a:r>
              <a:rPr lang="ko-KR" altLang="en-US" sz="1000"/>
              <a:t>콘센트 플러그 타입
전원소스</a:t>
            </a:r>
            <a:r>
              <a:rPr lang="en-US" altLang="ko-KR" sz="1000"/>
              <a:t>: 38CMM(0.115KW x 1 Ø x 4P 220V 60Hz)
</a:t>
            </a:r>
            <a:r>
              <a:rPr lang="ko-KR" altLang="en-US" sz="1000"/>
              <a:t>모든 제품은 </a:t>
            </a:r>
            <a:r>
              <a:rPr lang="en-US" altLang="ko-KR" sz="1000"/>
              <a:t>KS</a:t>
            </a:r>
            <a:r>
              <a:rPr lang="ko-KR" altLang="en-US" sz="1000"/>
              <a:t>동등품 이상으로 납품 및 설치
지하 </a:t>
            </a:r>
            <a:r>
              <a:rPr lang="en-US" altLang="ko-KR" sz="1000"/>
              <a:t>1</a:t>
            </a:r>
            <a:r>
              <a:rPr lang="ko-KR" altLang="en-US" sz="1000"/>
              <a:t>층  ☞  </a:t>
            </a:r>
            <a:r>
              <a:rPr lang="en-US" altLang="ko-KR" sz="1000"/>
              <a:t>6EA / </a:t>
            </a:r>
            <a:r>
              <a:rPr lang="ko-KR" altLang="en-US" sz="1000"/>
              <a:t>지하 </a:t>
            </a:r>
            <a:r>
              <a:rPr lang="en-US" altLang="ko-KR" sz="1000"/>
              <a:t>1.5</a:t>
            </a:r>
            <a:r>
              <a:rPr lang="ko-KR" altLang="en-US" sz="1000"/>
              <a:t>층 ☞ </a:t>
            </a:r>
            <a:r>
              <a:rPr lang="en-US" altLang="ko-KR" sz="1000"/>
              <a:t>4EA
</a:t>
            </a:r>
            <a:r>
              <a:rPr lang="ko-KR" altLang="en-US" sz="1000"/>
              <a:t>지하 </a:t>
            </a:r>
            <a:r>
              <a:rPr lang="en-US" altLang="ko-KR" sz="1000"/>
              <a:t>2</a:t>
            </a:r>
            <a:r>
              <a:rPr lang="ko-KR" altLang="en-US" sz="1000"/>
              <a:t>층   ☞ </a:t>
            </a:r>
            <a:r>
              <a:rPr lang="en-US" altLang="ko-KR" sz="1000"/>
              <a:t>6EA / </a:t>
            </a:r>
            <a:r>
              <a:rPr lang="ko-KR" altLang="en-US" sz="1000"/>
              <a:t>지하 </a:t>
            </a:r>
            <a:r>
              <a:rPr lang="en-US" altLang="ko-KR" sz="1000"/>
              <a:t>2.5</a:t>
            </a:r>
            <a:r>
              <a:rPr lang="ko-KR" altLang="en-US" sz="1000"/>
              <a:t>층 ☞ </a:t>
            </a:r>
            <a:r>
              <a:rPr lang="en-US" altLang="ko-KR" sz="1000"/>
              <a:t>4EA
</a:t>
            </a:r>
            <a:r>
              <a:rPr lang="ko-KR" altLang="en-US" sz="1000"/>
              <a:t>설치시 주차 통제 인원 상주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2025-10-01T00:39:28Z</dcterms:modified>
</cp:coreProperties>
</file>