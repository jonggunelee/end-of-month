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79" d="100"/>
          <a:sy n="79" d="100"/>
        </p:scale>
        <p:origin x="906" y="11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2025-11-13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2025-11-13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2025-11-13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2025-11-13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2025-11-13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2025-11-13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2025-11-13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2025-11-13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2025-11-13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2025-11-13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2025-11-13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2025-11-13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2025-11-13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기숙사 </a:t>
            </a:r>
            <a:r>
              <a:rPr lang="en-US" altLang="ko-KR" b="1">
                <a:latin typeface="+mn-ea"/>
              </a:rPr>
              <a:t>B</a:t>
            </a:r>
            <a:r>
              <a:rPr lang="ko-KR" altLang="en-US" b="1">
                <a:latin typeface="+mn-ea"/>
              </a:rPr>
              <a:t>동 </a:t>
            </a:r>
            <a:r>
              <a:rPr lang="en-US" altLang="ko-KR" b="1">
                <a:latin typeface="+mn-ea"/>
              </a:rPr>
              <a:t>202-1</a:t>
            </a:r>
            <a:r>
              <a:rPr lang="ko-KR" altLang="en-US" b="1">
                <a:latin typeface="+mn-ea"/>
              </a:rPr>
              <a:t>호외 </a:t>
            </a:r>
            <a:r>
              <a:rPr lang="en-US" altLang="ko-KR" b="1">
                <a:latin typeface="+mn-ea"/>
              </a:rPr>
              <a:t>5</a:t>
            </a:r>
            <a:r>
              <a:rPr lang="ko-KR" altLang="en-US" b="1">
                <a:latin typeface="+mn-ea"/>
              </a:rPr>
              <a:t>세대 도배 및 기타작업 件</a:t>
            </a:r>
          </a:p>
          <a:p>
            <a:pPr algn="ctr">
              <a:lnSpc>
                <a:spcPct val="150000"/>
              </a:lnSpc>
            </a:pPr>
            <a:r>
              <a:rPr lang="en-US" altLang="ko-KR" b="1">
                <a:latin typeface="+mn-ea"/>
              </a:rPr>
              <a:t>- </a:t>
            </a:r>
            <a:r>
              <a:rPr lang="ko-KR" altLang="en-US" b="1">
                <a:latin typeface="+mn-ea"/>
              </a:rPr>
              <a:t>시 방 서 </a:t>
            </a:r>
            <a:r>
              <a:rPr lang="en-US" altLang="ko-KR" b="1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기숙사 </a:t>
            </a:r>
            <a:r>
              <a:rPr lang="en-US" altLang="ko-KR" sz="1000">
                <a:latin typeface="+mn-ea"/>
              </a:rPr>
              <a:t>B</a:t>
            </a:r>
            <a:r>
              <a:rPr lang="ko-KR" altLang="en-US" sz="1000">
                <a:latin typeface="+mn-ea"/>
              </a:rPr>
              <a:t>동 </a:t>
            </a:r>
            <a:r>
              <a:rPr lang="en-US" altLang="ko-KR" sz="1000">
                <a:latin typeface="+mn-ea"/>
              </a:rPr>
              <a:t>202-1</a:t>
            </a:r>
            <a:r>
              <a:rPr lang="ko-KR" altLang="en-US" sz="1000">
                <a:latin typeface="+mn-ea"/>
              </a:rPr>
              <a:t>호외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세대 도배 및 기타작업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공사 위치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대전 유성구 도룡동 </a:t>
            </a:r>
            <a:r>
              <a:rPr lang="en-US" altLang="ko-KR" sz="100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기숙사 </a:t>
            </a:r>
            <a:r>
              <a:rPr lang="en-US" altLang="ko-KR" sz="1000">
                <a:latin typeface="+mn-ea"/>
              </a:rPr>
              <a:t>B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2197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 dirty="0"/>
              <a:t>대상 건물 </a:t>
            </a:r>
            <a:r>
              <a:rPr lang="en-US" altLang="ko-KR" sz="1000" dirty="0"/>
              <a:t>: </a:t>
            </a:r>
            <a:r>
              <a:rPr lang="ko-KR" altLang="en-US" sz="1000" dirty="0"/>
              <a:t>기숙사 </a:t>
            </a:r>
            <a:r>
              <a:rPr lang="en-US" altLang="ko-KR" sz="1000" dirty="0"/>
              <a:t>B</a:t>
            </a:r>
            <a:r>
              <a:rPr lang="ko-KR" altLang="en-US" sz="1000" dirty="0"/>
              <a:t>동</a:t>
            </a:r>
          </a:p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en-US" altLang="ko-KR" sz="1000" dirty="0"/>
              <a:t>202-1 : </a:t>
            </a:r>
            <a:r>
              <a:rPr lang="ko-KR" altLang="en-US" sz="1000" dirty="0"/>
              <a:t>부분 도배</a:t>
            </a:r>
            <a:r>
              <a:rPr lang="en-US" altLang="ko-KR" sz="1000" dirty="0"/>
              <a:t>(</a:t>
            </a:r>
            <a:r>
              <a:rPr lang="ko-KR" altLang="en-US" sz="1000" dirty="0" err="1"/>
              <a:t>화장실문옆</a:t>
            </a:r>
            <a:r>
              <a:rPr lang="ko-KR" altLang="en-US" sz="1000" dirty="0"/>
              <a:t> 벽</a:t>
            </a:r>
            <a:r>
              <a:rPr lang="en-US" altLang="ko-KR" sz="1000" dirty="0"/>
              <a:t>-</a:t>
            </a:r>
            <a:r>
              <a:rPr lang="ko-KR" altLang="en-US" sz="1000" dirty="0"/>
              <a:t>찢어짐</a:t>
            </a:r>
            <a:r>
              <a:rPr lang="en-US" altLang="ko-KR" sz="1000" dirty="0"/>
              <a:t>), </a:t>
            </a:r>
            <a:r>
              <a:rPr lang="ko-KR" altLang="en-US" sz="1000" dirty="0" err="1"/>
              <a:t>화장실문옆</a:t>
            </a:r>
            <a:r>
              <a:rPr lang="ko-KR" altLang="en-US" sz="1000" dirty="0"/>
              <a:t> 석고보드 </a:t>
            </a:r>
            <a:r>
              <a:rPr lang="ko-KR" altLang="en-US" sz="1000" dirty="0" err="1"/>
              <a:t>들뜸보수</a:t>
            </a:r>
            <a:endParaRPr lang="ko-KR" altLang="en-US" sz="1000" dirty="0"/>
          </a:p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en-US" altLang="ko-KR" sz="1000" dirty="0"/>
              <a:t>203-1 : </a:t>
            </a:r>
            <a:r>
              <a:rPr lang="ko-KR" altLang="en-US" sz="1000" dirty="0"/>
              <a:t>부분 도배</a:t>
            </a:r>
            <a:r>
              <a:rPr lang="en-US" altLang="ko-KR" sz="1000" dirty="0"/>
              <a:t>(</a:t>
            </a:r>
            <a:r>
              <a:rPr lang="ko-KR" altLang="en-US" sz="1000" dirty="0"/>
              <a:t>벽</a:t>
            </a:r>
            <a:r>
              <a:rPr lang="en-US" altLang="ko-KR" sz="1000" dirty="0"/>
              <a:t>-</a:t>
            </a:r>
            <a:r>
              <a:rPr lang="ko-KR" altLang="en-US" sz="1000" dirty="0"/>
              <a:t>얼룩짐</a:t>
            </a:r>
            <a:r>
              <a:rPr lang="en-US" altLang="ko-KR" sz="1000" dirty="0"/>
              <a:t>)_ </a:t>
            </a:r>
            <a:r>
              <a:rPr lang="ko-KR" altLang="en-US" sz="1000" dirty="0" err="1"/>
              <a:t>버티칼</a:t>
            </a:r>
            <a:r>
              <a:rPr lang="ko-KR" altLang="en-US" sz="1000" dirty="0"/>
              <a:t> 교체</a:t>
            </a:r>
            <a:r>
              <a:rPr lang="en-US" altLang="ko-KR" sz="1000" dirty="0"/>
              <a:t>_ </a:t>
            </a:r>
            <a:r>
              <a:rPr lang="ko-KR" altLang="en-US" sz="1000" dirty="0"/>
              <a:t>화장실 </a:t>
            </a:r>
            <a:r>
              <a:rPr lang="ko-KR" altLang="en-US" sz="1000" dirty="0" err="1"/>
              <a:t>문틀옆</a:t>
            </a:r>
            <a:r>
              <a:rPr lang="ko-KR" altLang="en-US" sz="1000" dirty="0"/>
              <a:t> 석고보드 들뜸 보수 또는 교체</a:t>
            </a:r>
          </a:p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en-US" altLang="ko-KR" sz="1000" dirty="0"/>
              <a:t>301-6 : </a:t>
            </a:r>
            <a:r>
              <a:rPr lang="ko-KR" altLang="en-US" sz="1000" dirty="0"/>
              <a:t>부분 도배</a:t>
            </a:r>
            <a:r>
              <a:rPr lang="en-US" altLang="ko-KR" sz="1000" dirty="0"/>
              <a:t>(</a:t>
            </a:r>
            <a:r>
              <a:rPr lang="ko-KR" altLang="en-US" sz="1000" dirty="0"/>
              <a:t>벽</a:t>
            </a:r>
            <a:r>
              <a:rPr lang="en-US" altLang="ko-KR" sz="1000" dirty="0"/>
              <a:t>-</a:t>
            </a:r>
            <a:r>
              <a:rPr lang="ko-KR" altLang="en-US" sz="1000" dirty="0"/>
              <a:t>얼룩짐</a:t>
            </a:r>
            <a:r>
              <a:rPr lang="en-US" altLang="ko-KR" sz="1000" dirty="0"/>
              <a:t>)_ </a:t>
            </a:r>
            <a:r>
              <a:rPr lang="ko-KR" altLang="en-US" sz="1000" dirty="0" err="1"/>
              <a:t>화장실문옆</a:t>
            </a:r>
            <a:r>
              <a:rPr lang="ko-KR" altLang="en-US" sz="1000" dirty="0"/>
              <a:t> 석고보드 </a:t>
            </a:r>
            <a:r>
              <a:rPr lang="ko-KR" altLang="en-US" sz="1000" dirty="0" err="1"/>
              <a:t>들뜸보수</a:t>
            </a:r>
            <a:r>
              <a:rPr lang="en-US" altLang="ko-KR" sz="1000" dirty="0"/>
              <a:t>_ </a:t>
            </a:r>
            <a:r>
              <a:rPr lang="ko-KR" altLang="en-US" sz="1000" dirty="0" err="1"/>
              <a:t>문끌림</a:t>
            </a:r>
            <a:r>
              <a:rPr lang="en-US" altLang="ko-KR" sz="1000" dirty="0"/>
              <a:t>-2</a:t>
            </a:r>
            <a:r>
              <a:rPr lang="ko-KR" altLang="en-US" sz="1000" dirty="0"/>
              <a:t>개</a:t>
            </a:r>
            <a:r>
              <a:rPr lang="en-US" altLang="ko-KR" sz="1000" dirty="0"/>
              <a:t>(</a:t>
            </a:r>
            <a:r>
              <a:rPr lang="ko-KR" altLang="en-US" sz="1000" dirty="0"/>
              <a:t>방문</a:t>
            </a:r>
            <a:r>
              <a:rPr lang="en-US" altLang="ko-KR" sz="1000" dirty="0"/>
              <a:t>_</a:t>
            </a:r>
            <a:r>
              <a:rPr lang="ko-KR" altLang="en-US" sz="1000" dirty="0"/>
              <a:t>화장실문</a:t>
            </a:r>
            <a:r>
              <a:rPr lang="en-US" altLang="ko-KR" sz="1000" dirty="0"/>
              <a:t>)</a:t>
            </a:r>
          </a:p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en-US" altLang="ko-KR" sz="1000" dirty="0"/>
              <a:t>402-2 : </a:t>
            </a:r>
            <a:r>
              <a:rPr lang="ko-KR" altLang="en-US" sz="1000" dirty="0"/>
              <a:t>부분 도배</a:t>
            </a:r>
            <a:r>
              <a:rPr lang="en-US" altLang="ko-KR" sz="1000" dirty="0"/>
              <a:t>(</a:t>
            </a:r>
            <a:r>
              <a:rPr lang="ko-KR" altLang="en-US" sz="1000" dirty="0"/>
              <a:t>벽</a:t>
            </a:r>
            <a:r>
              <a:rPr lang="en-US" altLang="ko-KR" sz="1000" dirty="0"/>
              <a:t>-</a:t>
            </a:r>
            <a:r>
              <a:rPr lang="ko-KR" altLang="en-US" sz="1000" dirty="0"/>
              <a:t>찢어짐</a:t>
            </a:r>
            <a:r>
              <a:rPr lang="en-US" altLang="ko-KR" sz="1000" dirty="0"/>
              <a:t>)_ </a:t>
            </a:r>
            <a:r>
              <a:rPr lang="ko-KR" altLang="en-US" sz="1000" dirty="0"/>
              <a:t>벽체 단열재 들뜸</a:t>
            </a:r>
            <a:r>
              <a:rPr lang="en-US" altLang="ko-KR" sz="1000" dirty="0"/>
              <a:t>_ </a:t>
            </a:r>
            <a:r>
              <a:rPr lang="ko-KR" altLang="en-US" sz="1000" dirty="0" err="1"/>
              <a:t>디지털도어락</a:t>
            </a:r>
            <a:r>
              <a:rPr lang="ko-KR" altLang="en-US" sz="1000" dirty="0"/>
              <a:t> 교체</a:t>
            </a:r>
            <a:r>
              <a:rPr lang="en-US" altLang="ko-KR" sz="1000" dirty="0"/>
              <a:t>_</a:t>
            </a:r>
            <a:r>
              <a:rPr lang="ko-KR" altLang="en-US" sz="1000" dirty="0" err="1"/>
              <a:t>문끌림</a:t>
            </a:r>
            <a:r>
              <a:rPr lang="en-US" altLang="ko-KR" sz="1000" dirty="0"/>
              <a:t>-2</a:t>
            </a:r>
            <a:r>
              <a:rPr lang="ko-KR" altLang="en-US" sz="1000" dirty="0"/>
              <a:t>개</a:t>
            </a:r>
            <a:r>
              <a:rPr lang="en-US" altLang="ko-KR" sz="1000" dirty="0"/>
              <a:t>(</a:t>
            </a:r>
            <a:r>
              <a:rPr lang="ko-KR" altLang="en-US" sz="1000" dirty="0"/>
              <a:t>방문</a:t>
            </a:r>
            <a:r>
              <a:rPr lang="en-US" altLang="ko-KR" sz="1000" dirty="0"/>
              <a:t>_ </a:t>
            </a:r>
            <a:r>
              <a:rPr lang="ko-KR" altLang="en-US" sz="1000" dirty="0"/>
              <a:t>화장실문</a:t>
            </a:r>
            <a:r>
              <a:rPr lang="en-US" altLang="ko-KR" sz="1000" dirty="0"/>
              <a:t>)</a:t>
            </a:r>
          </a:p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en-US" altLang="ko-KR" sz="1000" dirty="0"/>
              <a:t>202-5 : </a:t>
            </a:r>
            <a:r>
              <a:rPr lang="ko-KR" altLang="en-US" sz="1000" dirty="0"/>
              <a:t>부분 도배</a:t>
            </a:r>
            <a:r>
              <a:rPr lang="en-US" altLang="ko-KR" sz="1000" dirty="0"/>
              <a:t>(</a:t>
            </a:r>
            <a:r>
              <a:rPr lang="ko-KR" altLang="en-US" sz="1000" dirty="0"/>
              <a:t>벽</a:t>
            </a:r>
            <a:r>
              <a:rPr lang="en-US" altLang="ko-KR" sz="1000" dirty="0"/>
              <a:t>-</a:t>
            </a:r>
            <a:r>
              <a:rPr lang="ko-KR" altLang="en-US" sz="1000" dirty="0"/>
              <a:t>얼룩짐</a:t>
            </a:r>
            <a:r>
              <a:rPr lang="en-US" altLang="ko-KR" sz="1000" dirty="0"/>
              <a:t>)_ </a:t>
            </a:r>
            <a:r>
              <a:rPr lang="ko-KR" altLang="en-US" sz="1000" dirty="0" err="1"/>
              <a:t>문끌림</a:t>
            </a:r>
            <a:r>
              <a:rPr lang="en-US" altLang="ko-KR" sz="1000" dirty="0"/>
              <a:t>-1</a:t>
            </a:r>
            <a:r>
              <a:rPr lang="ko-KR" altLang="en-US" sz="1000" dirty="0"/>
              <a:t>개</a:t>
            </a:r>
            <a:r>
              <a:rPr lang="en-US" altLang="ko-KR" sz="1000" dirty="0"/>
              <a:t>(</a:t>
            </a:r>
            <a:r>
              <a:rPr lang="ko-KR" altLang="en-US" sz="1000" dirty="0"/>
              <a:t>화장실문</a:t>
            </a:r>
            <a:r>
              <a:rPr lang="en-US" altLang="ko-KR" sz="1000" dirty="0"/>
              <a:t>)</a:t>
            </a:r>
          </a:p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en-US" altLang="ko-KR" sz="1000" dirty="0"/>
              <a:t>204-2 : </a:t>
            </a:r>
            <a:r>
              <a:rPr lang="ko-KR" altLang="en-US" sz="1000" dirty="0"/>
              <a:t>부분 도배</a:t>
            </a:r>
            <a:r>
              <a:rPr lang="en-US" altLang="ko-KR" sz="1000" dirty="0"/>
              <a:t>(</a:t>
            </a:r>
            <a:r>
              <a:rPr lang="ko-KR" altLang="en-US" sz="1000" dirty="0"/>
              <a:t>벽</a:t>
            </a:r>
            <a:r>
              <a:rPr lang="en-US" altLang="ko-KR" sz="1000" dirty="0"/>
              <a:t>-</a:t>
            </a:r>
            <a:r>
              <a:rPr lang="ko-KR" altLang="en-US" sz="1000" dirty="0"/>
              <a:t>얼룩짐</a:t>
            </a:r>
            <a:r>
              <a:rPr lang="en-US" altLang="ko-KR" sz="1000" dirty="0"/>
              <a:t>)</a:t>
            </a:r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904</Words>
  <Application>Microsoft Office PowerPoint</Application>
  <PresentationFormat>화면 슬라이드 쇼(4:3)</PresentationFormat>
  <Paragraphs>85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490</cp:revision>
  <dcterms:created xsi:type="dcterms:W3CDTF">2015-01-28T03:52:40Z</dcterms:created>
  <dcterms:modified xsi:type="dcterms:W3CDTF">2025-11-13T03:37:14Z</dcterms:modified>
</cp:coreProperties>
</file>