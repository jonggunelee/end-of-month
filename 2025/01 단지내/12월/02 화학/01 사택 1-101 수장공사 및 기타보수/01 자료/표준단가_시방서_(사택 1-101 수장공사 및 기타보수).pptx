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1-101 </a:t>
            </a:r>
            <a:r>
              <a:rPr lang="ko-KR" altLang="en-US" b="1">
                <a:latin typeface="+mn-ea"/>
              </a:rPr>
              <a:t>수장공사 및 기타보수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1-101 </a:t>
            </a:r>
            <a:r>
              <a:rPr lang="ko-KR" altLang="en-US" sz="1000">
                <a:latin typeface="+mn-ea"/>
              </a:rPr>
              <a:t>수장공사 및 기타보수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)_PVC </a:t>
            </a:r>
            <a:r>
              <a:rPr lang="ko-KR" altLang="en-US" sz="1000"/>
              <a:t>비닐 작업
도장</a:t>
            </a:r>
            <a:r>
              <a:rPr lang="en-US" altLang="ko-KR" sz="1000"/>
              <a:t>(</a:t>
            </a:r>
            <a:r>
              <a:rPr lang="ko-KR" altLang="en-US" sz="1000"/>
              <a:t>앞베란다 걸레받이 및 벽면 부분 도장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뒤베란다 걸레받이 및 벽면 부분 도장</a:t>
            </a:r>
            <a:r>
              <a:rPr lang="en-US" altLang="ko-KR" sz="1000"/>
              <a:t>) </a:t>
            </a:r>
            <a:r>
              <a:rPr lang="ko-KR" altLang="en-US" sz="1000"/>
              <a:t>작업
씽크대 상판 전체 실리콘 재코킹 작업
뒤베란다 벽면 크랙 전체보수 및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2025-09-25T05:44:09Z</dcterms:modified>
</cp:coreProperties>
</file>