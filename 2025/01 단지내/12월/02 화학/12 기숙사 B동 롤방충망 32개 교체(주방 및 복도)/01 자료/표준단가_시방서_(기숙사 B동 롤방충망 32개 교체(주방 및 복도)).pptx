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B</a:t>
            </a:r>
            <a:r>
              <a:rPr lang="ko-KR" altLang="en-US" b="1">
                <a:latin typeface="+mn-ea"/>
              </a:rPr>
              <a:t>동 롤방충망 </a:t>
            </a:r>
            <a:r>
              <a:rPr lang="en-US" altLang="ko-KR" b="1">
                <a:latin typeface="+mn-ea"/>
              </a:rPr>
              <a:t>32</a:t>
            </a:r>
            <a:r>
              <a:rPr lang="ko-KR" altLang="en-US" b="1">
                <a:latin typeface="+mn-ea"/>
              </a:rPr>
              <a:t>개 교체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주방 및 복도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B</a:t>
            </a:r>
            <a:r>
              <a:rPr lang="ko-KR" altLang="en-US" sz="1000">
                <a:latin typeface="+mn-ea"/>
              </a:rPr>
              <a:t>동 롤방충망 </a:t>
            </a:r>
            <a:r>
              <a:rPr lang="en-US" altLang="ko-KR" sz="1000">
                <a:latin typeface="+mn-ea"/>
              </a:rPr>
              <a:t>32</a:t>
            </a:r>
            <a:r>
              <a:rPr lang="ko-KR" altLang="en-US" sz="1000">
                <a:latin typeface="+mn-ea"/>
              </a:rPr>
              <a:t>개 교체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주방 및 복도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B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B</a:t>
            </a:r>
            <a:r>
              <a:rPr lang="ko-KR" altLang="en-US" sz="1000"/>
              <a:t>동 공용부분 방충망 노후화로 인한 찢어짐으로 교체
</a:t>
            </a:r>
            <a:r>
              <a:rPr lang="en-US" altLang="ko-KR" sz="1000"/>
              <a:t>B</a:t>
            </a:r>
            <a:r>
              <a:rPr lang="ko-KR" altLang="en-US" sz="1000"/>
              <a:t>동 공용주방 </a:t>
            </a:r>
            <a:r>
              <a:rPr lang="en-US" altLang="ko-KR" sz="1000"/>
              <a:t>: 16</a:t>
            </a:r>
            <a:r>
              <a:rPr lang="ko-KR" altLang="en-US" sz="1000"/>
              <a:t>개
</a:t>
            </a:r>
            <a:r>
              <a:rPr lang="en-US" altLang="ko-KR" sz="1000"/>
              <a:t>B</a:t>
            </a:r>
            <a:r>
              <a:rPr lang="ko-KR" altLang="en-US" sz="1000"/>
              <a:t>동 공용복도 </a:t>
            </a:r>
            <a:r>
              <a:rPr lang="en-US" altLang="ko-KR" sz="1000"/>
              <a:t>: 16</a:t>
            </a:r>
            <a:r>
              <a:rPr lang="ko-KR" altLang="en-US" sz="1000"/>
              <a:t>개
기존 롤방충망 철거 작업
신규 롤방충망 신규 설치 
철거 롤방충망 폐기 처리 작업
작업 완료후 주변 청소 및 정리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2025-10-14T06:46:07Z</dcterms:modified>
</cp:coreProperties>
</file>