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1-201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1-201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걸레받이 및 벽면 부분 도장</a:t>
            </a:r>
            <a:r>
              <a:rPr lang="en-US" altLang="ko-KR" sz="1000"/>
              <a:t>(</a:t>
            </a:r>
            <a:r>
              <a:rPr lang="ko-KR" altLang="en-US" sz="1000"/>
              <a:t>뒤베란다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곰팡이제거포함</a:t>
            </a:r>
            <a:r>
              <a:rPr lang="en-US" altLang="ko-KR" sz="1000"/>
              <a:t>)) </a:t>
            </a:r>
            <a:r>
              <a:rPr lang="ko-KR" altLang="en-US" sz="1000"/>
              <a:t>보수
씽크대 상판 전체 실리콘 재코킹작업
뒤베란다 벽면 크랙 전체보수
문끌림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화장실좌측방문</a:t>
            </a:r>
            <a:r>
              <a:rPr lang="en-US" altLang="ko-KR" sz="1000"/>
              <a:t>_ </a:t>
            </a:r>
            <a:r>
              <a:rPr lang="ko-KR" altLang="en-US" sz="1000"/>
              <a:t>화장실문</a:t>
            </a:r>
            <a:r>
              <a:rPr lang="en-US" altLang="ko-KR" sz="1000"/>
              <a:t>) </a:t>
            </a:r>
            <a:r>
              <a:rPr lang="ko-KR" altLang="en-US" sz="1000"/>
              <a:t>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2025-09-25T05:44:14Z</dcterms:modified>
</cp:coreProperties>
</file>