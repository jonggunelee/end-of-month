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1-406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1-406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앞베란다 걸레받이 및 벽면 부분도장</a:t>
            </a:r>
            <a:r>
              <a:rPr lang="en-US" altLang="ko-KR" sz="1000"/>
              <a:t>(</a:t>
            </a:r>
            <a:r>
              <a:rPr lang="ko-KR" altLang="en-US" sz="1000"/>
              <a:t>곰팡이제거포함</a:t>
            </a:r>
            <a:r>
              <a:rPr lang="en-US" altLang="ko-KR" sz="1000"/>
              <a:t>))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뒷베란다 걸레받이 및 벽면 부분도장</a:t>
            </a:r>
            <a:r>
              <a:rPr lang="en-US" altLang="ko-KR" sz="1000"/>
              <a:t>(</a:t>
            </a:r>
            <a:r>
              <a:rPr lang="ko-KR" altLang="en-US" sz="1000"/>
              <a:t>곰팡이제거포함</a:t>
            </a:r>
            <a:r>
              <a:rPr lang="en-US" altLang="ko-KR" sz="1000"/>
              <a:t>)) </a:t>
            </a:r>
            <a:r>
              <a:rPr lang="ko-KR" altLang="en-US" sz="1000"/>
              <a:t>작업 
씽크대 상판 전체 실리콘</a:t>
            </a:r>
            <a:r>
              <a:rPr lang="en-US" altLang="ko-KR" sz="1000"/>
              <a:t>(</a:t>
            </a:r>
            <a:r>
              <a:rPr lang="ko-KR" altLang="en-US" sz="1000"/>
              <a:t>들뜸</a:t>
            </a:r>
            <a:r>
              <a:rPr lang="en-US" altLang="ko-KR" sz="1000"/>
              <a:t>) </a:t>
            </a:r>
            <a:r>
              <a:rPr lang="ko-KR" altLang="en-US" sz="1000"/>
              <a:t>재코킹작업
뒤베란다 벽면 전체 크랙보수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2025-09-25T05:44:22Z</dcterms:modified>
</cp:coreProperties>
</file>