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1-107 </a:t>
            </a:r>
            <a:r>
              <a:rPr lang="ko-KR" altLang="en-US" b="1">
                <a:latin typeface="+mn-ea"/>
              </a:rPr>
              <a:t>수장공사 및 기타보수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1-107 </a:t>
            </a:r>
            <a:r>
              <a:rPr lang="ko-KR" altLang="en-US" sz="1000">
                <a:latin typeface="+mn-ea"/>
              </a:rPr>
              <a:t>수장공사 및 기타보수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)_</a:t>
            </a:r>
            <a:r>
              <a:rPr lang="ko-KR" altLang="en-US" sz="1000"/>
              <a:t>합지 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)_</a:t>
            </a:r>
            <a:r>
              <a:rPr lang="ko-KR" altLang="en-US" sz="1000"/>
              <a:t>합지 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)_PVC </a:t>
            </a:r>
            <a:r>
              <a:rPr lang="ko-KR" altLang="en-US" sz="1000"/>
              <a:t>비닐 작업
도장</a:t>
            </a:r>
            <a:r>
              <a:rPr lang="en-US" altLang="ko-KR" sz="1000"/>
              <a:t>(</a:t>
            </a:r>
            <a:r>
              <a:rPr lang="ko-KR" altLang="en-US" sz="1000"/>
              <a:t>앞베란다 걸레받이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_</a:t>
            </a:r>
            <a:r>
              <a:rPr lang="ko-KR" altLang="en-US" sz="1000"/>
              <a:t>벽면 곰팡이제거 포함</a:t>
            </a:r>
            <a:r>
              <a:rPr lang="en-US" altLang="ko-KR" sz="1000"/>
              <a:t>)) </a:t>
            </a:r>
            <a:r>
              <a:rPr lang="ko-KR" altLang="en-US" sz="1000"/>
              <a:t>작업 
도장</a:t>
            </a:r>
            <a:r>
              <a:rPr lang="en-US" altLang="ko-KR" sz="1000"/>
              <a:t>(</a:t>
            </a:r>
            <a:r>
              <a:rPr lang="ko-KR" altLang="en-US" sz="1000"/>
              <a:t>뒤베란다 걸레받이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_</a:t>
            </a:r>
            <a:r>
              <a:rPr lang="ko-KR" altLang="en-US" sz="1000"/>
              <a:t>벽면 곰팡이제거 포함</a:t>
            </a:r>
            <a:r>
              <a:rPr lang="en-US" altLang="ko-KR" sz="1000"/>
              <a:t>)) </a:t>
            </a:r>
            <a:r>
              <a:rPr lang="ko-KR" altLang="en-US" sz="1000"/>
              <a:t>작업 
뒤베란다 벽면 크랙 전체보수 작업
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856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2025-09-25T05:44:12Z</dcterms:modified>
</cp:coreProperties>
</file>