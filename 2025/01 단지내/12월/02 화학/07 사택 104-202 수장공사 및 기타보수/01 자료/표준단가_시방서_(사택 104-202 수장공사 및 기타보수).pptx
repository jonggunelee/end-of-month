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104-202 </a:t>
            </a:r>
            <a:r>
              <a:rPr lang="ko-KR" altLang="en-US" b="1">
                <a:latin typeface="+mn-ea"/>
              </a:rPr>
              <a:t>수장공사 및 기타보수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104-202 </a:t>
            </a:r>
            <a:r>
              <a:rPr lang="ko-KR" altLang="en-US" sz="1000">
                <a:latin typeface="+mn-ea"/>
              </a:rPr>
              <a:t>수장공사 및 기타보수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         
방충망</a:t>
            </a:r>
            <a:r>
              <a:rPr lang="en-US" altLang="ko-KR" sz="1000"/>
              <a:t>-3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앞베란다실외기실</a:t>
            </a:r>
            <a:r>
              <a:rPr lang="en-US" altLang="ko-KR" sz="1000"/>
              <a:t>_ </a:t>
            </a:r>
            <a:r>
              <a:rPr lang="ko-KR" altLang="en-US" sz="1000"/>
              <a:t>가운데방</a:t>
            </a:r>
            <a:r>
              <a:rPr lang="en-US" altLang="ko-KR" sz="1000"/>
              <a:t>_ </a:t>
            </a:r>
            <a:r>
              <a:rPr lang="ko-KR" altLang="en-US" sz="1000"/>
              <a:t>거실우측방</a:t>
            </a:r>
            <a:r>
              <a:rPr lang="en-US" altLang="ko-KR" sz="1000"/>
              <a:t>)</a:t>
            </a:r>
            <a:r>
              <a:rPr lang="ko-KR" altLang="en-US" sz="1000"/>
              <a:t>교체 작업
씽크대 상판전체 실리콘 재코킹 작업
문끌림</a:t>
            </a:r>
            <a:r>
              <a:rPr lang="en-US" altLang="ko-KR" sz="1000"/>
              <a:t>-3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안방문</a:t>
            </a:r>
            <a:r>
              <a:rPr lang="en-US" altLang="ko-KR" sz="1000"/>
              <a:t>_ </a:t>
            </a:r>
            <a:r>
              <a:rPr lang="ko-KR" altLang="en-US" sz="1000"/>
              <a:t>가운데방문</a:t>
            </a:r>
            <a:r>
              <a:rPr lang="en-US" altLang="ko-KR" sz="1000"/>
              <a:t>_ </a:t>
            </a:r>
            <a:r>
              <a:rPr lang="ko-KR" altLang="en-US" sz="1000"/>
              <a:t>거실우측방문</a:t>
            </a:r>
            <a:r>
              <a:rPr lang="en-US" altLang="ko-KR" sz="1000"/>
              <a:t>) </a:t>
            </a:r>
            <a:r>
              <a:rPr lang="ko-KR" altLang="en-US" sz="1000"/>
              <a:t>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2025-09-25T05:44:28Z</dcterms:modified>
</cp:coreProperties>
</file>