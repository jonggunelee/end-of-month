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104-202 </a:t>
            </a:r>
            <a:r>
              <a:rPr lang="ko-KR" altLang="en-US" b="1">
                <a:latin typeface="+mn-ea"/>
              </a:rPr>
              <a:t>거실 및 방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104-202 </a:t>
            </a:r>
            <a:r>
              <a:rPr lang="ko-KR" altLang="en-US" sz="1000">
                <a:latin typeface="+mn-ea"/>
              </a:rPr>
              <a:t>거실 및 방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104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장소</a:t>
            </a:r>
            <a:r>
              <a:rPr lang="en-US" altLang="ko-KR" sz="1000"/>
              <a:t>: </a:t>
            </a:r>
            <a:r>
              <a:rPr lang="ko-KR" altLang="en-US" sz="1000"/>
              <a:t>창문측 벽면 단열재 </a:t>
            </a:r>
            <a:r>
              <a:rPr lang="en-US" altLang="ko-KR" sz="1000"/>
              <a:t>4</a:t>
            </a:r>
            <a:r>
              <a:rPr lang="ko-KR" altLang="en-US" sz="1000"/>
              <a:t>개소
</a:t>
            </a:r>
            <a:r>
              <a:rPr lang="en-US" altLang="ko-KR" sz="1000"/>
              <a:t>.</a:t>
            </a:r>
            <a:r>
              <a:rPr lang="ko-KR" altLang="en-US" sz="1000"/>
              <a:t>안방</a:t>
            </a:r>
            <a:r>
              <a:rPr lang="en-US" altLang="ko-KR" sz="1000"/>
              <a:t>_ </a:t>
            </a:r>
            <a:r>
              <a:rPr lang="ko-KR" altLang="en-US" sz="1000"/>
              <a:t>가운데방</a:t>
            </a:r>
            <a:r>
              <a:rPr lang="en-US" altLang="ko-KR" sz="1000"/>
              <a:t>_ </a:t>
            </a:r>
            <a:r>
              <a:rPr lang="ko-KR" altLang="en-US" sz="1000"/>
              <a:t>거실우측방</a:t>
            </a:r>
            <a:r>
              <a:rPr lang="en-US" altLang="ko-KR" sz="1000"/>
              <a:t>_ </a:t>
            </a:r>
            <a:r>
              <a:rPr lang="ko-KR" altLang="en-US" sz="1000"/>
              <a:t>거실 </a:t>
            </a:r>
            <a:r>
              <a:rPr lang="en-US" altLang="ko-KR" sz="1000"/>
              <a:t>- </a:t>
            </a:r>
            <a:r>
              <a:rPr lang="ko-KR" altLang="en-US" sz="1000"/>
              <a:t>걸레받이교체포함
천장 몰딩 및 바닥 걸레받이 철거 작업
기존 단열재 설치 부분 열반사 시트 설치 작업
기존 단열재 철거후 신규 설치 작업
천장 몰딩 및 바닥 걸레받이 설치 작업
작업 완료후 폐기물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2025-09-25T05:44:24Z</dcterms:modified>
</cp:coreProperties>
</file>