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1-304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1-304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 
뒤베란다 벽면 크랙 전체보수
문끌림</a:t>
            </a:r>
            <a:r>
              <a:rPr lang="en-US" altLang="ko-KR" sz="1000"/>
              <a:t>-1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화장실좌측방문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2025-09-25T05:44:16Z</dcterms:modified>
</cp:coreProperties>
</file>