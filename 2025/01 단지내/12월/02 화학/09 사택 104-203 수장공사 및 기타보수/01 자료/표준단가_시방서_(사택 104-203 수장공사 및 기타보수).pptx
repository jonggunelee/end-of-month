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104-203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104-203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방충망</a:t>
            </a:r>
            <a:r>
              <a:rPr lang="en-US" altLang="ko-KR" sz="1000"/>
              <a:t>-4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뒤베란다</a:t>
            </a:r>
            <a:r>
              <a:rPr lang="en-US" altLang="ko-KR" sz="1000"/>
              <a:t>_ </a:t>
            </a:r>
            <a:r>
              <a:rPr lang="ko-KR" altLang="en-US" sz="1000"/>
              <a:t>주방</a:t>
            </a:r>
            <a:r>
              <a:rPr lang="en-US" altLang="ko-KR" sz="1000"/>
              <a:t>_ </a:t>
            </a:r>
            <a:r>
              <a:rPr lang="ko-KR" altLang="en-US" sz="1000"/>
              <a:t>주방좌측방</a:t>
            </a:r>
            <a:r>
              <a:rPr lang="en-US" altLang="ko-KR" sz="1000"/>
              <a:t>_ </a:t>
            </a:r>
            <a:r>
              <a:rPr lang="ko-KR" altLang="en-US" sz="1000"/>
              <a:t>현관입구방</a:t>
            </a:r>
            <a:r>
              <a:rPr lang="en-US" altLang="ko-KR" sz="1000"/>
              <a:t>)</a:t>
            </a:r>
            <a:r>
              <a:rPr lang="ko-KR" altLang="en-US" sz="1000"/>
              <a:t>교체
씽크대 상판 전체 실리콘 재코킹 작업
걸레받이 교체</a:t>
            </a:r>
            <a:r>
              <a:rPr lang="en-US" altLang="ko-KR" sz="1000"/>
              <a:t>-5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(2</a:t>
            </a:r>
            <a:r>
              <a:rPr lang="ko-KR" altLang="en-US" sz="1000"/>
              <a:t>군데</a:t>
            </a:r>
            <a:r>
              <a:rPr lang="en-US" altLang="ko-KR" sz="1000"/>
              <a:t>)_ </a:t>
            </a:r>
            <a:r>
              <a:rPr lang="ko-KR" altLang="en-US" sz="1000"/>
              <a:t>거실</a:t>
            </a:r>
            <a:r>
              <a:rPr lang="en-US" altLang="ko-KR" sz="1000"/>
              <a:t>(1</a:t>
            </a:r>
            <a:r>
              <a:rPr lang="ko-KR" altLang="en-US" sz="1000"/>
              <a:t>군데</a:t>
            </a:r>
            <a:r>
              <a:rPr lang="en-US" altLang="ko-KR" sz="1000"/>
              <a:t>)_ </a:t>
            </a:r>
            <a:r>
              <a:rPr lang="ko-KR" altLang="en-US" sz="1000"/>
              <a:t>현관입구</a:t>
            </a:r>
            <a:r>
              <a:rPr lang="en-US" altLang="ko-KR" sz="1000"/>
              <a:t>(2</a:t>
            </a:r>
            <a:r>
              <a:rPr lang="ko-KR" altLang="en-US" sz="1000"/>
              <a:t>군데</a:t>
            </a:r>
            <a:r>
              <a:rPr lang="en-US" altLang="ko-KR" sz="1000"/>
              <a:t>)) </a:t>
            </a:r>
            <a:r>
              <a:rPr lang="ko-KR" altLang="en-US" sz="1000"/>
              <a:t>작업
주방좌측방 문틀 상부 보수</a:t>
            </a:r>
            <a:r>
              <a:rPr lang="en-US" altLang="ko-KR" sz="1000"/>
              <a:t>/</a:t>
            </a:r>
            <a:r>
              <a:rPr lang="ko-KR" altLang="en-US" sz="1000"/>
              <a:t>문끌림</a:t>
            </a:r>
            <a:r>
              <a:rPr lang="en-US" altLang="ko-KR" sz="1000"/>
              <a:t>-2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주방좌측방문</a:t>
            </a:r>
            <a:r>
              <a:rPr lang="en-US" altLang="ko-KR" sz="1000"/>
              <a:t>_</a:t>
            </a:r>
            <a:r>
              <a:rPr lang="ko-KR" altLang="en-US" sz="1000"/>
              <a:t>방화문</a:t>
            </a:r>
            <a:r>
              <a:rPr lang="en-US" altLang="ko-KR" sz="1000"/>
              <a:t>) </a:t>
            </a:r>
            <a:r>
              <a:rPr lang="ko-KR" altLang="en-US" sz="1000"/>
              <a:t>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2025-09-25T05:44:30Z</dcterms:modified>
</cp:coreProperties>
</file>