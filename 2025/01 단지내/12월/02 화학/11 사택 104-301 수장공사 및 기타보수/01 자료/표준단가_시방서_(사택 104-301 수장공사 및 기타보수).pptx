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2025-09-30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104-301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104-301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104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</a:t>
            </a:r>
            <a:r>
              <a:rPr lang="ko-KR" altLang="en-US" sz="1000"/>
              <a:t>합지 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(</a:t>
            </a:r>
            <a:r>
              <a:rPr lang="ko-KR" altLang="en-US" sz="1000"/>
              <a:t>주방좌측방</a:t>
            </a:r>
            <a:r>
              <a:rPr lang="en-US" altLang="ko-KR" sz="1000"/>
              <a:t>))_</a:t>
            </a:r>
            <a:r>
              <a:rPr lang="ko-KR" altLang="en-US" sz="1000"/>
              <a:t>합지 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)_PVC </a:t>
            </a:r>
            <a:r>
              <a:rPr lang="ko-KR" altLang="en-US" sz="1000"/>
              <a:t>비닐 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보수
방충망</a:t>
            </a:r>
            <a:r>
              <a:rPr lang="en-US" altLang="ko-KR" sz="1000"/>
              <a:t>-3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주방좌측방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_</a:t>
            </a:r>
            <a:r>
              <a:rPr lang="ko-KR" altLang="en-US" sz="1000"/>
              <a:t>주방우측방</a:t>
            </a:r>
            <a:r>
              <a:rPr lang="en-US" altLang="ko-KR" sz="1000"/>
              <a:t>)</a:t>
            </a:r>
            <a:r>
              <a:rPr lang="ko-KR" altLang="en-US" sz="1000"/>
              <a:t>교체
걸레받이 교체</a:t>
            </a:r>
            <a:r>
              <a:rPr lang="en-US" altLang="ko-KR" sz="1000"/>
              <a:t>-8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(4</a:t>
            </a:r>
            <a:r>
              <a:rPr lang="ko-KR" altLang="en-US" sz="1000"/>
              <a:t>개</a:t>
            </a:r>
            <a:r>
              <a:rPr lang="en-US" altLang="ko-KR" sz="1000"/>
              <a:t>)_ </a:t>
            </a:r>
            <a:r>
              <a:rPr lang="ko-KR" altLang="en-US" sz="1000"/>
              <a:t>주방우측방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)_ </a:t>
            </a:r>
            <a:r>
              <a:rPr lang="ko-KR" altLang="en-US" sz="1000"/>
              <a:t>안방</a:t>
            </a:r>
            <a:r>
              <a:rPr lang="en-US" altLang="ko-KR" sz="1000"/>
              <a:t>(2</a:t>
            </a:r>
            <a:r>
              <a:rPr lang="ko-KR" altLang="en-US" sz="1000"/>
              <a:t>개</a:t>
            </a:r>
            <a:r>
              <a:rPr lang="en-US" altLang="ko-KR" sz="1000"/>
              <a:t>))_ </a:t>
            </a:r>
            <a:r>
              <a:rPr lang="ko-KR" altLang="en-US" sz="1000"/>
              <a:t>보수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2025-09-29T18:36:35Z</dcterms:modified>
</cp:coreProperties>
</file>