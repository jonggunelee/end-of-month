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1-405 </a:t>
            </a:r>
            <a:r>
              <a:rPr lang="ko-KR" altLang="en-US" b="1">
                <a:latin typeface="+mn-ea"/>
              </a:rPr>
              <a:t>수장공사 및 기타보수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1-405 </a:t>
            </a:r>
            <a:r>
              <a:rPr lang="ko-KR" altLang="en-US" sz="1000">
                <a:latin typeface="+mn-ea"/>
              </a:rPr>
              <a:t>수장공사 및 기타보수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)_PVC </a:t>
            </a:r>
            <a:r>
              <a:rPr lang="ko-KR" altLang="en-US" sz="1000"/>
              <a:t>비닐 작업
도장</a:t>
            </a:r>
            <a:r>
              <a:rPr lang="en-US" altLang="ko-KR" sz="1000"/>
              <a:t>(</a:t>
            </a:r>
            <a:r>
              <a:rPr lang="ko-KR" altLang="en-US" sz="1000"/>
              <a:t>앞베란다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 
도장</a:t>
            </a:r>
            <a:r>
              <a:rPr lang="en-US" altLang="ko-KR" sz="1000"/>
              <a:t>(</a:t>
            </a:r>
            <a:r>
              <a:rPr lang="ko-KR" altLang="en-US" sz="1000"/>
              <a:t>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 
문끌림</a:t>
            </a:r>
            <a:r>
              <a:rPr lang="en-US" altLang="ko-KR" sz="1000"/>
              <a:t>-1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화장실 좌측 방문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2025-09-25T05:44:19Z</dcterms:modified>
</cp:coreProperties>
</file>