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104-401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104-401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 및 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)_PVC</a:t>
            </a:r>
            <a:r>
              <a:rPr lang="ko-KR" altLang="en-US" sz="1000"/>
              <a:t>비닐계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 및 준공 청소 작업
방충망</a:t>
            </a:r>
            <a:r>
              <a:rPr lang="en-US" altLang="ko-KR" sz="1000"/>
              <a:t>-3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주방우측방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_ </a:t>
            </a:r>
            <a:r>
              <a:rPr lang="ko-KR" altLang="en-US" sz="1000"/>
              <a:t>주방좌측방</a:t>
            </a:r>
            <a:r>
              <a:rPr lang="en-US" altLang="ko-KR" sz="1000"/>
              <a:t>)</a:t>
            </a:r>
            <a:r>
              <a:rPr lang="ko-KR" altLang="en-US" sz="1000"/>
              <a:t>교체 작업
거실 창문측 천정</a:t>
            </a:r>
            <a:r>
              <a:rPr lang="en-US" altLang="ko-KR" sz="1000"/>
              <a:t>(</a:t>
            </a:r>
            <a:r>
              <a:rPr lang="ko-KR" altLang="en-US" sz="1000"/>
              <a:t>커튼박스</a:t>
            </a:r>
            <a:r>
              <a:rPr lang="en-US" altLang="ko-KR" sz="1000"/>
              <a:t>) </a:t>
            </a:r>
            <a:r>
              <a:rPr lang="ko-KR" altLang="en-US" sz="1000"/>
              <a:t>및 벽면 누수점검 및 보수
씽크대 상판 전체 실리콘 재코킹작업
걸레받이 교체</a:t>
            </a:r>
            <a:r>
              <a:rPr lang="en-US" altLang="ko-KR" sz="1000"/>
              <a:t>- 5</a:t>
            </a:r>
            <a:r>
              <a:rPr lang="ko-KR" altLang="en-US" sz="1000"/>
              <a:t>군데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(1</a:t>
            </a:r>
            <a:r>
              <a:rPr lang="ko-KR" altLang="en-US" sz="1000"/>
              <a:t>군데</a:t>
            </a:r>
            <a:r>
              <a:rPr lang="en-US" altLang="ko-KR" sz="1000"/>
              <a:t>)_ </a:t>
            </a:r>
            <a:r>
              <a:rPr lang="ko-KR" altLang="en-US" sz="1000"/>
              <a:t>주방입구</a:t>
            </a:r>
            <a:r>
              <a:rPr lang="en-US" altLang="ko-KR" sz="1000"/>
              <a:t>(1</a:t>
            </a:r>
            <a:r>
              <a:rPr lang="ko-KR" altLang="en-US" sz="1000"/>
              <a:t>군데</a:t>
            </a:r>
            <a:r>
              <a:rPr lang="en-US" altLang="ko-KR" sz="1000"/>
              <a:t>) </a:t>
            </a:r>
            <a:r>
              <a:rPr lang="ko-KR" altLang="en-US" sz="1000"/>
              <a:t>보수
안방화장실입구</a:t>
            </a:r>
            <a:r>
              <a:rPr lang="en-US" altLang="ko-KR" sz="1000"/>
              <a:t>(2</a:t>
            </a:r>
            <a:r>
              <a:rPr lang="ko-KR" altLang="en-US" sz="1000"/>
              <a:t>군데</a:t>
            </a:r>
            <a:r>
              <a:rPr lang="en-US" altLang="ko-KR" sz="1000"/>
              <a:t>)_ </a:t>
            </a:r>
            <a:r>
              <a:rPr lang="ko-KR" altLang="en-US" sz="1000"/>
              <a:t>주방우측방</a:t>
            </a:r>
            <a:r>
              <a:rPr lang="en-US" altLang="ko-KR" sz="1000"/>
              <a:t>(1</a:t>
            </a:r>
            <a:r>
              <a:rPr lang="ko-KR" altLang="en-US" sz="1000"/>
              <a:t>군데</a:t>
            </a:r>
            <a:r>
              <a:rPr lang="en-US" altLang="ko-KR" sz="1000"/>
              <a:t>)) </a:t>
            </a:r>
            <a:r>
              <a:rPr lang="ko-KR" altLang="en-US" sz="1000"/>
              <a:t>및 문끌림</a:t>
            </a:r>
            <a:r>
              <a:rPr lang="en-US" altLang="ko-KR" sz="1000"/>
              <a:t>-2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안방문</a:t>
            </a:r>
            <a:r>
              <a:rPr lang="en-US" altLang="ko-KR" sz="1000"/>
              <a:t>_ </a:t>
            </a:r>
            <a:r>
              <a:rPr lang="ko-KR" altLang="en-US" sz="1000"/>
              <a:t>주방우측방문</a:t>
            </a:r>
            <a:r>
              <a:rPr lang="en-US" altLang="ko-KR" sz="1000"/>
              <a:t>) </a:t>
            </a:r>
            <a:r>
              <a:rPr lang="ko-KR" altLang="en-US" sz="1000"/>
              <a:t>보수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2025-09-29T18:36:37Z</dcterms:modified>
</cp:coreProperties>
</file>