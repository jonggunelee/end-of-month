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2025-03-12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2025-03-12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102-202 </a:t>
            </a:r>
            <a:r>
              <a:rPr lang="ko-KR" altLang="en-US" b="1">
                <a:latin typeface="+mn-ea"/>
              </a:rPr>
              <a:t>작은방 외벽 단열작업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102-202 </a:t>
            </a:r>
            <a:r>
              <a:rPr lang="ko-KR" altLang="en-US" sz="1000">
                <a:latin typeface="+mn-ea"/>
              </a:rPr>
              <a:t>작은방 외벽 단열작업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대상</a:t>
            </a:r>
            <a:r>
              <a:rPr lang="en-US" altLang="ko-KR" sz="1000"/>
              <a:t>: </a:t>
            </a:r>
            <a:r>
              <a:rPr lang="ko-KR" altLang="en-US" sz="1000"/>
              <a:t>가운데방 창측벽면
벽면 곰팡이제거 작업
단열시트 부착후 이보드</a:t>
            </a:r>
            <a:r>
              <a:rPr lang="en-US" altLang="ko-KR" sz="1000"/>
              <a:t>(</a:t>
            </a:r>
            <a:r>
              <a:rPr lang="ko-KR" altLang="en-US" sz="1000"/>
              <a:t>단열재</a:t>
            </a:r>
            <a:r>
              <a:rPr lang="en-US" altLang="ko-KR" sz="1000"/>
              <a:t>) </a:t>
            </a:r>
            <a:r>
              <a:rPr lang="ko-KR" altLang="en-US" sz="1000"/>
              <a:t>설치 작업
바닥 걸레받이 및 천장 몰딩 부분 보수 작업
벽면 부분도배 및 걸레받이 교체 
작업 완료후 임시 비닐 보양재 철거 작업
폐기물 반출 및 처리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830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2025-03-12T06:27:47Z</dcterms:modified>
</cp:coreProperties>
</file>