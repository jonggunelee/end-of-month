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2025-03-19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2025-03-19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2025-03-19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2025-03-19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9-304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9-304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9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도배지</a:t>
            </a:r>
            <a:r>
              <a:rPr lang="en-US" altLang="ko-KR" sz="1000"/>
              <a:t>: </a:t>
            </a:r>
            <a:r>
              <a:rPr lang="ko-KR" altLang="en-US" sz="1000"/>
              <a:t>합지 </a:t>
            </a:r>
            <a:r>
              <a:rPr lang="en-US" altLang="ko-KR" sz="1000"/>
              <a:t>/ </a:t>
            </a:r>
            <a:r>
              <a:rPr lang="ko-KR" altLang="en-US" sz="1000"/>
              <a:t>장판</a:t>
            </a:r>
            <a:r>
              <a:rPr lang="en-US" altLang="ko-KR" sz="1000"/>
              <a:t>: </a:t>
            </a:r>
            <a:r>
              <a:rPr lang="ko-KR" altLang="en-US" sz="1000"/>
              <a:t>비닐시트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-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_</a:t>
            </a:r>
            <a:r>
              <a:rPr lang="ko-KR" altLang="en-US" sz="1000"/>
              <a:t>수도계량기함</a:t>
            </a:r>
            <a:r>
              <a:rPr lang="en-US" altLang="ko-KR" sz="1000"/>
              <a:t>_</a:t>
            </a:r>
            <a:r>
              <a:rPr lang="ko-KR" altLang="en-US" sz="1000"/>
              <a:t>거실걸레받이</a:t>
            </a:r>
            <a:r>
              <a:rPr lang="en-US" altLang="ko-KR" sz="1000"/>
              <a:t>_</a:t>
            </a:r>
            <a:r>
              <a:rPr lang="ko-KR" altLang="en-US" sz="1000"/>
              <a:t>수성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앞뒤베란다 전체</a:t>
            </a:r>
            <a:r>
              <a:rPr lang="en-US" altLang="ko-KR" sz="1000"/>
              <a:t>(</a:t>
            </a:r>
            <a:r>
              <a:rPr lang="ko-KR" altLang="en-US" sz="1000"/>
              <a:t>곰팡이제거</a:t>
            </a:r>
            <a:r>
              <a:rPr lang="en-US" altLang="ko-KR" sz="1000"/>
              <a:t>(</a:t>
            </a:r>
            <a:r>
              <a:rPr lang="ko-KR" altLang="en-US" sz="1000"/>
              <a:t>창고</a:t>
            </a:r>
            <a:r>
              <a:rPr lang="en-US" altLang="ko-KR" sz="1000"/>
              <a:t>(2</a:t>
            </a:r>
            <a:r>
              <a:rPr lang="ko-KR" altLang="en-US" sz="1000"/>
              <a:t>개</a:t>
            </a:r>
            <a:r>
              <a:rPr lang="en-US" altLang="ko-KR" sz="1000"/>
              <a:t>)</a:t>
            </a:r>
            <a:r>
              <a:rPr lang="ko-KR" altLang="en-US" sz="1000"/>
              <a:t>포함</a:t>
            </a:r>
            <a:r>
              <a:rPr lang="en-US" altLang="ko-KR" sz="1000"/>
              <a:t>_</a:t>
            </a:r>
            <a:r>
              <a:rPr lang="ko-KR" altLang="en-US" sz="1000"/>
              <a:t>수성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방화문내부</a:t>
            </a:r>
            <a:r>
              <a:rPr lang="en-US" altLang="ko-KR" sz="1000"/>
              <a:t>_</a:t>
            </a:r>
            <a:r>
              <a:rPr lang="ko-KR" altLang="en-US" sz="1000"/>
              <a:t>유성</a:t>
            </a:r>
            <a:r>
              <a:rPr lang="en-US" altLang="ko-KR" sz="1000"/>
              <a:t>) </a:t>
            </a:r>
            <a:r>
              <a:rPr lang="ko-KR" altLang="en-US" sz="1000"/>
              <a:t>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2025-03-19T01:44:18Z</dcterms:modified>
</cp:coreProperties>
</file>