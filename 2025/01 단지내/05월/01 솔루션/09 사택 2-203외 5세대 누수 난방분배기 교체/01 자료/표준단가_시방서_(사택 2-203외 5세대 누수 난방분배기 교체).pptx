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2-203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세대 누수 난방분배기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2-203</a:t>
            </a:r>
            <a:r>
              <a:rPr lang="ko-KR" altLang="en-US" sz="1000">
                <a:latin typeface="+mn-ea"/>
              </a:rPr>
              <a:t>외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세대 누수 난방분배기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동 </a:t>
            </a:r>
            <a:r>
              <a:rPr lang="en-US" altLang="ko-KR" sz="1000" dirty="0">
                <a:latin typeface="+mn-ea"/>
              </a:rPr>
              <a:t>, 5</a:t>
            </a:r>
            <a:r>
              <a:rPr lang="ko-KR" altLang="en-US" sz="1000" dirty="0">
                <a:latin typeface="+mn-ea"/>
              </a:rPr>
              <a:t>동 </a:t>
            </a:r>
            <a:r>
              <a:rPr lang="en-US" altLang="ko-KR" sz="1000" dirty="0">
                <a:latin typeface="+mn-ea"/>
              </a:rPr>
              <a:t>, 8</a:t>
            </a:r>
            <a:r>
              <a:rPr lang="ko-KR" altLang="en-US" sz="1000" dirty="0">
                <a:latin typeface="+mn-ea"/>
              </a:rPr>
              <a:t>동 </a:t>
            </a:r>
            <a:r>
              <a:rPr lang="en-US" altLang="ko-KR" sz="1000" dirty="0">
                <a:latin typeface="+mn-ea"/>
              </a:rPr>
              <a:t>, 9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분배기 </a:t>
            </a:r>
            <a:r>
              <a:rPr lang="en-US" altLang="ko-KR" sz="1000"/>
              <a:t>4</a:t>
            </a:r>
            <a:r>
              <a:rPr lang="ko-KR" altLang="en-US" sz="1000"/>
              <a:t>구 </a:t>
            </a:r>
            <a:r>
              <a:rPr lang="en-US" altLang="ko-KR" sz="1000"/>
              <a:t>:  2</a:t>
            </a:r>
            <a:r>
              <a:rPr lang="ko-KR" altLang="en-US" sz="1000"/>
              <a:t>동 </a:t>
            </a:r>
            <a:r>
              <a:rPr lang="en-US" altLang="ko-KR" sz="1000"/>
              <a:t>203</a:t>
            </a:r>
            <a:r>
              <a:rPr lang="ko-KR" altLang="en-US" sz="1000"/>
              <a:t>호</a:t>
            </a:r>
            <a:r>
              <a:rPr lang="en-US" altLang="ko-KR" sz="1000"/>
              <a:t>/ 2</a:t>
            </a:r>
            <a:r>
              <a:rPr lang="ko-KR" altLang="en-US" sz="1000"/>
              <a:t>동 </a:t>
            </a:r>
            <a:r>
              <a:rPr lang="en-US" altLang="ko-KR" sz="1000"/>
              <a:t>404</a:t>
            </a:r>
            <a:r>
              <a:rPr lang="ko-KR" altLang="en-US" sz="1000"/>
              <a:t>호 </a:t>
            </a:r>
            <a:r>
              <a:rPr lang="en-US" altLang="ko-KR" sz="1000"/>
              <a:t>/ 5</a:t>
            </a:r>
            <a:r>
              <a:rPr lang="ko-KR" altLang="en-US" sz="1000"/>
              <a:t>동 </a:t>
            </a:r>
            <a:r>
              <a:rPr lang="en-US" altLang="ko-KR" sz="1000"/>
              <a:t>501</a:t>
            </a:r>
            <a:r>
              <a:rPr lang="ko-KR" altLang="en-US" sz="1000"/>
              <a:t>호
분배기 </a:t>
            </a:r>
            <a:r>
              <a:rPr lang="en-US" altLang="ko-KR" sz="1000"/>
              <a:t>5</a:t>
            </a:r>
            <a:r>
              <a:rPr lang="ko-KR" altLang="en-US" sz="1000"/>
              <a:t>구 </a:t>
            </a:r>
            <a:r>
              <a:rPr lang="en-US" altLang="ko-KR" sz="1000"/>
              <a:t>:  8</a:t>
            </a:r>
            <a:r>
              <a:rPr lang="ko-KR" altLang="en-US" sz="1000"/>
              <a:t>동 </a:t>
            </a:r>
            <a:r>
              <a:rPr lang="en-US" altLang="ko-KR" sz="1000"/>
              <a:t>502</a:t>
            </a:r>
            <a:r>
              <a:rPr lang="ko-KR" altLang="en-US" sz="1000"/>
              <a:t>호 </a:t>
            </a:r>
            <a:r>
              <a:rPr lang="en-US" altLang="ko-KR" sz="1000"/>
              <a:t>/ 9</a:t>
            </a:r>
            <a:r>
              <a:rPr lang="ko-KR" altLang="en-US" sz="1000"/>
              <a:t>동 </a:t>
            </a:r>
            <a:r>
              <a:rPr lang="en-US" altLang="ko-KR" sz="1000"/>
              <a:t>304</a:t>
            </a:r>
            <a:r>
              <a:rPr lang="ko-KR" altLang="en-US" sz="1000"/>
              <a:t>호 </a:t>
            </a:r>
            <a:r>
              <a:rPr lang="en-US" altLang="ko-KR" sz="1000"/>
              <a:t>/ 9</a:t>
            </a:r>
            <a:r>
              <a:rPr lang="ko-KR" altLang="en-US" sz="1000"/>
              <a:t>동 </a:t>
            </a:r>
            <a:r>
              <a:rPr lang="en-US" altLang="ko-KR" sz="1000"/>
              <a:t>503</a:t>
            </a:r>
            <a:r>
              <a:rPr lang="ko-KR" altLang="en-US" sz="1000"/>
              <a:t>호
씽크대 하부장 임시 철거 작업
씽크대 하부장 누수 난방 분배기 철거 및 배관 절단 작업
씽크대 하부장 누수 난방 분배기 설치 및 배관 연결 작업
교체 완료후 통수 및 압력 시험 작업
씽크대 하부장 원복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2025-03-17T07:05:35Z</dcterms:modified>
</cp:coreProperties>
</file>