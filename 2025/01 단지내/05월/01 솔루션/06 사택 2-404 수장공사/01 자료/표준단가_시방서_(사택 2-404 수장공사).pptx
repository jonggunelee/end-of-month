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1002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2025-03-10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2-404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2-404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(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_ </a:t>
            </a:r>
            <a:r>
              <a:rPr lang="ko-KR" altLang="en-US" sz="1000"/>
              <a:t>뒤베란다</a:t>
            </a:r>
            <a:r>
              <a:rPr lang="en-US" altLang="ko-KR" sz="1000"/>
              <a:t>1</a:t>
            </a:r>
            <a:r>
              <a:rPr lang="ko-KR" altLang="en-US" sz="1000"/>
              <a:t>곳</a:t>
            </a:r>
            <a:r>
              <a:rPr lang="en-US" altLang="ko-KR" sz="1000"/>
              <a:t>)_</a:t>
            </a:r>
            <a:r>
              <a:rPr lang="ko-KR" altLang="en-US" sz="1000"/>
              <a:t>방화문 내부 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걸레받이 작업
도장</a:t>
            </a:r>
            <a:r>
              <a:rPr lang="en-US" altLang="ko-KR" sz="1000"/>
              <a:t>(</a:t>
            </a:r>
            <a:r>
              <a:rPr lang="ko-KR" altLang="en-US" sz="1000"/>
              <a:t>벽면 부분도장</a:t>
            </a:r>
            <a:r>
              <a:rPr lang="en-US" altLang="ko-KR" sz="1000"/>
              <a:t>(</a:t>
            </a:r>
            <a:r>
              <a:rPr lang="ko-KR" altLang="en-US" sz="1000"/>
              <a:t>벽면</a:t>
            </a:r>
            <a:r>
              <a:rPr lang="en-US" altLang="ko-KR" sz="1000"/>
              <a:t>_</a:t>
            </a:r>
            <a:r>
              <a:rPr lang="ko-KR" altLang="en-US" sz="1000"/>
              <a:t>천정 곰팡이제거 포함</a:t>
            </a:r>
            <a:r>
              <a:rPr lang="en-US" altLang="ko-KR" sz="1000"/>
              <a:t>)) </a:t>
            </a:r>
            <a:r>
              <a:rPr lang="ko-KR" altLang="en-US" sz="1000"/>
              <a:t>작업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855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2025-03-10T01:30:37Z</dcterms:modified>
</cp:coreProperties>
</file>