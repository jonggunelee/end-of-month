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92" r:id="rId2"/>
    <p:sldId id="256" r:id="rId3"/>
    <p:sldId id="257" r:id="rId4"/>
    <p:sldId id="258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94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3" r:id="rId23"/>
    <p:sldId id="284" r:id="rId24"/>
    <p:sldId id="285" r:id="rId25"/>
    <p:sldId id="288" r:id="rId26"/>
    <p:sldId id="289" r:id="rId27"/>
    <p:sldId id="290" r:id="rId28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4" autoAdjust="0"/>
    <p:restoredTop sz="94560" autoAdjust="0"/>
  </p:normalViewPr>
  <p:slideViewPr>
    <p:cSldViewPr>
      <p:cViewPr>
        <p:scale>
          <a:sx n="75" d="100"/>
          <a:sy n="75" d="100"/>
        </p:scale>
        <p:origin x="2052" y="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A6A8AB2-5F0B-B2EE-49E7-5CEFC2C586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530C2C-758B-1ADF-A2D1-02523A0D69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7B3E397-62E5-4610-A87F-A69447CA9765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EB21BEA5-E100-D7A0-1DB7-C01003CDA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DED6A53-00D0-DB0A-3CA5-A7553720B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AD586A-6EE3-E9EA-00BA-79960C1C44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8C5642-FE92-9255-236E-0CC696CDF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B010034F-19F7-4DC0-AF01-577C2D12519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E59B2FB-73A3-7426-3DE9-2CB7D9D183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EB4E94F-0B21-75EC-A0A5-9A465050C1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1E7BC81-74EF-F1DD-FD68-CE913E929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7D0D5C3-EB90-4737-B306-C52FBE14CF8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C1E4386-0C39-6AD4-BFBE-82667F45A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3E2DC65-8809-CC79-172D-57AC4ECECA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8B79FC4-00A5-70D8-3DF8-78CE4DB67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56D032B-996F-4DD4-91EA-4980579E049B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403D488-2814-6825-B2AC-B0B92CD831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FE2CE0E-9F70-C3BC-1FFF-7D3E2968DF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3D5C73A3-CEBB-29F1-DE63-693C5D66D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9EDB5BA-39D6-4C29-B157-2C9A17F726E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FA536F3D-ED0A-775A-272B-5738A2E24B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9A40156-C7D6-A850-9428-64D5145C27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13B9310-E135-59BC-6BFA-1191A8A04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ED34F9C-96DB-41EE-B00E-FD5B3AE0C406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F781FC4D-6F73-FA92-9EFD-50C728F2A2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9A9054D-03D0-FE9D-BBD8-76A42F946B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D0236DF-39CF-5EE5-1A2A-4D8EC0E84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7EC4210-3614-4E14-8BD9-0A47B5DB4A46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14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7855B4A-9A47-FAAA-5F80-1ED2B46255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A7036B7-67C7-B114-4AEE-BCE140770C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8D2DF1E-498C-A068-8636-C5BC8397D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1166F35-2817-47D8-9525-D9840B57E4D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D610A011-FC9C-A246-2057-C42EFE66ED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904D570E-6A02-3C2A-614F-B6D3123239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0A17997-5B3A-555C-CD5C-7502B564D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1223086-3C3D-4BAA-B342-BC19F8384BD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2EE226F-C9FE-64A9-ACED-AFE8687A27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ED188AB8-FAEF-69C2-E171-AB2897364A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C47CB4B-C9A0-86CA-DD51-F9D7AC0E0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2B460EC-C000-48E9-A432-58933B2D573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4815A5-3F3B-2CEB-BD59-1FBFBA770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23984-093E-48F6-8454-29D23EEBCDA7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6BF3CC-B956-E297-3BAB-9E2CFD30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C56423-45FD-3DFA-3876-D754B7DA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193855-F80B-4A79-A6AE-786FEE39599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37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7D81B1-525D-DAD2-1225-FEF354089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75EF9-CC2A-435F-B32E-ECA4D16C4419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BED9A9-FD4D-48F9-EF3F-53552C7E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2D748-8082-227E-8A0F-7338551C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9F4A2-3FE4-42E3-A7E9-85DDE2988D9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7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F0D209-BED3-B2EB-3CB2-436D03E6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B809B-3145-4461-A215-3B5EDE0D818B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7758A1-DC21-0A02-1135-D506D5740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B3E65-7AA1-6F48-C0B4-E28F2AA2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6E13D-D452-4569-BCA6-AEE4A79584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04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513AFB2-4E30-4E83-EBCC-A50A863E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C92B4-AD20-4A46-964D-0439C9822A93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4C9E901-302A-0943-59A6-EAE6C5B8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81625AA-BDED-8686-10D7-FC8D2D33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658B85-7ECD-4D47-8072-2AB0B3A0E6E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63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D475904A-F0B9-947F-728F-09B8E7E8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D36C0-7D6A-4F30-92BB-441C89B1D95B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1820B8F-32E6-CB10-C004-22D932ED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C3FC3987-E685-099C-4F23-9A80F1B3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74CFC5-938E-4373-A325-E5EC90215EA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02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FA043FC9-2282-9D56-FD98-5435F8A6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4295B-DB52-4B98-A1A4-E28E547166EE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FA5B42E-ACD8-D3F2-5521-8739DE3B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F4745B8-CEF3-F62C-F089-B135BAC2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7B98D-D9F8-4AC1-BB98-F6BB661DC05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32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D473268-8276-6983-74A4-434D638C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D44C5-D058-494B-9E46-9319C13B89EB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30D1124-BE4F-A037-53BD-41B1CE6A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8834E8A-72BC-901D-CD3C-D76ED394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90C58-0742-4178-B25B-5C04EF6007D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59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636E56A-4266-8399-BA39-9473CC49D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21E04-D17D-49F4-B155-7774395211D3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4B18339-3D55-00DA-603F-E95EEFFC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511327E-19AC-229F-BD33-E9C7A9DC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7BE3A-1825-4A15-B777-721BD1C41C9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53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9838CD5-4D3A-602D-A99B-85762C14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A4A3E-5B86-4AD9-B223-8CC9FDFBB45B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534A7B9-F203-B67C-5AE7-9480F2F40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5A5050E-1FD9-BCA8-7BFC-CE14D59F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DF7AE-7F04-41B0-90C4-74002D6FEB9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84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356DF-4534-0344-051A-40170563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92AF5-05A9-41AB-9544-245B94EA8B53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C208C-9CE4-3F89-5700-6B76B143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D2F904-6DF5-DE46-508C-CB29DB29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335352-51AC-4512-95AD-B287000504B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601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DB49E5-128B-DA73-85AC-A52182EBC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B5267-6517-4C21-8A4D-F082A30A81F5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F63C6-2DBB-9E04-EE1B-B40E84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D378C-C4E3-B297-E866-A8BBC200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9C676F-9545-4ABD-B238-44EB6969657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34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1A0D5A7B-E921-91FE-5AC8-2B1741F7A22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A609D760-F26C-2C58-0642-FBD6A561E0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8821E-E7E7-8BE4-1B39-A6E431F8C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D8E5934-2476-4301-A8C3-FC6FAF4A0026}" type="datetimeFigureOut">
              <a:rPr lang="ko-KR" altLang="en-US"/>
              <a:pPr>
                <a:defRPr/>
              </a:pPr>
              <a:t>2025-03-17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43705-357E-CC8B-2DB5-00096F779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D30B25-EA2F-0856-72AB-A33B7858B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DE6BB87-6B4E-41E3-AC4E-BA33E73360A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30A093-8B3D-6B68-63D9-968A67BBE6AB}"/>
              </a:ext>
            </a:extLst>
          </p:cNvPr>
          <p:cNvSpPr txBox="1"/>
          <p:nvPr/>
        </p:nvSpPr>
        <p:spPr>
          <a:xfrm>
            <a:off x="0" y="0"/>
            <a:ext cx="9144000" cy="636174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200" b="1" dirty="0"/>
              <a:t>작업 목록</a:t>
            </a:r>
            <a:endParaRPr lang="en-US" altLang="ko-KR" sz="32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A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303-5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벽만 도배</a:t>
            </a:r>
            <a:endParaRPr lang="en-US" altLang="ko-KR" sz="24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A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503-3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벽만 도배</a:t>
            </a:r>
            <a:endParaRPr lang="en-US" altLang="ko-KR" sz="24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A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701-3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벽만 도배</a:t>
            </a:r>
            <a:endParaRPr lang="en-US" altLang="ko-KR" sz="24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A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701-5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벽만 도배</a:t>
            </a:r>
            <a:endParaRPr lang="en-US" altLang="ko-KR" sz="24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A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702-1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벽 </a:t>
            </a:r>
            <a:r>
              <a:rPr lang="en-US" altLang="ko-KR" sz="2400" b="1" dirty="0"/>
              <a:t>+ </a:t>
            </a:r>
            <a:r>
              <a:rPr lang="ko-KR" altLang="en-US" sz="2400" b="1" dirty="0"/>
              <a:t>천장 도배</a:t>
            </a:r>
            <a:endParaRPr lang="en-US" altLang="ko-KR" sz="24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B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704-4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벽 </a:t>
            </a:r>
            <a:r>
              <a:rPr lang="en-US" altLang="ko-KR" sz="2400" b="1" dirty="0"/>
              <a:t>+ </a:t>
            </a:r>
            <a:r>
              <a:rPr lang="ko-KR" altLang="en-US" sz="2400" b="1" dirty="0"/>
              <a:t>천장 도배</a:t>
            </a:r>
            <a:endParaRPr lang="en-US" altLang="ko-KR" sz="24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B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901-4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벽만 도배</a:t>
            </a:r>
            <a:endParaRPr lang="en-US" altLang="ko-KR" sz="2400" b="1" dirty="0"/>
          </a:p>
          <a:p>
            <a:pPr marL="914400" lvl="1" indent="-4572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2400" b="1" dirty="0"/>
              <a:t>B</a:t>
            </a:r>
            <a:r>
              <a:rPr lang="ko-KR" altLang="en-US" sz="2400" b="1" dirty="0"/>
              <a:t>동 </a:t>
            </a:r>
            <a:r>
              <a:rPr lang="en-US" altLang="ko-KR" sz="2400" b="1" dirty="0"/>
              <a:t>1002-2</a:t>
            </a:r>
            <a:r>
              <a:rPr lang="ko-KR" altLang="en-US" sz="2400" b="1" dirty="0"/>
              <a:t>호 수장공사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벽만 도배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15507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E73BB31-CB0C-5EB4-AE63-8BB2BD1E8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303-5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65DFF858-F209-B811-8687-31D4241E9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9230A63-D31E-D6D0-733A-3707E856B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92BD38D7-F866-7574-EC6D-CE5FEF2F7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303-5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925A29B2-5837-E8A2-ED68-ACA390FF4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458BD9ED-D978-7962-6365-E14244447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22F2D3D-C61B-9FA2-1192-5EA0E9560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70428998-BD58-E630-91D4-457FAC53C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303-5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C7AD7616-65B1-9C88-C70F-0FEC62CC1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6D192715-EC7E-F09F-0A8D-EC914F4BF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D9AAAC6C-5999-D207-A287-1E25CEBD0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F8EDE9E-3EA8-C2D5-C30C-10CAE069D71C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CC50A45F-3DD7-5155-F732-C28F6255DAA1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E3653-F4C4-4EB0-3E9D-5A9B8614389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A8B77C-C1CC-5CD1-42B4-172BC5E3AD5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B2574344-82E5-84EF-C4F7-4A121BD0AE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3D630FD-90AB-C9A1-6121-076E7E3F553B}"/>
              </a:ext>
            </a:extLst>
          </p:cNvPr>
          <p:cNvSpPr/>
          <p:nvPr/>
        </p:nvSpPr>
        <p:spPr>
          <a:xfrm>
            <a:off x="3348038" y="3141663"/>
            <a:ext cx="1944687" cy="1439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8C9E53F-0145-EBE8-CB75-A65E0192C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503-3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C2742E0-2DEA-9E7B-D44D-920DF34DC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CAE7A37B-9097-A265-8588-762D4001B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5263F30-CFF4-51CB-8C5D-99733E45E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503-3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62DB7CD3-E86A-043C-6F6B-6CEE26F8D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02F45CD6-D06B-9DD0-6A6E-CEE51ABBE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01738"/>
            <a:ext cx="25320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91B0A53E-5471-286E-B48D-7188B61AA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E61372D7-C21D-9DE8-F39E-E4CE5AFE0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503-3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0D7BA488-4922-52AC-22E3-F915F5934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C459D089-3CB6-9DC3-CF69-6AC914A62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383C6E63-FB6D-C33E-9831-20052A709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D637F49-C1F5-660E-4C31-D3B3C70A11D4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251058DE-C35F-7523-F5A6-ED919466304B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50A83-EAED-AF21-3069-CF523C3F6EA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6ADB8D-DE92-1547-BD07-2D232DDC60B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ED848381-C049-848C-8B8B-1280070E31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0EA679A1-9D35-8DE3-244D-225519392D10}"/>
              </a:ext>
            </a:extLst>
          </p:cNvPr>
          <p:cNvSpPr/>
          <p:nvPr/>
        </p:nvSpPr>
        <p:spPr>
          <a:xfrm>
            <a:off x="4211638" y="2924175"/>
            <a:ext cx="1944687" cy="1584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922A63D-4948-84A5-928B-92A399FF4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701-3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BDF1A41-B7A9-CBD1-3468-F4C6B493A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1780EDE-E276-07C0-59E5-2D85602D3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090302A-1F7A-D033-722C-F6C5DD8FF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701-3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10CE9E6C-FEB3-1287-B709-32D8CDBFF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3E9C19D8-2914-98AD-6038-964320303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B8F41C21-0622-9396-16E9-D4FA37F4F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D55CE104-34DD-CEA1-173F-F2F930F3A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701-3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D384C6F1-A38D-02CB-CFBD-E5A7B7039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A65270AE-708E-46A2-E7F0-09921C168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C661EC95-DC27-7931-2998-741CE178A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15E765F-65A5-AFC5-D8AD-10BF2F7FB9C3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9480EB3D-F75E-559F-FA14-48131B0F6046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A272F603-6859-103E-12FE-3D417254E66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얼룩짐</a:t>
            </a:r>
            <a:r>
              <a:rPr lang="en-US" altLang="ko-KR" b="1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8C6AA0-8E46-0485-7469-5CB96A05EE0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079F8A20-9746-E43A-5128-9410C1D314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8BBF65D3-7FD0-CC05-2E5A-6367E126B513}"/>
              </a:ext>
            </a:extLst>
          </p:cNvPr>
          <p:cNvSpPr/>
          <p:nvPr/>
        </p:nvSpPr>
        <p:spPr>
          <a:xfrm>
            <a:off x="2771775" y="3213100"/>
            <a:ext cx="4105275" cy="1944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E706CEC-CF66-93F6-7E14-058D75F74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701-5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94570D5-6290-C142-1644-CDDE567E5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8C4C324A-3DC7-DD74-B2C5-6223922FB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825F912-9E39-1887-09E9-DB850F45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701-5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B2BA75DF-E9DF-A7E6-BE8B-1FD7BDED4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FAEE6A1A-84E4-F75A-6B19-67ADFBA3C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77D7AA7-DE55-105D-1006-CB22D5F34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52C332FC-4A68-CBCA-5E35-01EBB9215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701-5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70F941C6-6E1C-2FA6-C83B-6A47F1961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DF395405-E8DA-0401-789D-61EC5FCCD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찢어짐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화장실문 우측석고보드 들뜸 보수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BD452B19-D832-43B9-D667-530A11AAC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06D6F5-3BA3-9EBF-9143-F1BABBFE4008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8E07F09C-3B17-B39E-8C67-A886B76C7DC9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50D9E-1D2B-5931-3168-996D08C8304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찢어짐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C645F4-73B0-476C-B1B5-FE98E87DE5D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A281E4A4-22DC-879A-185F-DD4C8E8C15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653CC4FC-2092-6EF4-723F-629A00DB232D}"/>
              </a:ext>
            </a:extLst>
          </p:cNvPr>
          <p:cNvSpPr/>
          <p:nvPr/>
        </p:nvSpPr>
        <p:spPr>
          <a:xfrm>
            <a:off x="3635375" y="3141663"/>
            <a:ext cx="1512888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106F47F-365E-3EAB-C333-34CDAE046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702-1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4548277-476C-356F-3485-3C71B80F6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99A4407-50A0-C334-CB6D-28D12ED60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618C16C-044F-E11F-2A87-0413BCFDC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702-1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3FB94437-0A61-90DB-D09F-65A5A6C90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7072283D-D5CD-1F9E-91BE-75023499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DB786CC-4549-FEBF-E1F6-B308CC933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C87D29AD-FA31-D01A-1EE6-41F31DAA3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702-1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FCABC9AD-D854-50BB-18CE-99CE04123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A41D8D60-C2F1-1D97-8696-239C81055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211727D2-2B33-E60A-75EF-6926FE92A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3C074C-75DB-43E2-D295-CA2F430C0FC9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CC715C3B-5116-517E-AD0D-14C6BB87CE42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6D3A8-C4B8-40D3-4E07-BEFCC3622C8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090678-15B2-31D6-63A4-80FCE61BBE3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EBA6BC37-E3B6-2932-AFBF-6620D97B67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C97D72A-3164-A4F4-2666-7B20E79E7138}"/>
              </a:ext>
            </a:extLst>
          </p:cNvPr>
          <p:cNvSpPr/>
          <p:nvPr/>
        </p:nvSpPr>
        <p:spPr>
          <a:xfrm>
            <a:off x="1547813" y="3716338"/>
            <a:ext cx="6119812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10617-EA2F-E862-17A7-CA732C39FE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F521FF-49FA-CE8A-53DE-1E62EA9174C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4F4A0686-04F4-8969-6885-6603FF2F6A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5406587-5343-ED68-E5E4-40722DD0D905}"/>
              </a:ext>
            </a:extLst>
          </p:cNvPr>
          <p:cNvSpPr/>
          <p:nvPr/>
        </p:nvSpPr>
        <p:spPr>
          <a:xfrm>
            <a:off x="3132138" y="2997200"/>
            <a:ext cx="2808287" cy="2232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4483810-B9C9-898D-3603-550C54555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9575"/>
            <a:ext cx="8280400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B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704-4</a:t>
            </a:r>
            <a:r>
              <a:rPr kumimoji="0" lang="ko-KR" altLang="en-US" sz="2800" b="1"/>
              <a:t>호 수장공사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31BD4DE-6F0A-BA74-E6CC-BDE11E63C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900E9DE-FBCF-F9A2-6112-2DE262D35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2E1B278-C47E-9B4A-DBF5-E4FADAEF3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7129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704-4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9BB614F4-956E-62DF-21F4-051AC8DD9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5CAE1B49-EF63-C75E-41FD-58200B972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8EC3E25-D624-CCC6-D540-ACCC3FDC1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6DBF505A-A7B2-B9E9-F430-4C0FDA60D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704-4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ABB71FEE-77FD-4D74-444F-E89A0C6CB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F6E93763-2B56-0040-57E1-77E9DA412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도배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찢어짐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6C73004B-2128-078B-0541-F045817CB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7CB820-1A89-8B23-EBDA-5226BF944076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B8655676-B013-18AA-B0EC-78310C304E6F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2E1B278-C47E-9B4A-DBF5-E4FADAEF3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7129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704-4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9BB614F4-956E-62DF-21F4-051AC8DD9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5CAE1B49-EF63-C75E-41FD-58200B972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8EC3E25-D624-CCC6-D540-ACCC3FDC1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6DBF505A-A7B2-B9E9-F430-4C0FDA60D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704-4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ABB71FEE-77FD-4D74-444F-E89A0C6CB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F6E93763-2B56-0040-57E1-77E9DA412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도배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찢어짐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6C73004B-2128-078B-0541-F045817CB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7CB820-1A89-8B23-EBDA-5226BF944076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B8655676-B013-18AA-B0EC-78310C304E6F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720E0-B76B-AAC6-CF39-B40737FA842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-</a:t>
            </a:r>
            <a:r>
              <a:rPr lang="ko-KR" altLang="en-US" b="1" dirty="0"/>
              <a:t>천정</a:t>
            </a:r>
            <a:r>
              <a:rPr lang="en-US" altLang="ko-KR" b="1" dirty="0"/>
              <a:t>(</a:t>
            </a:r>
            <a:r>
              <a:rPr lang="ko-KR" altLang="en-US" b="1" dirty="0"/>
              <a:t>찢어짐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7AADCA-85FF-50EA-CAE5-0A7F1AC65E65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3">
            <a:extLst>
              <a:ext uri="{FF2B5EF4-FFF2-40B4-BE49-F238E27FC236}">
                <a16:creationId xmlns:a16="http://schemas.microsoft.com/office/drawing/2014/main" id="{07FF9A7C-718C-B6C1-1EEB-934A630453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37075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C611966-FC4C-215B-3E2D-36A53345A15E}"/>
              </a:ext>
            </a:extLst>
          </p:cNvPr>
          <p:cNvSpPr/>
          <p:nvPr/>
        </p:nvSpPr>
        <p:spPr>
          <a:xfrm>
            <a:off x="2484438" y="2997200"/>
            <a:ext cx="2808287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172E441-6E35-5843-A3A8-1699BADFC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9575"/>
            <a:ext cx="8280400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B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901-4</a:t>
            </a:r>
            <a:r>
              <a:rPr kumimoji="0" lang="ko-KR" altLang="en-US" sz="2800" b="1"/>
              <a:t>호 수장공사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6DCAE48-67EC-4620-B661-61CB53446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A10659D-FD0E-01E9-9351-A8DF78F80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3E8973D-9DA1-B6D5-24D4-BF84CFF1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7129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901-4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A974037F-AC6F-A7D2-54C6-7C6FF33E4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F039549D-B037-4238-1CFE-885683638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67855EB1-4895-7C04-4EEA-6614995F3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3CCD766B-8309-A088-CBA3-BA951559F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901-4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3BCF4B08-B2DE-4152-6C09-E58E5D916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119D43EA-1CA9-CF68-4D1B-11C4E9F1F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찢어짐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발코니창문 우측벽 단열재 들뜸 재시공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05EA7013-DC03-DD94-83DF-AE7F0429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DAC87C-D3C0-3A3B-104D-8CE2561172A2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CB3FDB47-EE33-9366-6E57-B5EC84371F60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D18E82B2-6D02-FB21-43D0-99CEB5B9C13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찢어짐</a:t>
            </a:r>
            <a:r>
              <a:rPr lang="en-US" altLang="ko-KR" b="1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40F298-1903-D401-D34D-0B69C299597C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3">
            <a:extLst>
              <a:ext uri="{FF2B5EF4-FFF2-40B4-BE49-F238E27FC236}">
                <a16:creationId xmlns:a16="http://schemas.microsoft.com/office/drawing/2014/main" id="{A63923A3-A161-4F6D-D51F-3262DD31B5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37075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949FCE46-DDD9-5AE5-67F7-D5B5E6D27B66}"/>
              </a:ext>
            </a:extLst>
          </p:cNvPr>
          <p:cNvSpPr/>
          <p:nvPr/>
        </p:nvSpPr>
        <p:spPr>
          <a:xfrm>
            <a:off x="3708400" y="2924175"/>
            <a:ext cx="1079500" cy="1873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691DB92-0E71-FB24-48B3-5F7D1A41C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B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1002-2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C3253B5-FEC1-A6A8-5F72-BD34F9F16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C3B56F9-7254-9467-6BE9-848303F33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2025. 03. 04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C4C0C193-F570-9264-35A0-C7A0F72E8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1002-2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09F1EA92-5390-9DD1-86B2-F3A24F56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7273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8C1738E3-7646-D692-15EC-D60FAEB17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6532F143-6FE5-E2AA-AC1E-4F77B3AB9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291F993A-781F-EDB6-438B-F120A069E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619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1002-2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D6D195BE-A285-FC29-6EE0-D0BC4330C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DD9CC814-13D2-4127-3F6D-D266E5B8D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찢어짐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화장실문옆 벽체 석고보드 들뜸 재시공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59178525-28CC-DBC0-E414-DB20C7EAE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407EAD-9AFA-A54C-C7B9-7AF5040F2CA0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DACEF3C0-36D0-55BC-EE75-320A4E9B91EC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47241-474B-91F8-05CE-095D94BF65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찢어짐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670BA3-CB3C-3F7A-93ED-9BEA02F4681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6200AA8E-49FE-6A3D-B8D8-A120722BA4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0CCF6DD-2FF5-A346-7DEC-991C1B126B07}"/>
              </a:ext>
            </a:extLst>
          </p:cNvPr>
          <p:cNvSpPr/>
          <p:nvPr/>
        </p:nvSpPr>
        <p:spPr>
          <a:xfrm>
            <a:off x="3995738" y="3141663"/>
            <a:ext cx="1439862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1074</Words>
  <Application>Microsoft Office PowerPoint</Application>
  <PresentationFormat>화면 슬라이드 쇼(4:3)</PresentationFormat>
  <Paragraphs>132</Paragraphs>
  <Slides>27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도배(벽-얼룩짐)</vt:lpstr>
      <vt:lpstr>PowerPoint 프레젠테이션</vt:lpstr>
      <vt:lpstr>PowerPoint 프레젠테이션</vt:lpstr>
      <vt:lpstr> 도배(벽-얼룩짐) </vt:lpstr>
      <vt:lpstr>PowerPoint 프레젠테이션</vt:lpstr>
      <vt:lpstr>PowerPoint 프레젠테이션</vt:lpstr>
      <vt:lpstr>도배(벽-얼룩짐)</vt:lpstr>
      <vt:lpstr>PowerPoint 프레젠테이션</vt:lpstr>
      <vt:lpstr>PowerPoint 프레젠테이션</vt:lpstr>
      <vt:lpstr> 도배(벽-찢어짐) </vt:lpstr>
      <vt:lpstr>PowerPoint 프레젠테이션</vt:lpstr>
      <vt:lpstr>PowerPoint 프레젠테이션</vt:lpstr>
      <vt:lpstr>도배(벽-얼룩짐)</vt:lpstr>
      <vt:lpstr>도배(천정-얼룩짐)</vt:lpstr>
      <vt:lpstr>PowerPoint 프레젠테이션</vt:lpstr>
      <vt:lpstr>PowerPoint 프레젠테이션</vt:lpstr>
      <vt:lpstr>PowerPoint 프레젠테이션</vt:lpstr>
      <vt:lpstr>도배-천정(찢어짐)</vt:lpstr>
      <vt:lpstr>PowerPoint 프레젠테이션</vt:lpstr>
      <vt:lpstr>PowerPoint 프레젠테이션</vt:lpstr>
      <vt:lpstr>도배(벽-찢어짐)</vt:lpstr>
      <vt:lpstr>PowerPoint 프레젠테이션</vt:lpstr>
      <vt:lpstr>PowerPoint 프레젠테이션</vt:lpstr>
      <vt:lpstr>도배(벽-찢어짐)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307</cp:revision>
  <dcterms:created xsi:type="dcterms:W3CDTF">2012-05-23T04:33:26Z</dcterms:created>
  <dcterms:modified xsi:type="dcterms:W3CDTF">2025-03-17T02:13:19Z</dcterms:modified>
</cp:coreProperties>
</file>