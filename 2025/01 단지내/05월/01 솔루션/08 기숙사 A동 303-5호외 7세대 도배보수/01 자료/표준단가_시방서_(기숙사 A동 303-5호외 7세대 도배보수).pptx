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303-5</a:t>
            </a:r>
            <a:r>
              <a:rPr lang="ko-KR" altLang="en-US" b="1">
                <a:latin typeface="+mn-ea"/>
              </a:rPr>
              <a:t>호외 </a:t>
            </a:r>
            <a:r>
              <a:rPr lang="en-US" altLang="ko-KR" b="1">
                <a:latin typeface="+mn-ea"/>
              </a:rPr>
              <a:t>7</a:t>
            </a:r>
            <a:r>
              <a:rPr lang="ko-KR" altLang="en-US" b="1">
                <a:latin typeface="+mn-ea"/>
              </a:rPr>
              <a:t>세대 도배보수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303-5</a:t>
            </a:r>
            <a:r>
              <a:rPr lang="ko-KR" altLang="en-US" sz="1000">
                <a:latin typeface="+mn-ea"/>
              </a:rPr>
              <a:t>호외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세대 도배보수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■ </a:t>
            </a:r>
            <a:r>
              <a:rPr lang="en-US" altLang="ko-KR" sz="1000"/>
              <a:t>24</a:t>
            </a:r>
            <a:r>
              <a:rPr lang="ko-KR" altLang="en-US" sz="1000"/>
              <a:t>년 기본 견적 단가 적용 ■
기존 도배지 제거 작업시 주변 가구 파손 주의
</a:t>
            </a:r>
            <a:r>
              <a:rPr lang="en-US" altLang="ko-KR" sz="1000"/>
              <a:t>A</a:t>
            </a:r>
            <a:r>
              <a:rPr lang="ko-KR" altLang="en-US" sz="1000"/>
              <a:t>동 벽만 도배</a:t>
            </a:r>
            <a:r>
              <a:rPr lang="en-US" altLang="ko-KR" sz="1000"/>
              <a:t>: 303-5_503-3_701-3_701-5
A</a:t>
            </a:r>
            <a:r>
              <a:rPr lang="ko-KR" altLang="en-US" sz="1000"/>
              <a:t>동 벽 및 천장 도배</a:t>
            </a:r>
            <a:r>
              <a:rPr lang="en-US" altLang="ko-KR" sz="1000"/>
              <a:t>: 702-1
B</a:t>
            </a:r>
            <a:r>
              <a:rPr lang="ko-KR" altLang="en-US" sz="1000"/>
              <a:t>동 벽만 도배</a:t>
            </a:r>
            <a:r>
              <a:rPr lang="en-US" altLang="ko-KR" sz="1000"/>
              <a:t>: 901-4_1002-2
B</a:t>
            </a:r>
            <a:r>
              <a:rPr lang="ko-KR" altLang="en-US" sz="1000"/>
              <a:t>동 벽 및 천장 도배</a:t>
            </a:r>
            <a:r>
              <a:rPr lang="en-US" altLang="ko-KR" sz="1000"/>
              <a:t>: 704-4
</a:t>
            </a:r>
            <a:r>
              <a:rPr lang="ko-KR" altLang="en-US" sz="1000"/>
              <a:t>작업 완료후 정리정돈 및 폐기물 반출처리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2025-03-17T03:57:32Z</dcterms:modified>
</cp:coreProperties>
</file>