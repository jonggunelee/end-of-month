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2-108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2-108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비닐시트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 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 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 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-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걸레받이 및 벽면 부분도장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(</a:t>
            </a:r>
            <a:r>
              <a:rPr lang="ko-KR" altLang="en-US" sz="1000"/>
              <a:t>벽면 곰팡이제거 포함</a:t>
            </a:r>
            <a:r>
              <a:rPr lang="en-US" altLang="ko-KR" sz="1000"/>
              <a:t>))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유성</a:t>
            </a:r>
            <a:r>
              <a:rPr lang="en-US" altLang="ko-KR" sz="1000"/>
              <a:t>) </a:t>
            </a:r>
            <a:r>
              <a:rPr lang="ko-KR" altLang="en-US" sz="1000"/>
              <a:t>작업 </a:t>
            </a:r>
            <a:r>
              <a:rPr lang="en-US" altLang="ko-KR" sz="1000"/>
              <a:t>/ </a:t>
            </a:r>
            <a:r>
              <a:rPr lang="ko-KR" altLang="en-US" sz="1000"/>
              <a:t>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2025-03-19T01:44:15Z</dcterms:modified>
</cp:coreProperties>
</file>