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2-108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2-108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상부방</a:t>
            </a:r>
            <a:r>
              <a:rPr lang="en-US" altLang="ko-KR" sz="1000"/>
              <a:t>_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문짝 철거
주방 씽크대 상</a:t>
            </a:r>
            <a:r>
              <a:rPr lang="en-US" altLang="ko-KR" sz="1000"/>
              <a:t>_</a:t>
            </a:r>
            <a:r>
              <a:rPr lang="ko-KR" altLang="en-US" sz="1000"/>
              <a:t>하부장 서랍장 철거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2025-03-19T01:44:16Z</dcterms:modified>
</cp:coreProperties>
</file>