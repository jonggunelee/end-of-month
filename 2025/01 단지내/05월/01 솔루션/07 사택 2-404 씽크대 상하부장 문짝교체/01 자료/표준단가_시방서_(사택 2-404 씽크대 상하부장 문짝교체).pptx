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2-404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2-404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■</a:t>
            </a:r>
            <a:r>
              <a:rPr lang="en-US" altLang="ko-KR" sz="1000"/>
              <a:t>24</a:t>
            </a:r>
            <a:r>
              <a:rPr lang="ko-KR" altLang="en-US" sz="1000"/>
              <a:t>년 기본견적 단가 적용■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2025-03-17T03:57:34Z</dcterms:modified>
</cp:coreProperties>
</file>