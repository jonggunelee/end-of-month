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859" autoAdjust="0"/>
    <p:restoredTop sz="94660"/>
  </p:normalViewPr>
  <p:slideViewPr>
    <p:cSldViewPr>
      <p:cViewPr>
        <p:scale>
          <a:sx n="100" d="100"/>
          <a:sy n="100" d="100"/>
        </p:scale>
        <p:origin x="438" y="-65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2025-04-18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2025-04-18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2025-04-18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2025-04-18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2025-04-18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 dirty="0">
                <a:latin typeface="+mn-ea"/>
              </a:rPr>
              <a:t>사택 </a:t>
            </a:r>
            <a:r>
              <a:rPr lang="en-US" altLang="ko-KR" b="1" dirty="0">
                <a:latin typeface="+mn-ea"/>
              </a:rPr>
              <a:t>102-405</a:t>
            </a:r>
            <a:r>
              <a:rPr lang="ko-KR" altLang="en-US" b="1" dirty="0">
                <a:latin typeface="+mn-ea"/>
              </a:rPr>
              <a:t>외 </a:t>
            </a:r>
            <a:r>
              <a:rPr lang="en-US" altLang="ko-KR" b="1" dirty="0">
                <a:latin typeface="+mn-ea"/>
              </a:rPr>
              <a:t>2</a:t>
            </a:r>
            <a:r>
              <a:rPr lang="ko-KR" altLang="en-US" b="1" dirty="0">
                <a:latin typeface="+mn-ea"/>
              </a:rPr>
              <a:t>세대 고장 보일러 납품 件</a:t>
            </a: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사택 </a:t>
            </a:r>
            <a:r>
              <a:rPr lang="en-US" altLang="ko-KR" sz="1000" dirty="0">
                <a:latin typeface="+mn-ea"/>
              </a:rPr>
              <a:t>102-405</a:t>
            </a:r>
            <a:r>
              <a:rPr lang="ko-KR" altLang="en-US" sz="1000" dirty="0">
                <a:latin typeface="+mn-ea"/>
              </a:rPr>
              <a:t>외 </a:t>
            </a:r>
            <a:r>
              <a:rPr lang="en-US" altLang="ko-KR" sz="1000" dirty="0">
                <a:latin typeface="+mn-ea"/>
              </a:rPr>
              <a:t>2</a:t>
            </a:r>
            <a:r>
              <a:rPr lang="ko-KR" altLang="en-US" sz="1000" dirty="0">
                <a:latin typeface="+mn-ea"/>
              </a:rPr>
              <a:t>세대 고장 보일러 납품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101</a:t>
            </a:r>
            <a:r>
              <a:rPr lang="ko-KR" altLang="en-US" sz="1000">
                <a:latin typeface="+mn-ea"/>
              </a:rPr>
              <a:t>동</a:t>
            </a:r>
            <a:r>
              <a:rPr lang="en-US" altLang="ko-KR" sz="1000">
                <a:latin typeface="+mn-ea"/>
              </a:rPr>
              <a:t>-103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 dirty="0"/>
              <a:t>기존 보일러 철거 및 배관 분리
</a:t>
            </a:r>
            <a:r>
              <a:rPr lang="en-US" altLang="ko-KR" sz="1000" dirty="0"/>
              <a:t>102</a:t>
            </a:r>
            <a:r>
              <a:rPr lang="ko-KR" altLang="en-US" sz="1000" dirty="0"/>
              <a:t>동 </a:t>
            </a:r>
            <a:r>
              <a:rPr lang="en-US" altLang="ko-KR" sz="1000" dirty="0"/>
              <a:t>405</a:t>
            </a:r>
            <a:r>
              <a:rPr lang="ko-KR" altLang="en-US" sz="1000" dirty="0"/>
              <a:t>호</a:t>
            </a:r>
            <a:r>
              <a:rPr lang="en-US" altLang="ko-KR" sz="1000" dirty="0"/>
              <a:t>: </a:t>
            </a:r>
            <a:r>
              <a:rPr lang="ko-KR" altLang="en-US" sz="1000" dirty="0"/>
              <a:t>거꾸로</a:t>
            </a:r>
            <a:r>
              <a:rPr lang="en-US" altLang="ko-KR" sz="1000" dirty="0"/>
              <a:t>ECO</a:t>
            </a:r>
            <a:r>
              <a:rPr lang="ko-KR" altLang="en-US" sz="1000" dirty="0" err="1"/>
              <a:t>콘덴싱</a:t>
            </a:r>
            <a:r>
              <a:rPr lang="en-US" altLang="ko-KR" sz="1000" dirty="0" err="1"/>
              <a:t>L20-27H</a:t>
            </a:r>
            <a:r>
              <a:rPr lang="en-US" altLang="ko-KR" sz="1000" dirty="0"/>
              <a:t> 1</a:t>
            </a:r>
            <a:r>
              <a:rPr lang="ko-KR" altLang="en-US" sz="1000" dirty="0"/>
              <a:t>대
</a:t>
            </a:r>
            <a:r>
              <a:rPr lang="en-US" altLang="ko-KR" sz="1000" dirty="0"/>
              <a:t>103</a:t>
            </a:r>
            <a:r>
              <a:rPr lang="ko-KR" altLang="en-US" sz="1000" dirty="0"/>
              <a:t>동 </a:t>
            </a:r>
            <a:r>
              <a:rPr lang="en-US" altLang="ko-KR" sz="1000" dirty="0"/>
              <a:t>206</a:t>
            </a:r>
            <a:r>
              <a:rPr lang="ko-KR" altLang="en-US" sz="1000" dirty="0"/>
              <a:t>호</a:t>
            </a:r>
            <a:r>
              <a:rPr lang="en-US" altLang="ko-KR" sz="1000" dirty="0"/>
              <a:t>: </a:t>
            </a:r>
            <a:r>
              <a:rPr lang="ko-KR" altLang="en-US" sz="1000" dirty="0"/>
              <a:t>거꾸로</a:t>
            </a:r>
            <a:r>
              <a:rPr lang="en-US" altLang="ko-KR" sz="1000" dirty="0"/>
              <a:t>ECO</a:t>
            </a:r>
            <a:r>
              <a:rPr lang="ko-KR" altLang="en-US" sz="1000" dirty="0" err="1"/>
              <a:t>콘덴싱</a:t>
            </a:r>
            <a:r>
              <a:rPr lang="en-US" altLang="ko-KR" sz="1000" dirty="0" err="1"/>
              <a:t>L20-27H</a:t>
            </a:r>
            <a:r>
              <a:rPr lang="en-US" altLang="ko-KR" sz="1000" dirty="0"/>
              <a:t> 1</a:t>
            </a:r>
            <a:r>
              <a:rPr lang="ko-KR" altLang="en-US" sz="1000" dirty="0"/>
              <a:t>대
</a:t>
            </a:r>
            <a:r>
              <a:rPr lang="en-US" altLang="ko-KR" sz="1000" dirty="0"/>
              <a:t>103</a:t>
            </a:r>
            <a:r>
              <a:rPr lang="ko-KR" altLang="en-US" sz="1000" dirty="0"/>
              <a:t>동 </a:t>
            </a:r>
            <a:r>
              <a:rPr lang="en-US" altLang="ko-KR" sz="1000" dirty="0"/>
              <a:t>401</a:t>
            </a:r>
            <a:r>
              <a:rPr lang="ko-KR" altLang="en-US" sz="1000" dirty="0"/>
              <a:t>호</a:t>
            </a:r>
            <a:r>
              <a:rPr lang="en-US" altLang="ko-KR" sz="1000" dirty="0"/>
              <a:t>: </a:t>
            </a:r>
            <a:r>
              <a:rPr lang="ko-KR" altLang="en-US" sz="1000" dirty="0"/>
              <a:t>거꾸로</a:t>
            </a:r>
            <a:r>
              <a:rPr lang="en-US" altLang="ko-KR" sz="1000" dirty="0"/>
              <a:t>ECO</a:t>
            </a:r>
            <a:r>
              <a:rPr lang="ko-KR" altLang="en-US" sz="1000" dirty="0" err="1"/>
              <a:t>콘덴싱</a:t>
            </a:r>
            <a:r>
              <a:rPr lang="en-US" altLang="ko-KR" sz="1000" dirty="0" err="1"/>
              <a:t>L20-27H</a:t>
            </a:r>
            <a:r>
              <a:rPr lang="en-US" altLang="ko-KR" sz="1000" dirty="0"/>
              <a:t> 1</a:t>
            </a:r>
            <a:r>
              <a:rPr lang="ko-KR" altLang="en-US" sz="1000" dirty="0"/>
              <a:t>대
액세서리 부품</a:t>
            </a:r>
            <a:r>
              <a:rPr lang="en-US" altLang="ko-KR" sz="1000" dirty="0"/>
              <a:t>: </a:t>
            </a:r>
            <a:r>
              <a:rPr lang="ko-KR" altLang="en-US" sz="1000" dirty="0"/>
              <a:t>온도조절기</a:t>
            </a:r>
            <a:r>
              <a:rPr lang="en-US" altLang="ko-KR" sz="1000" dirty="0"/>
              <a:t>(</a:t>
            </a:r>
            <a:r>
              <a:rPr lang="ko-KR" altLang="en-US" sz="1000" dirty="0"/>
              <a:t>각 </a:t>
            </a:r>
            <a:r>
              <a:rPr lang="en-US" altLang="ko-KR" sz="1000" dirty="0"/>
              <a:t>1</a:t>
            </a:r>
            <a:r>
              <a:rPr lang="ko-KR" altLang="en-US" sz="1000" dirty="0"/>
              <a:t>대</a:t>
            </a:r>
            <a:r>
              <a:rPr lang="en-US" altLang="ko-KR" sz="1000" dirty="0"/>
              <a:t>)
</a:t>
            </a:r>
            <a:r>
              <a:rPr lang="ko-KR" altLang="en-US" sz="1000" dirty="0"/>
              <a:t>납품 </a:t>
            </a:r>
            <a:r>
              <a:rPr lang="ko-KR" altLang="en-US" sz="1000" dirty="0" err="1"/>
              <a:t>완료후</a:t>
            </a:r>
            <a:r>
              <a:rPr lang="ko-KR" altLang="en-US" sz="1000" dirty="0"/>
              <a:t> 보일러 주변 배관 누수 점검 작업
납품 </a:t>
            </a:r>
            <a:r>
              <a:rPr lang="ko-KR" altLang="en-US" sz="1000" dirty="0" err="1"/>
              <a:t>완료후</a:t>
            </a:r>
            <a:r>
              <a:rPr lang="ko-KR" altLang="en-US" sz="1000" dirty="0"/>
              <a:t> 허가 관련 사항 일체 완료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1201</TotalTime>
  <Words>862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491</cp:revision>
  <dcterms:created xsi:type="dcterms:W3CDTF">2015-01-28T03:52:40Z</dcterms:created>
  <dcterms:modified xsi:type="dcterms:W3CDTF">2025-04-18T03:47:14Z</dcterms:modified>
</cp:coreProperties>
</file>