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7-506 LED</a:t>
            </a:r>
            <a:r>
              <a:rPr lang="ko-KR" altLang="en-US" b="1">
                <a:latin typeface="+mn-ea"/>
              </a:rPr>
              <a:t>등기구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7-506 LED</a:t>
            </a:r>
            <a:r>
              <a:rPr lang="ko-KR" altLang="en-US" sz="1000">
                <a:latin typeface="+mn-ea"/>
              </a:rPr>
              <a:t>등기구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교체대상 </a:t>
            </a:r>
            <a:r>
              <a:rPr lang="en-US" altLang="ko-KR" sz="1000"/>
              <a:t>: 7</a:t>
            </a:r>
            <a:r>
              <a:rPr lang="ko-KR" altLang="en-US" sz="1000"/>
              <a:t>동 </a:t>
            </a:r>
            <a:r>
              <a:rPr lang="en-US" altLang="ko-KR" sz="1000"/>
              <a:t>506</a:t>
            </a:r>
            <a:r>
              <a:rPr lang="ko-KR" altLang="en-US" sz="1000"/>
              <a:t>호
기존 </a:t>
            </a:r>
            <a:r>
              <a:rPr lang="en-US" altLang="ko-KR" sz="1000"/>
              <a:t>LED</a:t>
            </a:r>
            <a:r>
              <a:rPr lang="ko-KR" altLang="en-US" sz="1000"/>
              <a:t>등 철거 후 폐기물 처리 작업
신규 </a:t>
            </a:r>
            <a:r>
              <a:rPr lang="en-US" altLang="ko-KR" sz="1000"/>
              <a:t>LED</a:t>
            </a:r>
            <a:r>
              <a:rPr lang="ko-KR" altLang="en-US" sz="1000"/>
              <a:t>등 샘플 제출등과 동일한 디자인 및 사양 적용
신규 </a:t>
            </a:r>
            <a:r>
              <a:rPr lang="en-US" altLang="ko-KR" sz="1000"/>
              <a:t>LED</a:t>
            </a:r>
            <a:r>
              <a:rPr lang="ko-KR" altLang="en-US" sz="1000"/>
              <a:t>등 주방 </a:t>
            </a:r>
            <a:r>
              <a:rPr lang="en-US" altLang="ko-KR" sz="1000"/>
              <a:t>_ </a:t>
            </a:r>
            <a:r>
              <a:rPr lang="ko-KR" altLang="en-US" sz="1000"/>
              <a:t>방 </a:t>
            </a:r>
            <a:r>
              <a:rPr lang="en-US" altLang="ko-KR" sz="1000"/>
              <a:t>_ </a:t>
            </a:r>
            <a:r>
              <a:rPr lang="ko-KR" altLang="en-US" sz="1000"/>
              <a:t>거실 설치 작업
신규 </a:t>
            </a:r>
            <a:r>
              <a:rPr lang="en-US" altLang="ko-KR" sz="1000"/>
              <a:t>LED</a:t>
            </a:r>
            <a:r>
              <a:rPr lang="ko-KR" altLang="en-US" sz="1000"/>
              <a:t>등 주방 </a:t>
            </a:r>
            <a:r>
              <a:rPr lang="en-US" altLang="ko-KR" sz="1000"/>
              <a:t>_ </a:t>
            </a:r>
            <a:r>
              <a:rPr lang="ko-KR" altLang="en-US" sz="1000"/>
              <a:t>방 </a:t>
            </a:r>
            <a:r>
              <a:rPr lang="en-US" altLang="ko-KR" sz="1000"/>
              <a:t>_ </a:t>
            </a:r>
            <a:r>
              <a:rPr lang="ko-KR" altLang="en-US" sz="1000"/>
              <a:t>거실 설치시 도배 훼손 주의
신규 </a:t>
            </a:r>
            <a:r>
              <a:rPr lang="en-US" altLang="ko-KR" sz="1000"/>
              <a:t>LED</a:t>
            </a:r>
            <a:r>
              <a:rPr lang="ko-KR" altLang="en-US" sz="1000"/>
              <a:t>등 주방등 설치시 씽크대 중앙에 설치
신규 </a:t>
            </a:r>
            <a:r>
              <a:rPr lang="en-US" altLang="ko-KR" sz="1000"/>
              <a:t>LED</a:t>
            </a:r>
            <a:r>
              <a:rPr lang="ko-KR" altLang="en-US" sz="1000"/>
              <a:t>등 설치 완료후 밝기 상태 점검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2025-03-10T01:30:42Z</dcterms:modified>
</cp:coreProperties>
</file>