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7-501 </a:t>
            </a:r>
            <a:r>
              <a:rPr lang="ko-KR" altLang="en-US" b="1">
                <a:latin typeface="+mn-ea"/>
              </a:rPr>
              <a:t>외벽세대 단열작업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7-501 </a:t>
            </a:r>
            <a:r>
              <a:rPr lang="ko-KR" altLang="en-US" sz="1000">
                <a:latin typeface="+mn-ea"/>
              </a:rPr>
              <a:t>외벽세대 단열작업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붙박이장 철거후 단열작업 완료후 원복작업
붙박이장 뒷면 곰팡이 부분 철거 및 신규 설치 작업
붙박이장 뒷면 곰팡이 부분 신규 합판 설치
안방 및 작은방 천장 부분 철거 작업
안방 및 작은방 열반사 단열재 설치
안방 및 작은방 석고보드 설치
철거 천장 부분 복원 및 도배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2024-12-12T02:48:14Z</dcterms:modified>
</cp:coreProperties>
</file>