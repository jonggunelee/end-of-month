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5-501 </a:t>
            </a:r>
            <a:r>
              <a:rPr lang="ko-KR" altLang="en-US" b="1">
                <a:latin typeface="+mn-ea"/>
              </a:rPr>
              <a:t>작은방</a:t>
            </a:r>
            <a:r>
              <a:rPr lang="en-US" altLang="ko-KR" b="1">
                <a:latin typeface="+mn-ea"/>
              </a:rPr>
              <a:t>1 </a:t>
            </a:r>
            <a:r>
              <a:rPr lang="ko-KR" altLang="en-US" b="1">
                <a:latin typeface="+mn-ea"/>
              </a:rPr>
              <a:t>외벽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5-501 </a:t>
            </a:r>
            <a:r>
              <a:rPr lang="ko-KR" altLang="en-US" sz="1000">
                <a:latin typeface="+mn-ea"/>
              </a:rPr>
              <a:t>작은방</a:t>
            </a:r>
            <a:r>
              <a:rPr lang="en-US" altLang="ko-KR" sz="1000">
                <a:latin typeface="+mn-ea"/>
              </a:rPr>
              <a:t>1 </a:t>
            </a:r>
            <a:r>
              <a:rPr lang="ko-KR" altLang="en-US" sz="1000">
                <a:latin typeface="+mn-ea"/>
              </a:rPr>
              <a:t>외벽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</a:t>
            </a:r>
            <a:r>
              <a:rPr lang="en-US" altLang="ko-KR" sz="1000"/>
              <a:t>: </a:t>
            </a:r>
            <a:r>
              <a:rPr lang="ko-KR" altLang="en-US" sz="1000"/>
              <a:t>화장실 우측방
임시 비닐 보양 및 붙박이장 철거 작업 
기존 곰팡이 벽 및 보양재 철거 작업
단열시트 부착후 이보드</a:t>
            </a:r>
            <a:r>
              <a:rPr lang="en-US" altLang="ko-KR" sz="1000"/>
              <a:t>(</a:t>
            </a:r>
            <a:r>
              <a:rPr lang="ko-KR" altLang="en-US" sz="1000"/>
              <a:t>단열재</a:t>
            </a:r>
            <a:r>
              <a:rPr lang="en-US" altLang="ko-KR" sz="1000"/>
              <a:t>) 34t </a:t>
            </a:r>
            <a:r>
              <a:rPr lang="ko-KR" altLang="en-US" sz="1000"/>
              <a:t>설치 작업
부분도배 및 장판 보수
바닥 걸레받이 및 천장 몰딩 부분 보수 작업
작업 완료후 임시 비닐 보양재 철거후 붙박이장 재설치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2024-12-19T22:29:14Z</dcterms:modified>
</cp:coreProperties>
</file>