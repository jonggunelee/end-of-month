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2024-12-12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7-501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7-501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 </a:t>
            </a:r>
            <a:r>
              <a:rPr lang="en-US" altLang="ko-KR" sz="1000"/>
              <a:t>: </a:t>
            </a:r>
            <a:r>
              <a:rPr lang="ko-KR" altLang="en-US" sz="1000"/>
              <a:t>합지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및 도배</a:t>
            </a:r>
            <a:r>
              <a:rPr lang="en-US" altLang="ko-KR" sz="1000"/>
              <a:t>(</a:t>
            </a:r>
            <a:r>
              <a:rPr lang="ko-KR" altLang="en-US" sz="1000"/>
              <a:t>천장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2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걸레받이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창고바닥 및 주변 부분도색 포함</a:t>
            </a:r>
            <a:r>
              <a:rPr lang="en-US" altLang="ko-KR" sz="1000"/>
              <a:t>) </a:t>
            </a:r>
            <a:r>
              <a:rPr lang="ko-KR" altLang="en-US" sz="1000"/>
              <a:t>작업
화장실우측방 창틀상부 천장 누수점검 및 보수 작업
문끌림</a:t>
            </a:r>
            <a:r>
              <a:rPr lang="en-US" altLang="ko-KR" sz="1000"/>
              <a:t>-1</a:t>
            </a:r>
            <a:r>
              <a:rPr lang="ko-KR" altLang="en-US" sz="1000"/>
              <a:t>개</a:t>
            </a:r>
            <a:r>
              <a:rPr lang="en-US" altLang="ko-KR" sz="1000"/>
              <a:t>(</a:t>
            </a:r>
            <a:r>
              <a:rPr lang="ko-KR" altLang="en-US" sz="1000"/>
              <a:t>화장실우측방문</a:t>
            </a:r>
            <a:r>
              <a:rPr lang="en-US" altLang="ko-KR" sz="1000"/>
              <a:t>) </a:t>
            </a:r>
            <a:r>
              <a:rPr lang="ko-KR" altLang="en-US" sz="1000"/>
              <a:t>작업
작업완료후 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2024-12-12T02:48:13Z</dcterms:modified>
</cp:coreProperties>
</file>