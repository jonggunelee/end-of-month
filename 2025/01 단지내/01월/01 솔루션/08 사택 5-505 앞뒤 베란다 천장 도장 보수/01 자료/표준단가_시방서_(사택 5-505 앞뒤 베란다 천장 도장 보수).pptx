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5-505 </a:t>
            </a:r>
            <a:r>
              <a:rPr lang="ko-KR" altLang="en-US" b="1">
                <a:latin typeface="+mn-ea"/>
              </a:rPr>
              <a:t>앞뒤 베란다 천장 도장 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5-505 </a:t>
            </a:r>
            <a:r>
              <a:rPr lang="ko-KR" altLang="en-US" sz="1000">
                <a:latin typeface="+mn-ea"/>
              </a:rPr>
              <a:t>앞뒤 베란다 천장 도장 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앞뒤 베란다 보양 및 비품 이설 작업 
앞</a:t>
            </a:r>
            <a:r>
              <a:rPr lang="en-US" altLang="ko-KR" sz="1000"/>
              <a:t>_</a:t>
            </a:r>
            <a:r>
              <a:rPr lang="ko-KR" altLang="en-US" sz="1000"/>
              <a:t>뒤베란다 천장 페인트는 친환경 제품 사용
앞</a:t>
            </a:r>
            <a:r>
              <a:rPr lang="en-US" altLang="ko-KR" sz="1000"/>
              <a:t>_</a:t>
            </a:r>
            <a:r>
              <a:rPr lang="ko-KR" altLang="en-US" sz="1000"/>
              <a:t>뒤베란다 천장 도장 들뜸 제거 작업
앞</a:t>
            </a:r>
            <a:r>
              <a:rPr lang="en-US" altLang="ko-KR" sz="1000"/>
              <a:t>_</a:t>
            </a:r>
            <a:r>
              <a:rPr lang="ko-KR" altLang="en-US" sz="1000"/>
              <a:t>뒤베란다 천장 도장 부분 작업
앞</a:t>
            </a:r>
            <a:r>
              <a:rPr lang="en-US" altLang="ko-KR" sz="1000"/>
              <a:t>_</a:t>
            </a:r>
            <a:r>
              <a:rPr lang="ko-KR" altLang="en-US" sz="1000"/>
              <a:t>뒤베란다 천장 보양 철거 작업
앞</a:t>
            </a:r>
            <a:r>
              <a:rPr lang="en-US" altLang="ko-KR" sz="1000"/>
              <a:t>_</a:t>
            </a:r>
            <a:r>
              <a:rPr lang="ko-KR" altLang="en-US" sz="1000"/>
              <a:t>뒤베란다 폐기물 반출 및 폐기 작업
앞</a:t>
            </a:r>
            <a:r>
              <a:rPr lang="en-US" altLang="ko-KR" sz="1000"/>
              <a:t>_</a:t>
            </a:r>
            <a:r>
              <a:rPr lang="ko-KR" altLang="en-US" sz="1000"/>
              <a:t>뒤베란다 작업시 비품 파손 주의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2024-12-12T02:48:10Z</dcterms:modified>
</cp:coreProperties>
</file>