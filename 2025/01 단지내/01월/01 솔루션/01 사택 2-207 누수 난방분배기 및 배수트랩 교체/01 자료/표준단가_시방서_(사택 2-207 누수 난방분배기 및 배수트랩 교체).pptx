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2-207 </a:t>
            </a:r>
            <a:r>
              <a:rPr lang="ko-KR" altLang="en-US" b="1">
                <a:latin typeface="+mn-ea"/>
              </a:rPr>
              <a:t>누수 난방분배기 및 배수트랩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2-207 </a:t>
            </a:r>
            <a:r>
              <a:rPr lang="ko-KR" altLang="en-US" sz="1000">
                <a:latin typeface="+mn-ea"/>
              </a:rPr>
              <a:t>누수 난방분배기 및 배수트랩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누수 씽크대 상부 천장속 배수트랩 철거후 신규 설치
누수 난방분배기 교체를 위한 씽크대 하부장 임시철거
누수 난방분배기 교체를 위한 급수배관 밸브 차단
누수 난방분배기 연결 </a:t>
            </a:r>
            <a:r>
              <a:rPr lang="en-US" altLang="ko-KR" sz="1000"/>
              <a:t>X-L </a:t>
            </a:r>
            <a:r>
              <a:rPr lang="ko-KR" altLang="en-US" sz="1000"/>
              <a:t>배관 절단 작업
누수 난방분배기 신규 설치 작업
누수 난방분배기 교체를 위한 씽크대 하부장 원복 작업
작업 완료후 폐기물 반출 및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2024-11-28T06:26:07Z</dcterms:modified>
</cp:coreProperties>
</file>