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2-207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2-207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하부장 가스렌지대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2024-11-28T06:26:07Z</dcterms:modified>
</cp:coreProperties>
</file>