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7-403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7-403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 </a:t>
            </a:r>
            <a:r>
              <a:rPr lang="en-US" altLang="ko-KR" sz="1000"/>
              <a:t>: </a:t>
            </a:r>
            <a:r>
              <a:rPr lang="ko-KR" altLang="en-US" sz="1000"/>
              <a:t>합지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및 도배</a:t>
            </a:r>
            <a:r>
              <a:rPr lang="en-US" altLang="ko-KR" sz="1000"/>
              <a:t>(</a:t>
            </a:r>
            <a:r>
              <a:rPr lang="ko-KR" altLang="en-US" sz="1000"/>
              <a:t>천장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창고바닥포함</a:t>
            </a:r>
            <a:r>
              <a:rPr lang="en-US" altLang="ko-KR" sz="1000"/>
              <a:t>)) </a:t>
            </a:r>
            <a:r>
              <a:rPr lang="ko-KR" altLang="en-US" sz="1000"/>
              <a:t>작업
앞</a:t>
            </a:r>
            <a:r>
              <a:rPr lang="en-US" altLang="ko-KR" sz="1000"/>
              <a:t>_</a:t>
            </a:r>
            <a:r>
              <a:rPr lang="ko-KR" altLang="en-US" sz="1000"/>
              <a:t>뒤베란다 벽면 앙카볼트구멍 실리콘 마감</a:t>
            </a:r>
            <a:r>
              <a:rPr lang="en-US" altLang="ko-KR" sz="1000"/>
              <a:t>(</a:t>
            </a:r>
            <a:r>
              <a:rPr lang="ko-KR" altLang="en-US" sz="1000"/>
              <a:t>부분도장포함</a:t>
            </a:r>
            <a:r>
              <a:rPr lang="en-US" altLang="ko-KR" sz="1000"/>
              <a:t>) </a:t>
            </a:r>
            <a:r>
              <a:rPr lang="ko-KR" altLang="en-US" sz="1000"/>
              <a:t>및 뒤베란다 벽면 크랙 보수
문끌림</a:t>
            </a:r>
            <a:r>
              <a:rPr lang="en-US" altLang="ko-KR" sz="1000"/>
              <a:t>-2</a:t>
            </a:r>
            <a:r>
              <a:rPr lang="ko-KR" altLang="en-US" sz="1000"/>
              <a:t>개</a:t>
            </a:r>
            <a:r>
              <a:rPr lang="en-US" altLang="ko-KR" sz="1000"/>
              <a:t>(</a:t>
            </a:r>
            <a:r>
              <a:rPr lang="ko-KR" altLang="en-US" sz="1000"/>
              <a:t>화장실좌측방문</a:t>
            </a:r>
            <a:r>
              <a:rPr lang="en-US" altLang="ko-KR" sz="1000"/>
              <a:t>_ </a:t>
            </a:r>
            <a:r>
              <a:rPr lang="ko-KR" altLang="en-US" sz="1000"/>
              <a:t>화장실우측방문</a:t>
            </a:r>
            <a:r>
              <a:rPr lang="en-US" altLang="ko-KR" sz="1000"/>
              <a:t>) </a:t>
            </a:r>
            <a:r>
              <a:rPr lang="ko-KR" altLang="en-US" sz="1000"/>
              <a:t>보수 작업
작업완료후 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2024-12-12T02:48:11Z</dcterms:modified>
</cp:coreProperties>
</file>