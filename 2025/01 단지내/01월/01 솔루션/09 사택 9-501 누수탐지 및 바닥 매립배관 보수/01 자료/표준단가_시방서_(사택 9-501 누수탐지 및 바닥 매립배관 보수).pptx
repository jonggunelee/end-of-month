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9-501 </a:t>
            </a:r>
            <a:r>
              <a:rPr lang="ko-KR" altLang="en-US" b="1">
                <a:latin typeface="+mn-ea"/>
              </a:rPr>
              <a:t>누수탐지 및 바닥 매립배관 보수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9-501 </a:t>
            </a:r>
            <a:r>
              <a:rPr lang="ko-KR" altLang="en-US" sz="1000">
                <a:latin typeface="+mn-ea"/>
              </a:rPr>
              <a:t>누수탐지 및 바닥 매립배관 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세대내 수도미터기 확인 및 배관 밸브 차단
세대내 보일러 공급 급수 및 급탕 배관 가압배관 설치
세대내 바닥 누수 탐지 작업</a:t>
            </a:r>
            <a:r>
              <a:rPr lang="en-US" altLang="ko-KR" sz="1000"/>
              <a:t>(</a:t>
            </a:r>
            <a:r>
              <a:rPr lang="ko-KR" altLang="en-US" sz="1000"/>
              <a:t>청음 또는 가스</a:t>
            </a:r>
            <a:r>
              <a:rPr lang="en-US" altLang="ko-KR" sz="1000"/>
              <a:t>)
</a:t>
            </a:r>
            <a:r>
              <a:rPr lang="ko-KR" altLang="en-US" sz="1000"/>
              <a:t>세대내 바닥 누수 부분 주변 비닐 보양 작업
세대내 바닥 누수 부분 확인후 바닥 부분 철거 작업
세대내 바닥 매립 배관 부분 절단 및 보수 작업
세대내 바닥 매립 배관 가압 시험 완료후 바닥 복원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2024-12-12T02:48:16Z</dcterms:modified>
</cp:coreProperties>
</file>