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7-503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7-503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장판 및 벽지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))</a:t>
            </a:r>
            <a:r>
              <a:rPr lang="ko-KR" altLang="en-US" sz="1000"/>
              <a:t>작업
폐기물 반출 및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2025-07-09T03:21:43Z</dcterms:modified>
</cp:coreProperties>
</file>