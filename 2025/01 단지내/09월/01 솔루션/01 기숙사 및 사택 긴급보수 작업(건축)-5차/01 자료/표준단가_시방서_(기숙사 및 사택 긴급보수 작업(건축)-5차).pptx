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및 사택 긴급보수 작업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건축</a:t>
            </a:r>
            <a:r>
              <a:rPr lang="en-US" altLang="ko-KR" b="1">
                <a:latin typeface="+mn-ea"/>
              </a:rPr>
              <a:t>)-5</a:t>
            </a:r>
            <a:r>
              <a:rPr lang="ko-KR" altLang="en-US" b="1">
                <a:latin typeface="+mn-ea"/>
              </a:rPr>
              <a:t>차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및 사택 긴급보수 작업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건축</a:t>
            </a:r>
            <a:r>
              <a:rPr lang="en-US" altLang="ko-KR" sz="1000">
                <a:latin typeface="+mn-ea"/>
              </a:rPr>
              <a:t>)-5</a:t>
            </a:r>
            <a:r>
              <a:rPr lang="ko-KR" altLang="en-US" sz="1000">
                <a:latin typeface="+mn-ea"/>
              </a:rPr>
              <a:t>차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비품성 </a:t>
            </a:r>
            <a:r>
              <a:rPr lang="en-US" altLang="ko-KR" sz="1000"/>
              <a:t>_ </a:t>
            </a:r>
            <a:r>
              <a:rPr lang="ko-KR" altLang="en-US" sz="1000"/>
              <a:t>긴급 </a:t>
            </a:r>
            <a:r>
              <a:rPr lang="en-US" altLang="ko-KR" sz="1000"/>
              <a:t>_ </a:t>
            </a:r>
            <a:r>
              <a:rPr lang="ko-KR" altLang="en-US" sz="1000"/>
              <a:t>소액 보수 대응 작업 ▷물량 산출 불가 항목 대상
실투입 검증 및 정산금액 확정후 변경계약 진행예정
증액 및 감액시 고객사 </a:t>
            </a:r>
            <a:r>
              <a:rPr lang="en-US" altLang="ko-KR" sz="1000"/>
              <a:t>PO</a:t>
            </a:r>
            <a:r>
              <a:rPr lang="ko-KR" altLang="en-US" sz="1000"/>
              <a:t>변경 예정
보수 투입시 사태 관리소에 비치되어 있는 관리목록에
작업 내용 및 작업지시 기입후 투입
작업 완료후 당일 작업완료후 완료 현황 관리소 공유
사택 관리소 사전 공유후 작업 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2025-07-09T03:21:52Z</dcterms:modified>
</cp:coreProperties>
</file>