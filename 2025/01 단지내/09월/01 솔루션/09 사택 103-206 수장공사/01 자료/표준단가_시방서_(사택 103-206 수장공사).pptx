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103-206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103-206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장판 및 벽지 철거 작업
도배지</a:t>
            </a:r>
            <a:r>
              <a:rPr lang="en-US" altLang="ko-KR" sz="1000"/>
              <a:t>: </a:t>
            </a:r>
            <a:r>
              <a:rPr lang="ko-KR" altLang="en-US" sz="1000"/>
              <a:t>합지 </a:t>
            </a:r>
            <a:r>
              <a:rPr lang="en-US" altLang="ko-KR" sz="1000"/>
              <a:t>/ </a:t>
            </a:r>
            <a:r>
              <a:rPr lang="ko-KR" altLang="en-US" sz="1000"/>
              <a:t>장판</a:t>
            </a:r>
            <a:r>
              <a:rPr lang="en-US" altLang="ko-KR" sz="1000"/>
              <a:t>: </a:t>
            </a:r>
            <a:r>
              <a:rPr lang="ko-KR" altLang="en-US" sz="1000"/>
              <a:t>비닐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처리 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2025-07-09T03:21:46Z</dcterms:modified>
</cp:coreProperties>
</file>