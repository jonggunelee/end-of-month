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외벽 누수 부분 보완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어린이집 외벽 누수 부분 보완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3</a:t>
            </a:r>
            <a:r>
              <a:rPr lang="ko-KR" altLang="en-US" sz="1000"/>
              <a:t>층 놀이터 내 하부 대리석 기존 실리콘 제거 작업
</a:t>
            </a:r>
            <a:r>
              <a:rPr lang="en-US" altLang="ko-KR" sz="1000"/>
              <a:t>3</a:t>
            </a:r>
            <a:r>
              <a:rPr lang="ko-KR" altLang="en-US" sz="1000"/>
              <a:t>층 놀이터 내 하부 대리석 스텐각관</a:t>
            </a:r>
            <a:r>
              <a:rPr lang="en-US" altLang="ko-KR" sz="1000"/>
              <a:t>(40mmX20mm) </a:t>
            </a:r>
            <a:r>
              <a:rPr lang="ko-KR" altLang="en-US" sz="1000"/>
              <a:t>제단 작업
</a:t>
            </a:r>
            <a:r>
              <a:rPr lang="en-US" altLang="ko-KR" sz="1000"/>
              <a:t>3</a:t>
            </a:r>
            <a:r>
              <a:rPr lang="ko-KR" altLang="en-US" sz="1000"/>
              <a:t>층 놀이터 내 하부 대리석 스텐각관</a:t>
            </a:r>
            <a:r>
              <a:rPr lang="en-US" altLang="ko-KR" sz="1000"/>
              <a:t>(40mmX20mm) </a:t>
            </a:r>
            <a:r>
              <a:rPr lang="ko-KR" altLang="en-US" sz="1000"/>
              <a:t>설치
</a:t>
            </a:r>
            <a:r>
              <a:rPr lang="en-US" altLang="ko-KR" sz="1000"/>
              <a:t>3</a:t>
            </a:r>
            <a:r>
              <a:rPr lang="ko-KR" altLang="en-US" sz="1000"/>
              <a:t>층 놀이터 내 하부 대리석 스텐각관</a:t>
            </a:r>
            <a:r>
              <a:rPr lang="en-US" altLang="ko-KR" sz="1000"/>
              <a:t>(40mmX20mm) </a:t>
            </a:r>
            <a:r>
              <a:rPr lang="ko-KR" altLang="en-US" sz="1000"/>
              <a:t>수평 작업
</a:t>
            </a:r>
            <a:r>
              <a:rPr lang="en-US" altLang="ko-KR" sz="1000"/>
              <a:t>3</a:t>
            </a:r>
            <a:r>
              <a:rPr lang="ko-KR" altLang="en-US" sz="1000"/>
              <a:t>층 놀이터 내 하부 대리석 스텐각관</a:t>
            </a:r>
            <a:r>
              <a:rPr lang="en-US" altLang="ko-KR" sz="1000"/>
              <a:t>(40mmX20mm) </a:t>
            </a:r>
            <a:r>
              <a:rPr lang="ko-KR" altLang="en-US" sz="1000"/>
              <a:t>실리콘 작업
작업 완료후 청소 및 주변 정리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2025-07-28T06:12:05Z</dcterms:modified>
</cp:coreProperties>
</file>