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>
        <p:scale>
          <a:sx n="66" d="100"/>
          <a:sy n="66" d="100"/>
        </p:scale>
        <p:origin x="1344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4177D-5B24-8F2A-4144-F35D3534E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B71144-9D49-E19F-137C-52CCD788E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797611-9B5C-36F0-2571-9E78480E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110E18-7081-5C06-02EF-F8D78C8BC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2C215C-9959-E713-F84B-64005B0A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262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CFD0D4-2F37-55DC-D903-B1798EA17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AC9367-C9A4-09DF-A96D-633F8B965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65E0D2-10E8-B7E1-747D-2AE38761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848BD3-F322-8BA9-3BAD-7052B6A6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C453D-E179-85DD-FC45-B5FF90FF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69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D9BBC8-110D-FD0C-8228-B8F156A3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357F1-96AF-4903-D225-7ED2DF0ED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17D1B-FBD6-3590-8442-8D405A12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98DFF-EC7A-A174-593E-BAAB8CFD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FC2C22-A69F-B06B-5CC0-A0433CB36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365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517F7-886C-D187-B181-3AD19E5D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25B7B8-EE3B-CDE7-CBC4-17E6D941C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7CB561-E3FC-CCA5-C631-30D0AD229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E9A78-F9BF-6558-6D1F-79E40C84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BB2513-9DA6-6FE2-A3A5-90CE22CC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8122DC-A45D-4B9E-67A2-9171379B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69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49C9D-EF1F-70B9-B925-44AC1BD3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464073-A679-D89D-97EE-9D9B2375C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3953E7-EDAC-B78D-23EA-43FF65BF6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267C5F-B9C0-7FE7-20C1-E43EDE9A4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CC1048E-35C2-229D-6B30-30F4485B18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91D0CFD-C3D0-EFB6-EA9C-78975790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4C954D5-4659-0293-9C8E-F7417EBFF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AA4839-82F9-EAC7-FFF3-C48FF916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8C945-926A-D904-D492-3651CD18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17DEBC-4AC1-80FC-60EE-195D613E6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DD5FA9-FA9D-DB81-7903-28196C4DD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16073C-5F20-7DC3-CCFD-03A48F32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034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D06E21-DA32-96E0-5971-2A06666E9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4C4B9E2-B4AB-30FE-B179-462820CB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627723-DC96-BAC2-CA76-9BFDA09F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78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4668E-2309-6A89-6F30-1261C3CB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90495-DCC6-86F9-CA31-BE0D5C85E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9E11DC-86E2-1125-B04B-B3C0FC9F1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26739-8CC2-3E12-FEFF-E1AD4F88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AF87E6-931A-101C-78D4-8D311530D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B97879-BC48-1D2E-6546-DECBA1C5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6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A06D2-424B-2028-60DC-23EF8EA67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BBDA32-03D0-9603-8C89-260404900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E9BF0B-483B-6EF6-16E8-572B97978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392F60-36F6-F5E3-3547-69EBF9362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478E8-C625-EE5A-0A08-CC4D18194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451C40-AEB7-EF0D-2144-9845E9EE0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87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DC17A-C240-22EF-E8FA-C29C859D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763044-CD52-F44D-0B18-4C0F34874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CD2F26-365A-62A2-A8C7-FBA73DA9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90AFC0-93E8-AC4F-8734-58C0B3F15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D0844-7A2A-5713-73BB-16B4DA24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187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0378DD-EBDD-011A-F517-152CDAB12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8B94A8C-454E-75A0-8379-27BFB9781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040EAB-16FF-077C-A0A2-EE2E94946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AA38AE-FE17-E48A-18EB-3A1B2058E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79D121-B7E4-6064-7E9E-B55EFD96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37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ABFF9B-F4B3-E915-D669-CCA63762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36D7A0-D3C2-B0F4-1702-3CC7F778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296F1-4494-D893-B040-A0A4C1DC9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C1ED1B-69D7-4004-B2A6-F2155C022E62}" type="datetimeFigureOut">
              <a:rPr lang="ko-KR" altLang="en-US" smtClean="0"/>
              <a:t>2025-07-28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FBECA-EFBF-6FE7-4582-372A22274B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5CED3-7397-8E85-071E-187515635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ECF191-598F-42AE-B21B-97E3411D9E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427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5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그림 10" descr="실내, 바닥, 사람, 바닥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6FF27-49D1-6D00-8C97-CE4578665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85" r="10235"/>
          <a:stretch>
            <a:fillRect/>
          </a:stretch>
        </p:blipFill>
        <p:spPr>
          <a:xfrm>
            <a:off x="-2" y="10"/>
            <a:ext cx="7995504" cy="6857990"/>
          </a:xfrm>
          <a:prstGeom prst="rect">
            <a:avLst/>
          </a:prstGeom>
        </p:spPr>
      </p:pic>
      <p:pic>
        <p:nvPicPr>
          <p:cNvPr id="5" name="그림 4" descr="실내, 바닥재, 창문, 일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B47320-5167-06B0-1CAE-FF27BF7F6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044"/>
          <a:stretch>
            <a:fillRect/>
          </a:stretch>
        </p:blipFill>
        <p:spPr>
          <a:xfrm>
            <a:off x="8188032" y="10"/>
            <a:ext cx="4003968" cy="2228747"/>
          </a:xfrm>
          <a:prstGeom prst="rect">
            <a:avLst/>
          </a:prstGeom>
        </p:spPr>
      </p:pic>
      <p:pic>
        <p:nvPicPr>
          <p:cNvPr id="7" name="그림 6" descr="지상, 복합 재료, 바닥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9CE84F-A907-0674-3216-285975E39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8667"/>
          <a:stretch>
            <a:fillRect/>
          </a:stretch>
        </p:blipFill>
        <p:spPr>
          <a:xfrm>
            <a:off x="8188029" y="2400472"/>
            <a:ext cx="4003969" cy="2057046"/>
          </a:xfrm>
          <a:prstGeom prst="rect">
            <a:avLst/>
          </a:prstGeom>
        </p:spPr>
      </p:pic>
      <p:pic>
        <p:nvPicPr>
          <p:cNvPr id="9" name="그림 8" descr="운동장, 바닥, 실내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035280-56BC-2BAD-8746-412157DCA0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042"/>
          <a:stretch>
            <a:fillRect/>
          </a:stretch>
        </p:blipFill>
        <p:spPr>
          <a:xfrm>
            <a:off x="8188029" y="4629229"/>
            <a:ext cx="4003969" cy="222877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081C80-7E0E-EA16-46F4-E741C94EB164}"/>
              </a:ext>
            </a:extLst>
          </p:cNvPr>
          <p:cNvSpPr/>
          <p:nvPr/>
        </p:nvSpPr>
        <p:spPr>
          <a:xfrm rot="1169455">
            <a:off x="2497961" y="2563445"/>
            <a:ext cx="144000" cy="500400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perspectiveRelaxed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C03D46-32F6-7F08-0E4A-2F1EA149902E}"/>
              </a:ext>
            </a:extLst>
          </p:cNvPr>
          <p:cNvSpPr/>
          <p:nvPr/>
        </p:nvSpPr>
        <p:spPr>
          <a:xfrm rot="1169455">
            <a:off x="3592128" y="-538187"/>
            <a:ext cx="108000" cy="500400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perspectiveRelaxed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A4BB8C6-BE7C-1E9E-F4EB-51764161A9FB}"/>
              </a:ext>
            </a:extLst>
          </p:cNvPr>
          <p:cNvSpPr/>
          <p:nvPr/>
        </p:nvSpPr>
        <p:spPr>
          <a:xfrm rot="17132492">
            <a:off x="10267582" y="357432"/>
            <a:ext cx="108000" cy="500400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perspectiveRelaxed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646E540-06A7-E63C-F28F-38A0C6C7B893}"/>
              </a:ext>
            </a:extLst>
          </p:cNvPr>
          <p:cNvSpPr/>
          <p:nvPr/>
        </p:nvSpPr>
        <p:spPr>
          <a:xfrm rot="16014251">
            <a:off x="9830890" y="-1241084"/>
            <a:ext cx="72000" cy="388800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perspectiveRelaxed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1156F6-69B1-D3ED-9D97-A865FD7DEE88}"/>
              </a:ext>
            </a:extLst>
          </p:cNvPr>
          <p:cNvSpPr/>
          <p:nvPr/>
        </p:nvSpPr>
        <p:spPr>
          <a:xfrm rot="15393472">
            <a:off x="9482644" y="3406249"/>
            <a:ext cx="59942" cy="4202667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  <a:scene3d>
            <a:camera prst="perspectiveRelaxed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027E1C-A54F-3CB5-0E78-F7B53A03659B}"/>
              </a:ext>
            </a:extLst>
          </p:cNvPr>
          <p:cNvSpPr/>
          <p:nvPr/>
        </p:nvSpPr>
        <p:spPr>
          <a:xfrm>
            <a:off x="3635297" y="3693289"/>
            <a:ext cx="2794355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3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H </a:t>
            </a:r>
            <a:r>
              <a:rPr lang="en-US" altLang="ko-KR" sz="30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40mm</a:t>
            </a:r>
            <a:r>
              <a:rPr lang="en-US" altLang="ko-KR" sz="3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</a:p>
          <a:p>
            <a:pPr algn="ctr"/>
            <a:r>
              <a:rPr lang="en-US" altLang="ko-KR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x </a:t>
            </a:r>
            <a:r>
              <a:rPr lang="en-US" altLang="ko-KR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W10~20mm</a:t>
            </a:r>
            <a:endParaRPr lang="en-US" altLang="ko-KR" sz="3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A40DB6B-ED62-0C91-B242-E73C0909B414}"/>
              </a:ext>
            </a:extLst>
          </p:cNvPr>
          <p:cNvSpPr/>
          <p:nvPr/>
        </p:nvSpPr>
        <p:spPr>
          <a:xfrm>
            <a:off x="3718653" y="3277828"/>
            <a:ext cx="2627642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물막이터</a:t>
            </a:r>
            <a:r>
              <a:rPr lang="ko-KR" alt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구성</a:t>
            </a:r>
            <a:endParaRPr lang="en-US" altLang="ko-KR" sz="3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C6E30CB-1B5C-5EF8-9668-CE664A482F7E}"/>
              </a:ext>
            </a:extLst>
          </p:cNvPr>
          <p:cNvCxnSpPr/>
          <p:nvPr/>
        </p:nvCxnSpPr>
        <p:spPr>
          <a:xfrm>
            <a:off x="3086100" y="3581836"/>
            <a:ext cx="560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861140-7DD0-CDCD-0AEB-B66104F6BF31}"/>
              </a:ext>
            </a:extLst>
          </p:cNvPr>
          <p:cNvSpPr/>
          <p:nvPr/>
        </p:nvSpPr>
        <p:spPr>
          <a:xfrm>
            <a:off x="4103374" y="2723830"/>
            <a:ext cx="185820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30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스텐</a:t>
            </a:r>
            <a:r>
              <a:rPr lang="ko-KR" altLang="en-US" sz="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 각관</a:t>
            </a:r>
            <a:endParaRPr lang="en-US" altLang="ko-KR" sz="30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8708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종근 이</dc:creator>
  <cp:lastModifiedBy>종근 이</cp:lastModifiedBy>
  <cp:revision>2</cp:revision>
  <dcterms:created xsi:type="dcterms:W3CDTF">2025-07-28T06:23:28Z</dcterms:created>
  <dcterms:modified xsi:type="dcterms:W3CDTF">2025-07-28T06:31:30Z</dcterms:modified>
</cp:coreProperties>
</file>