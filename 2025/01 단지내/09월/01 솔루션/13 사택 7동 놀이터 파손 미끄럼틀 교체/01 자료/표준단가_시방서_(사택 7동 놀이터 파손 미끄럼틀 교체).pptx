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</a:t>
            </a:r>
            <a:r>
              <a:rPr lang="ko-KR" altLang="en-US" b="1">
                <a:latin typeface="+mn-ea"/>
              </a:rPr>
              <a:t>동 놀이터 파손 미끄럼틀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 놀이터 파손 미끄럼틀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-</a:t>
            </a:r>
            <a:r>
              <a:rPr lang="ko-KR" altLang="en-US" sz="1000"/>
              <a:t>대   상</a:t>
            </a:r>
            <a:r>
              <a:rPr lang="en-US" altLang="ko-KR" sz="1000"/>
              <a:t>: 7</a:t>
            </a:r>
            <a:r>
              <a:rPr lang="ko-KR" altLang="en-US" sz="1000"/>
              <a:t>동 옆 놀이터 미끄럼틀
</a:t>
            </a:r>
            <a:r>
              <a:rPr lang="en-US" altLang="ko-KR" sz="1000"/>
              <a:t>-</a:t>
            </a:r>
            <a:r>
              <a:rPr lang="ko-KR" altLang="en-US" sz="1000"/>
              <a:t>작업 부분 가설 보양 및 출입 통제
</a:t>
            </a:r>
            <a:r>
              <a:rPr lang="en-US" altLang="ko-KR" sz="1000"/>
              <a:t>-</a:t>
            </a:r>
            <a:r>
              <a:rPr lang="ko-KR" altLang="en-US" sz="1000"/>
              <a:t>기존 파손 미끄럼틀 볼팅 해체 작업
</a:t>
            </a:r>
            <a:r>
              <a:rPr lang="en-US" altLang="ko-KR" sz="1000"/>
              <a:t>-</a:t>
            </a:r>
            <a:r>
              <a:rPr lang="ko-KR" altLang="en-US" sz="1000"/>
              <a:t>기존 파손 미끄럼틀 볼팅 철거 작업
</a:t>
            </a:r>
            <a:r>
              <a:rPr lang="en-US" altLang="ko-KR" sz="1000"/>
              <a:t>-</a:t>
            </a:r>
            <a:r>
              <a:rPr lang="ko-KR" altLang="en-US" sz="1000"/>
              <a:t>신규 미끄럼틀 설치 및 볼팅</a:t>
            </a:r>
            <a:r>
              <a:rPr lang="en-US" altLang="ko-KR" sz="1000"/>
              <a:t>(</a:t>
            </a:r>
            <a:r>
              <a:rPr lang="ko-KR" altLang="en-US" sz="1000"/>
              <a:t>스텐</a:t>
            </a:r>
            <a:r>
              <a:rPr lang="en-US" altLang="ko-KR" sz="1000"/>
              <a:t>) </a:t>
            </a:r>
            <a:r>
              <a:rPr lang="ko-KR" altLang="en-US" sz="1000"/>
              <a:t>작업
</a:t>
            </a:r>
            <a:r>
              <a:rPr lang="en-US" altLang="ko-KR" sz="1000"/>
              <a:t>-</a:t>
            </a:r>
            <a:r>
              <a:rPr lang="ko-KR" altLang="en-US" sz="1000"/>
              <a:t>설치 완료후 가설 보양 철거 작업
</a:t>
            </a:r>
            <a:r>
              <a:rPr lang="en-US" altLang="ko-KR" sz="1000"/>
              <a:t>-</a:t>
            </a:r>
            <a:r>
              <a:rPr lang="ko-KR" altLang="en-US" sz="1000"/>
              <a:t>완료후 주변 정리 정돈 및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2025-08-20T03:31:29Z</dcterms:modified>
</cp:coreProperties>
</file>