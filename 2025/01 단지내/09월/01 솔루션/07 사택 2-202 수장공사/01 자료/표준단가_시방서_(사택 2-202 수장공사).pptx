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2-202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2-202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(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뒤베란다</a:t>
            </a:r>
            <a:r>
              <a:rPr lang="en-US" altLang="ko-KR" sz="1000"/>
              <a:t>1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 및 앞뒤베란다 걸레받이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앞뒷 베란다 벽면 부분 장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850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2025-07-09T03:21:39Z</dcterms:modified>
</cp:coreProperties>
</file>