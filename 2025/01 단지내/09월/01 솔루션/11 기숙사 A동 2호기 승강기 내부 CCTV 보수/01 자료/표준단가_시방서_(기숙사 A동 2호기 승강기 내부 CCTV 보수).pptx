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호기 승강기 내부 </a:t>
            </a:r>
            <a:r>
              <a:rPr lang="en-US" altLang="ko-KR" b="1">
                <a:latin typeface="+mn-ea"/>
              </a:rPr>
              <a:t>CCTV </a:t>
            </a:r>
            <a:r>
              <a:rPr lang="ko-KR" altLang="en-US" b="1">
                <a:latin typeface="+mn-ea"/>
              </a:rPr>
              <a:t>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호기 승강기 내부 </a:t>
            </a:r>
            <a:r>
              <a:rPr lang="en-US" altLang="ko-KR" sz="1000">
                <a:latin typeface="+mn-ea"/>
              </a:rPr>
              <a:t>CCTV </a:t>
            </a:r>
            <a:r>
              <a:rPr lang="ko-KR" altLang="en-US" sz="1000">
                <a:latin typeface="+mn-ea"/>
              </a:rPr>
              <a:t>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옥외 및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정기 유지보수 일정에 맞추어 작업
</a:t>
            </a: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정지 및 작업시 법정선임 및 유지관리자 상주
</a:t>
            </a: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내부 </a:t>
            </a:r>
            <a:r>
              <a:rPr lang="en-US" altLang="ko-KR" sz="1000"/>
              <a:t>CCTV </a:t>
            </a:r>
            <a:r>
              <a:rPr lang="ko-KR" altLang="en-US" sz="1000"/>
              <a:t>화면 출력 불량 점검
</a:t>
            </a: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카트내 피트 </a:t>
            </a:r>
            <a:r>
              <a:rPr lang="en-US" altLang="ko-KR" sz="1000"/>
              <a:t>UTP</a:t>
            </a:r>
            <a:r>
              <a:rPr lang="ko-KR" altLang="en-US" sz="1000"/>
              <a:t>케이블 포설 교체
</a:t>
            </a: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외부 </a:t>
            </a:r>
            <a:r>
              <a:rPr lang="en-US" altLang="ko-KR" sz="1000"/>
              <a:t>UTP</a:t>
            </a:r>
            <a:r>
              <a:rPr lang="ko-KR" altLang="en-US" sz="1000"/>
              <a:t>케이블 포설 교체
</a:t>
            </a:r>
            <a:r>
              <a:rPr lang="en-US" altLang="ko-KR" sz="1000"/>
              <a:t>A</a:t>
            </a:r>
            <a:r>
              <a:rPr lang="ko-KR" altLang="en-US" sz="1000"/>
              <a:t>동 </a:t>
            </a:r>
            <a:r>
              <a:rPr lang="en-US" altLang="ko-KR" sz="1000"/>
              <a:t>2</a:t>
            </a:r>
            <a:r>
              <a:rPr lang="ko-KR" altLang="en-US" sz="1000"/>
              <a:t>호기 승강기 및 옥외 </a:t>
            </a:r>
            <a:r>
              <a:rPr lang="en-US" altLang="ko-KR" sz="1000"/>
              <a:t>CCTV </a:t>
            </a:r>
            <a:r>
              <a:rPr lang="ko-KR" altLang="en-US" sz="1000"/>
              <a:t>시스템 점검 및 시험
옥외 고장 </a:t>
            </a:r>
            <a:r>
              <a:rPr lang="en-US" altLang="ko-KR" sz="1000"/>
              <a:t>CCTV 1</a:t>
            </a:r>
            <a:r>
              <a:rPr lang="ko-KR" altLang="en-US" sz="1000"/>
              <a:t>대 교체 </a:t>
            </a:r>
            <a:r>
              <a:rPr lang="en-US" altLang="ko-KR" sz="1000"/>
              <a:t>(</a:t>
            </a:r>
            <a:r>
              <a:rPr lang="ko-KR" altLang="en-US" sz="1000"/>
              <a:t>하니웰</a:t>
            </a:r>
            <a:r>
              <a:rPr lang="en-US" altLang="ko-KR" sz="1000"/>
              <a:t>)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2025-07-18T01:59:21Z</dcterms:modified>
</cp:coreProperties>
</file>