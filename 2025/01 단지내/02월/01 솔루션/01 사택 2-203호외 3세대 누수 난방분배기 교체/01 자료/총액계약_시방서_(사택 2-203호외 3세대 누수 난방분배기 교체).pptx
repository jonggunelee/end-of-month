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2-203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세대 누수 난방분배기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2-203</a:t>
            </a:r>
            <a:r>
              <a:rPr lang="ko-KR" altLang="en-US" sz="1000">
                <a:latin typeface="+mn-ea"/>
              </a:rPr>
              <a:t>호외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세대 누수 난방분배기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교체 대상 </a:t>
            </a:r>
            <a:r>
              <a:rPr lang="en-US" altLang="ko-KR" sz="1000"/>
              <a:t>: 2</a:t>
            </a:r>
            <a:r>
              <a:rPr lang="ko-KR" altLang="en-US" sz="1000"/>
              <a:t>동 </a:t>
            </a:r>
            <a:r>
              <a:rPr lang="en-US" altLang="ko-KR" sz="1000"/>
              <a:t>203</a:t>
            </a:r>
            <a:r>
              <a:rPr lang="ko-KR" altLang="en-US" sz="1000"/>
              <a:t>호 </a:t>
            </a:r>
            <a:r>
              <a:rPr lang="en-US" altLang="ko-KR" sz="1000"/>
              <a:t>/ 8</a:t>
            </a:r>
            <a:r>
              <a:rPr lang="ko-KR" altLang="en-US" sz="1000"/>
              <a:t>동 </a:t>
            </a:r>
            <a:r>
              <a:rPr lang="en-US" altLang="ko-KR" sz="1000"/>
              <a:t>206</a:t>
            </a:r>
            <a:r>
              <a:rPr lang="ko-KR" altLang="en-US" sz="1000"/>
              <a:t>호 </a:t>
            </a:r>
            <a:r>
              <a:rPr lang="en-US" altLang="ko-KR" sz="1000"/>
              <a:t>/ 9</a:t>
            </a:r>
            <a:r>
              <a:rPr lang="ko-KR" altLang="en-US" sz="1000"/>
              <a:t>동 </a:t>
            </a:r>
            <a:r>
              <a:rPr lang="en-US" altLang="ko-KR" sz="1000"/>
              <a:t>303</a:t>
            </a:r>
            <a:r>
              <a:rPr lang="ko-KR" altLang="en-US" sz="1000"/>
              <a:t>호 </a:t>
            </a:r>
            <a:r>
              <a:rPr lang="en-US" altLang="ko-KR" sz="1000"/>
              <a:t>_ 503</a:t>
            </a:r>
            <a:r>
              <a:rPr lang="ko-KR" altLang="en-US" sz="1000"/>
              <a:t>호
누수 난방분배기 교체를 위한 씽크대 하부장 임시철거
누수 난방분배기 교체를 위한 급수배관 밸브 차단
누수 난방분배기 연결 </a:t>
            </a:r>
            <a:r>
              <a:rPr lang="en-US" altLang="ko-KR" sz="1000"/>
              <a:t>X-L </a:t>
            </a:r>
            <a:r>
              <a:rPr lang="ko-KR" altLang="en-US" sz="1000"/>
              <a:t>배관 절단 작업
누수 난방분배기 신규 설치 작업
누수 난방분배기 교체를 위한 씽크대 하부장 원복작업
작업 완료후 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2025-01-10T08:08:17Z</dcterms:modified>
</cp:coreProperties>
</file>