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공용 방화문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개소 처짐보수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공용 방화문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개소 처짐보수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위치</a:t>
            </a:r>
            <a:r>
              <a:rPr lang="en-US" altLang="ko-KR" sz="1000"/>
              <a:t>: A</a:t>
            </a:r>
            <a:r>
              <a:rPr lang="ko-KR" altLang="en-US" sz="1000"/>
              <a:t>동 </a:t>
            </a:r>
            <a:r>
              <a:rPr lang="en-US" altLang="ko-KR" sz="1000"/>
              <a:t>10</a:t>
            </a:r>
            <a:r>
              <a:rPr lang="ko-KR" altLang="en-US" sz="1000"/>
              <a:t>층 </a:t>
            </a:r>
            <a:r>
              <a:rPr lang="en-US" altLang="ko-KR" sz="1000"/>
              <a:t>E/V</a:t>
            </a:r>
            <a:r>
              <a:rPr lang="ko-KR" altLang="en-US" sz="1000"/>
              <a:t>홀 </a:t>
            </a:r>
            <a:r>
              <a:rPr lang="en-US" altLang="ko-KR" sz="1000"/>
              <a:t>4</a:t>
            </a:r>
            <a:r>
              <a:rPr lang="ko-KR" altLang="en-US" sz="1000"/>
              <a:t>번 방화문
대상 위치</a:t>
            </a:r>
            <a:r>
              <a:rPr lang="en-US" altLang="ko-KR" sz="1000"/>
              <a:t>: B</a:t>
            </a:r>
            <a:r>
              <a:rPr lang="ko-KR" altLang="en-US" sz="1000"/>
              <a:t>동 </a:t>
            </a:r>
            <a:r>
              <a:rPr lang="en-US" altLang="ko-KR" sz="1000"/>
              <a:t>8</a:t>
            </a:r>
            <a:r>
              <a:rPr lang="ko-KR" altLang="en-US" sz="1000"/>
              <a:t>층 </a:t>
            </a:r>
            <a:r>
              <a:rPr lang="en-US" altLang="ko-KR" sz="1000"/>
              <a:t>: E/V</a:t>
            </a:r>
            <a:r>
              <a:rPr lang="ko-KR" altLang="en-US" sz="1000"/>
              <a:t>홀 </a:t>
            </a:r>
            <a:r>
              <a:rPr lang="en-US" altLang="ko-KR" sz="1000"/>
              <a:t>4</a:t>
            </a:r>
            <a:r>
              <a:rPr lang="ko-KR" altLang="en-US" sz="1000"/>
              <a:t>번 방화문
방화문 처짐 상태 점검 및 수평 작업
방화문 하부 및 측면 그라이딩 작업
방화문</a:t>
            </a:r>
            <a:r>
              <a:rPr lang="en-US" altLang="ko-KR" sz="1000"/>
              <a:t>(</a:t>
            </a:r>
            <a:r>
              <a:rPr lang="ko-KR" altLang="en-US" sz="1000"/>
              <a:t>철</a:t>
            </a:r>
            <a:r>
              <a:rPr lang="en-US" altLang="ko-KR" sz="1000"/>
              <a:t>) </a:t>
            </a:r>
            <a:r>
              <a:rPr lang="ko-KR" altLang="en-US" sz="1000"/>
              <a:t>그라이딩 작업시 석면포 및 소화기 비치
방화문</a:t>
            </a:r>
            <a:r>
              <a:rPr lang="en-US" altLang="ko-KR" sz="1000"/>
              <a:t>(</a:t>
            </a:r>
            <a:r>
              <a:rPr lang="ko-KR" altLang="en-US" sz="1000"/>
              <a:t>철</a:t>
            </a:r>
            <a:r>
              <a:rPr lang="en-US" altLang="ko-KR" sz="1000"/>
              <a:t>) </a:t>
            </a:r>
            <a:r>
              <a:rPr lang="ko-KR" altLang="en-US" sz="1000"/>
              <a:t>그라이딩 작업시 화기감시자 상주 관리
작업 완료후 소방 연동후 정상 폐쇄 확인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2024-12-31T03:35:34Z</dcterms:modified>
</cp:coreProperties>
</file>