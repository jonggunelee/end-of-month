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비상 발전기 예열 히터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 비상 발전기 예열 히터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비상발전기 예열 히터 사양 </a:t>
            </a:r>
            <a:r>
              <a:rPr lang="en-US" altLang="ko-KR" sz="1000"/>
              <a:t>: </a:t>
            </a:r>
            <a:r>
              <a:rPr lang="ko-KR" altLang="en-US" sz="1000"/>
              <a:t>자동온도조절용 히터</a:t>
            </a:r>
            <a:r>
              <a:rPr lang="en-US" altLang="ko-KR" sz="1000"/>
              <a:t>(1.5KW 220V)
</a:t>
            </a:r>
            <a:r>
              <a:rPr lang="ko-KR" altLang="en-US" sz="1000"/>
              <a:t>비상발전기 전원 차단 및 예열 히터 분리 작업
비상발전기 예열 히터 교체 작업
비상발전기 예열 히터 히터 호수 및 고정용 반도 설치
비상발전기 예열 히터 교체후 부동액</a:t>
            </a:r>
            <a:r>
              <a:rPr lang="en-US" altLang="ko-KR" sz="1000"/>
              <a:t>(3</a:t>
            </a:r>
            <a:r>
              <a:rPr lang="ko-KR" altLang="en-US" sz="1000"/>
              <a:t>리터</a:t>
            </a:r>
            <a:r>
              <a:rPr lang="en-US" altLang="ko-KR" sz="1000"/>
              <a:t>) </a:t>
            </a:r>
            <a:r>
              <a:rPr lang="ko-KR" altLang="en-US" sz="1000"/>
              <a:t>교체 작업
비상발전기 시운전 및 온도 설정 작업
작업 완료후 주변 정리 정도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2024-12-31T03:35:44Z</dcterms:modified>
</cp:coreProperties>
</file>