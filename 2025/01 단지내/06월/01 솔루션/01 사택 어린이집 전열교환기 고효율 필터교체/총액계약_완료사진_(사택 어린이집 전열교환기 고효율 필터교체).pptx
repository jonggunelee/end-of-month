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7" r:id="rId1"/>
  </p:sldMasterIdLst>
  <p:notesMasterIdLst>
    <p:notesMasterId r:id="rId18"/>
  </p:notesMasterIdLst>
  <p:sldIdLst>
    <p:sldId id="288" r:id="rId2"/>
    <p:sldId id="418" r:id="rId3"/>
    <p:sldId id="400" r:id="rId4"/>
    <p:sldId id="405" r:id="rId5"/>
    <p:sldId id="389" r:id="rId6"/>
    <p:sldId id="407" r:id="rId7"/>
    <p:sldId id="408" r:id="rId8"/>
    <p:sldId id="417" r:id="rId9"/>
    <p:sldId id="409" r:id="rId10"/>
    <p:sldId id="410" r:id="rId11"/>
    <p:sldId id="416" r:id="rId12"/>
    <p:sldId id="411" r:id="rId13"/>
    <p:sldId id="412" r:id="rId14"/>
    <p:sldId id="413" r:id="rId15"/>
    <p:sldId id="414" r:id="rId16"/>
    <p:sldId id="415" r:id="rId17"/>
  </p:sldIdLst>
  <p:sldSz cx="9144000" cy="6858000" type="screen4x3"/>
  <p:notesSz cx="6858000" cy="9979025"/>
  <p:embeddedFontLst>
    <p:embeddedFont>
      <p:font typeface="HY견고딕" panose="02030600000101010101" pitchFamily="18" charset="-127"/>
      <p:regular r:id="rId19"/>
    </p:embeddedFont>
    <p:embeddedFont>
      <p:font typeface="맑은 고딕" panose="020B0503020000020004" pitchFamily="50" charset="-127"/>
      <p:regular r:id="rId20"/>
      <p:bold r:id="rId2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pos="328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ster" initials="m" lastIdx="1" clrIdx="0">
    <p:extLst>
      <p:ext uri="{19B8F6BF-5375-455C-9EA6-DF929625EA0E}">
        <p15:presenceInfo xmlns:p15="http://schemas.microsoft.com/office/powerpoint/2012/main" userId="mast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76787B"/>
    <a:srgbClr val="CD4465"/>
    <a:srgbClr val="747679"/>
    <a:srgbClr val="A90044"/>
    <a:srgbClr val="BC0951"/>
    <a:srgbClr val="D46175"/>
    <a:srgbClr val="D0536E"/>
    <a:srgbClr val="C8004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8" autoAdjust="0"/>
    <p:restoredTop sz="94660"/>
  </p:normalViewPr>
  <p:slideViewPr>
    <p:cSldViewPr showGuides="1">
      <p:cViewPr>
        <p:scale>
          <a:sx n="66" d="100"/>
          <a:sy n="66" d="100"/>
        </p:scale>
        <p:origin x="510" y="930"/>
      </p:cViewPr>
      <p:guideLst>
        <p:guide orient="horz" pos="4110"/>
        <p:guide pos="3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/>
          <a:lstStyle>
            <a:lvl1pPr algn="r">
              <a:defRPr sz="1300"/>
            </a:lvl1pPr>
          </a:lstStyle>
          <a:p>
            <a:fld id="{86E5C4D5-C456-473B-A8F6-817BFB643621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3450" y="747713"/>
            <a:ext cx="4991100" cy="3743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196" tIns="48099" rIns="96196" bIns="4809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40037"/>
            <a:ext cx="5486400" cy="4490562"/>
          </a:xfrm>
          <a:prstGeom prst="rect">
            <a:avLst/>
          </a:prstGeom>
        </p:spPr>
        <p:txBody>
          <a:bodyPr vert="horz" lIns="96196" tIns="48099" rIns="96196" bIns="4809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78342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9478342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 anchor="b"/>
          <a:lstStyle>
            <a:lvl1pPr algn="r">
              <a:defRPr sz="1300"/>
            </a:lvl1pPr>
          </a:lstStyle>
          <a:p>
            <a:fld id="{5A1DB697-446A-45B3-8FFD-B426BCAD97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398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/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941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BD54D-6C97-D8F1-2025-97909EC17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E3E1B9ED-D060-E278-F2C1-3768532947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CC576D76-131B-DF6C-7553-3030E22467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2D17F414-F6BB-6A0C-BC13-5A5DB67D9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950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20777-F18E-E129-3DEA-2A04C183F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1E993D84-E2C2-7597-EC03-CA9B934D5B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E680E9E8-969C-E943-2756-51D8C6165B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F8D1C6BE-DB4C-9A70-1482-0ACD452F70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218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848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47B08-2352-0E14-959B-3E42459E1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F4475B0B-CA1A-6F4C-2C5D-8C50B3A6462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45F4D5BF-C743-A47F-0A27-BF0C725F4F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968A9CA6-5B04-B32D-58D8-062BC5CE4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260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F50AC-A585-8E13-9B84-859119B07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489F62B9-3D88-4427-D612-AE0E4C21FD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F190B857-A3DF-929A-0E95-532A6F51601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68AB911E-2A52-F89A-4DDB-385DCB5C6F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891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9497D-6853-4E28-85F4-578A7CBDC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A85C1D9F-D3D0-3FA8-AF74-33ED783408E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33ED6792-EE75-6698-B713-19A0292BB69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2F4D8BBC-F2AE-AE20-74B6-2F5734FA8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2142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E89E2-CC12-1341-D40F-7046B3B77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46755BD4-E4E8-CF17-5447-1D6C0FD25F3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13ED1E28-9ADC-0DC6-274E-CC50DB13DD2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90F0661E-1E8E-3081-7276-C267A3CCA6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671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6908C-7D4E-87BA-5350-E79AA8CA7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32280D66-1BDD-1C83-E214-EA2BFC69FC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C3EBEEC9-7E95-EE00-052C-7D6BF49E45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2442088D-1D09-ABF6-6694-52C6DD681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10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6892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A0093-68AB-5CAF-D237-9EC0D67B0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EA824261-BD19-9142-39C7-8A007CA68D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FC2AE469-CD5F-BE33-6CA6-C0FCA1F3C3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EA5B9A53-6BC6-BE70-010D-72C6684E6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6360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6535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54781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1156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5842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480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7103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2242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3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107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W:\LGPT_110105_2011 AE 사업본부 소개 PPT 제작\PNG\226\navi_01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0250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605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8043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62575"/>
            <a:ext cx="91440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W:\LGPT_110105_2011 AE 사업본부 소개 PPT 제작\PNG\226\navi_03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1"/>
          <a:stretch>
            <a:fillRect/>
          </a:stretch>
        </p:blipFill>
        <p:spPr bwMode="auto">
          <a:xfrm>
            <a:off x="0" y="762000"/>
            <a:ext cx="91440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570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62575"/>
            <a:ext cx="91440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9419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3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 descr="W:\LGPT_110105_2011 AE 사업본부 소개 PPT 제작\PNG\226\navi_04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>
            <a:fillRect/>
          </a:stretch>
        </p:blipFill>
        <p:spPr bwMode="auto">
          <a:xfrm>
            <a:off x="0" y="0"/>
            <a:ext cx="9144000" cy="578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320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2881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8" descr="08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767843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8" descr="08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4224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11EC1B3-06A7-4046-8908-CF0411A4D735}" type="datetimeFigureOut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2025-05-21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E4D3389-9F03-43C2-AB7E-B90FF6ACF10C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987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gif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jpeg"/><Relationship Id="rId11" Type="http://schemas.openxmlformats.org/officeDocument/2006/relationships/image" Target="../media/image23.jpeg"/><Relationship Id="rId5" Type="http://schemas.openxmlformats.org/officeDocument/2006/relationships/image" Target="../media/image17.jpeg"/><Relationship Id="rId10" Type="http://schemas.openxmlformats.org/officeDocument/2006/relationships/image" Target="../media/image22.jpeg"/><Relationship Id="rId4" Type="http://schemas.openxmlformats.org/officeDocument/2006/relationships/image" Target="../media/image16.jpeg"/><Relationship Id="rId9" Type="http://schemas.openxmlformats.org/officeDocument/2006/relationships/image" Target="../media/image2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2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15.gif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2.jpeg"/><Relationship Id="rId11" Type="http://schemas.openxmlformats.org/officeDocument/2006/relationships/image" Target="../media/image37.jpeg"/><Relationship Id="rId5" Type="http://schemas.openxmlformats.org/officeDocument/2006/relationships/image" Target="../media/image31.jpeg"/><Relationship Id="rId10" Type="http://schemas.openxmlformats.org/officeDocument/2006/relationships/image" Target="../media/image36.jpeg"/><Relationship Id="rId4" Type="http://schemas.openxmlformats.org/officeDocument/2006/relationships/image" Target="../media/image30.jpeg"/><Relationship Id="rId9" Type="http://schemas.openxmlformats.org/officeDocument/2006/relationships/image" Target="../media/image35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image" Target="../media/image15.gif"/><Relationship Id="rId7" Type="http://schemas.openxmlformats.org/officeDocument/2006/relationships/image" Target="../media/image4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0.jpeg"/><Relationship Id="rId11" Type="http://schemas.openxmlformats.org/officeDocument/2006/relationships/image" Target="../media/image45.jpeg"/><Relationship Id="rId5" Type="http://schemas.openxmlformats.org/officeDocument/2006/relationships/image" Target="../media/image39.jpeg"/><Relationship Id="rId10" Type="http://schemas.openxmlformats.org/officeDocument/2006/relationships/image" Target="../media/image44.jpeg"/><Relationship Id="rId4" Type="http://schemas.openxmlformats.org/officeDocument/2006/relationships/image" Target="../media/image38.jpeg"/><Relationship Id="rId9" Type="http://schemas.openxmlformats.org/officeDocument/2006/relationships/image" Target="../media/image43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eg"/><Relationship Id="rId3" Type="http://schemas.openxmlformats.org/officeDocument/2006/relationships/image" Target="../media/image15.gif"/><Relationship Id="rId7" Type="http://schemas.openxmlformats.org/officeDocument/2006/relationships/image" Target="../media/image4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8.jpeg"/><Relationship Id="rId11" Type="http://schemas.openxmlformats.org/officeDocument/2006/relationships/image" Target="../media/image53.jpeg"/><Relationship Id="rId5" Type="http://schemas.openxmlformats.org/officeDocument/2006/relationships/image" Target="../media/image47.jpeg"/><Relationship Id="rId10" Type="http://schemas.openxmlformats.org/officeDocument/2006/relationships/image" Target="../media/image52.jpeg"/><Relationship Id="rId4" Type="http://schemas.openxmlformats.org/officeDocument/2006/relationships/image" Target="../media/image46.jpeg"/><Relationship Id="rId9" Type="http://schemas.openxmlformats.org/officeDocument/2006/relationships/image" Target="../media/image51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eg"/><Relationship Id="rId3" Type="http://schemas.openxmlformats.org/officeDocument/2006/relationships/image" Target="../media/image15.gif"/><Relationship Id="rId7" Type="http://schemas.openxmlformats.org/officeDocument/2006/relationships/image" Target="../media/image5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6.jpeg"/><Relationship Id="rId11" Type="http://schemas.openxmlformats.org/officeDocument/2006/relationships/image" Target="../media/image61.jpeg"/><Relationship Id="rId5" Type="http://schemas.openxmlformats.org/officeDocument/2006/relationships/image" Target="../media/image55.jpeg"/><Relationship Id="rId10" Type="http://schemas.openxmlformats.org/officeDocument/2006/relationships/image" Target="../media/image60.jpeg"/><Relationship Id="rId4" Type="http://schemas.openxmlformats.org/officeDocument/2006/relationships/image" Target="../media/image54.jpeg"/><Relationship Id="rId9" Type="http://schemas.openxmlformats.org/officeDocument/2006/relationships/image" Target="../media/image59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eg"/><Relationship Id="rId3" Type="http://schemas.openxmlformats.org/officeDocument/2006/relationships/image" Target="../media/image15.gif"/><Relationship Id="rId7" Type="http://schemas.openxmlformats.org/officeDocument/2006/relationships/image" Target="../media/image6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4.jpeg"/><Relationship Id="rId11" Type="http://schemas.openxmlformats.org/officeDocument/2006/relationships/image" Target="../media/image69.jpeg"/><Relationship Id="rId5" Type="http://schemas.openxmlformats.org/officeDocument/2006/relationships/image" Target="../media/image63.jpeg"/><Relationship Id="rId10" Type="http://schemas.openxmlformats.org/officeDocument/2006/relationships/image" Target="../media/image68.jpeg"/><Relationship Id="rId4" Type="http://schemas.openxmlformats.org/officeDocument/2006/relationships/image" Target="../media/image62.jpeg"/><Relationship Id="rId9" Type="http://schemas.openxmlformats.org/officeDocument/2006/relationships/image" Target="../media/image6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7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2.jpeg"/><Relationship Id="rId5" Type="http://schemas.openxmlformats.org/officeDocument/2006/relationships/image" Target="../media/image71.jpeg"/><Relationship Id="rId4" Type="http://schemas.openxmlformats.org/officeDocument/2006/relationships/image" Target="../media/image70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jpg"/><Relationship Id="rId3" Type="http://schemas.openxmlformats.org/officeDocument/2006/relationships/image" Target="../media/image15.gif"/><Relationship Id="rId7" Type="http://schemas.openxmlformats.org/officeDocument/2006/relationships/image" Target="../media/image7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6.jpg"/><Relationship Id="rId5" Type="http://schemas.openxmlformats.org/officeDocument/2006/relationships/image" Target="../media/image75.jpg"/><Relationship Id="rId4" Type="http://schemas.openxmlformats.org/officeDocument/2006/relationships/image" Target="../media/image74.jpg"/><Relationship Id="rId9" Type="http://schemas.openxmlformats.org/officeDocument/2006/relationships/image" Target="../media/image79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jpg"/><Relationship Id="rId3" Type="http://schemas.openxmlformats.org/officeDocument/2006/relationships/image" Target="../media/image15.gif"/><Relationship Id="rId7" Type="http://schemas.openxmlformats.org/officeDocument/2006/relationships/image" Target="../media/image8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2.jpg"/><Relationship Id="rId5" Type="http://schemas.openxmlformats.org/officeDocument/2006/relationships/image" Target="../media/image81.jpg"/><Relationship Id="rId4" Type="http://schemas.openxmlformats.org/officeDocument/2006/relationships/image" Target="../media/image80.jpg"/><Relationship Id="rId9" Type="http://schemas.openxmlformats.org/officeDocument/2006/relationships/image" Target="../media/image85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jpg"/><Relationship Id="rId3" Type="http://schemas.openxmlformats.org/officeDocument/2006/relationships/image" Target="../media/image15.gif"/><Relationship Id="rId7" Type="http://schemas.openxmlformats.org/officeDocument/2006/relationships/image" Target="../media/image8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8.jpg"/><Relationship Id="rId5" Type="http://schemas.openxmlformats.org/officeDocument/2006/relationships/image" Target="../media/image87.jpg"/><Relationship Id="rId4" Type="http://schemas.openxmlformats.org/officeDocument/2006/relationships/image" Target="../media/image86.jpg"/><Relationship Id="rId9" Type="http://schemas.openxmlformats.org/officeDocument/2006/relationships/image" Target="../media/image91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jpg"/><Relationship Id="rId3" Type="http://schemas.openxmlformats.org/officeDocument/2006/relationships/image" Target="../media/image15.gif"/><Relationship Id="rId7" Type="http://schemas.openxmlformats.org/officeDocument/2006/relationships/image" Target="../media/image9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4.jpg"/><Relationship Id="rId5" Type="http://schemas.openxmlformats.org/officeDocument/2006/relationships/image" Target="../media/image93.jpg"/><Relationship Id="rId4" Type="http://schemas.openxmlformats.org/officeDocument/2006/relationships/image" Target="../media/image92.jpg"/><Relationship Id="rId9" Type="http://schemas.openxmlformats.org/officeDocument/2006/relationships/image" Target="../media/image91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jpg"/><Relationship Id="rId3" Type="http://schemas.openxmlformats.org/officeDocument/2006/relationships/image" Target="../media/image15.gif"/><Relationship Id="rId7" Type="http://schemas.openxmlformats.org/officeDocument/2006/relationships/image" Target="../media/image10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9.jpg"/><Relationship Id="rId5" Type="http://schemas.openxmlformats.org/officeDocument/2006/relationships/image" Target="../media/image98.jpg"/><Relationship Id="rId4" Type="http://schemas.openxmlformats.org/officeDocument/2006/relationships/image" Target="../media/image97.jpg"/><Relationship Id="rId9" Type="http://schemas.openxmlformats.org/officeDocument/2006/relationships/image" Target="../media/image10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F5816B41-C376-4F7D-B8E0-85DB6F0F0C43}"/>
              </a:ext>
            </a:extLst>
          </p:cNvPr>
          <p:cNvSpPr txBox="1"/>
          <p:nvPr/>
        </p:nvSpPr>
        <p:spPr>
          <a:xfrm>
            <a:off x="323528" y="5441521"/>
            <a:ext cx="7857156" cy="1038746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현       장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</a:t>
            </a:r>
            <a:endParaRPr lang="en-US" altLang="ko-KR" sz="1500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세척일자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: 2025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년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04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월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26</a:t>
            </a:r>
            <a:r>
              <a:rPr lang="ko-KR" altLang="en-US" sz="1500" b="0">
                <a:latin typeface="HY견고딕" panose="02030600000101010101" pitchFamily="18" charset="-127"/>
                <a:ea typeface="HY견고딕" panose="02030600000101010101" pitchFamily="18" charset="-127"/>
              </a:rPr>
              <a:t>일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, 05 17</a:t>
            </a:r>
            <a:r>
              <a:rPr lang="ko-KR" altLang="en-US" sz="1500" b="0">
                <a:latin typeface="HY견고딕" panose="02030600000101010101" pitchFamily="18" charset="-127"/>
                <a:ea typeface="HY견고딕" panose="02030600000101010101" pitchFamily="18" charset="-127"/>
              </a:rPr>
              <a:t>일</a:t>
            </a:r>
            <a:endParaRPr lang="en-US" altLang="ko-KR" sz="1500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500" b="0" dirty="0">
                <a:solidFill>
                  <a:srgbClr val="76787B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실내기 세척 작업을 완료하였기에 다음과 같이 작업 진행 및 완료 사진자료집을 제출합니다</a:t>
            </a:r>
            <a:r>
              <a:rPr lang="en-US" altLang="ko-KR" sz="1500" b="0" dirty="0">
                <a:solidFill>
                  <a:srgbClr val="76787B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      </a:t>
            </a:r>
            <a:endParaRPr lang="ko-KR" altLang="en-US" sz="1500" b="0" dirty="0">
              <a:solidFill>
                <a:srgbClr val="76787B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83" b="83630"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199632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27584" y="540423"/>
            <a:ext cx="5437112" cy="2769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18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시스템에어컨 전열교환기 필터교체 및 </a:t>
            </a:r>
            <a:r>
              <a:rPr lang="ko-KR" altLang="en-US" sz="1800" dirty="0" err="1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디퓨져</a:t>
            </a:r>
            <a:r>
              <a:rPr lang="ko-KR" altLang="en-US" sz="18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청소</a:t>
            </a:r>
            <a:endParaRPr lang="ko-KR" altLang="en-US" sz="1800" b="0" dirty="0">
              <a:ln>
                <a:noFill/>
                <a:prstDash val="solid"/>
              </a:ln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6F2FBF0-50D3-4E8B-BD39-EF8A981D5B25}"/>
              </a:ext>
            </a:extLst>
          </p:cNvPr>
          <p:cNvSpPr/>
          <p:nvPr/>
        </p:nvSpPr>
        <p:spPr>
          <a:xfrm>
            <a:off x="5220072" y="1556792"/>
            <a:ext cx="3600000" cy="360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779610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1-5">
            <a:extLst>
              <a:ext uri="{FF2B5EF4-FFF2-40B4-BE49-F238E27FC236}">
                <a16:creationId xmlns:a16="http://schemas.microsoft.com/office/drawing/2014/main" id="{BB18288D-28CC-FD8C-7615-601076379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83" b="83630"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0176854-8CE1-E116-1060-4B2947BD1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99632"/>
            <a:ext cx="8960684" cy="10861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B0CB78-AC1F-10EA-9472-0490B9E79491}"/>
              </a:ext>
            </a:extLst>
          </p:cNvPr>
          <p:cNvSpPr txBox="1"/>
          <p:nvPr/>
        </p:nvSpPr>
        <p:spPr>
          <a:xfrm>
            <a:off x="827584" y="540423"/>
            <a:ext cx="5437112" cy="2769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18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시스템에어컨 전열교환기 필터교체 및 </a:t>
            </a:r>
            <a:r>
              <a:rPr lang="ko-KR" altLang="en-US" sz="1800" dirty="0" err="1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디퓨져</a:t>
            </a:r>
            <a:r>
              <a:rPr lang="ko-KR" altLang="en-US" sz="18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청소</a:t>
            </a:r>
            <a:endParaRPr lang="ko-KR" altLang="en-US" sz="1800" b="0" dirty="0">
              <a:ln>
                <a:noFill/>
                <a:prstDash val="solid"/>
              </a:ln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C2BFE62-05D0-1C60-5745-A28611846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594580"/>
              </p:ext>
            </p:extLst>
          </p:nvPr>
        </p:nvGraphicFramePr>
        <p:xfrm>
          <a:off x="323528" y="1285775"/>
          <a:ext cx="8712971" cy="5167564"/>
        </p:xfrm>
        <a:graphic>
          <a:graphicData uri="http://schemas.openxmlformats.org/drawingml/2006/table">
            <a:tbl>
              <a:tblPr/>
              <a:tblGrid>
                <a:gridCol w="1107499">
                  <a:extLst>
                    <a:ext uri="{9D8B030D-6E8A-4147-A177-3AD203B41FA5}">
                      <a16:colId xmlns:a16="http://schemas.microsoft.com/office/drawing/2014/main" val="1790202748"/>
                    </a:ext>
                  </a:extLst>
                </a:gridCol>
                <a:gridCol w="793870">
                  <a:extLst>
                    <a:ext uri="{9D8B030D-6E8A-4147-A177-3AD203B41FA5}">
                      <a16:colId xmlns:a16="http://schemas.microsoft.com/office/drawing/2014/main" val="4217158698"/>
                    </a:ext>
                  </a:extLst>
                </a:gridCol>
                <a:gridCol w="793870">
                  <a:extLst>
                    <a:ext uri="{9D8B030D-6E8A-4147-A177-3AD203B41FA5}">
                      <a16:colId xmlns:a16="http://schemas.microsoft.com/office/drawing/2014/main" val="872892014"/>
                    </a:ext>
                  </a:extLst>
                </a:gridCol>
                <a:gridCol w="793870">
                  <a:extLst>
                    <a:ext uri="{9D8B030D-6E8A-4147-A177-3AD203B41FA5}">
                      <a16:colId xmlns:a16="http://schemas.microsoft.com/office/drawing/2014/main" val="2103293541"/>
                    </a:ext>
                  </a:extLst>
                </a:gridCol>
                <a:gridCol w="793870">
                  <a:extLst>
                    <a:ext uri="{9D8B030D-6E8A-4147-A177-3AD203B41FA5}">
                      <a16:colId xmlns:a16="http://schemas.microsoft.com/office/drawing/2014/main" val="1720675928"/>
                    </a:ext>
                  </a:extLst>
                </a:gridCol>
                <a:gridCol w="793870">
                  <a:extLst>
                    <a:ext uri="{9D8B030D-6E8A-4147-A177-3AD203B41FA5}">
                      <a16:colId xmlns:a16="http://schemas.microsoft.com/office/drawing/2014/main" val="943021262"/>
                    </a:ext>
                  </a:extLst>
                </a:gridCol>
                <a:gridCol w="797137">
                  <a:extLst>
                    <a:ext uri="{9D8B030D-6E8A-4147-A177-3AD203B41FA5}">
                      <a16:colId xmlns:a16="http://schemas.microsoft.com/office/drawing/2014/main" val="1257522792"/>
                    </a:ext>
                  </a:extLst>
                </a:gridCol>
                <a:gridCol w="852677">
                  <a:extLst>
                    <a:ext uri="{9D8B030D-6E8A-4147-A177-3AD203B41FA5}">
                      <a16:colId xmlns:a16="http://schemas.microsoft.com/office/drawing/2014/main" val="3169273536"/>
                    </a:ext>
                  </a:extLst>
                </a:gridCol>
                <a:gridCol w="797137">
                  <a:extLst>
                    <a:ext uri="{9D8B030D-6E8A-4147-A177-3AD203B41FA5}">
                      <a16:colId xmlns:a16="http://schemas.microsoft.com/office/drawing/2014/main" val="358898779"/>
                    </a:ext>
                  </a:extLst>
                </a:gridCol>
                <a:gridCol w="1189171">
                  <a:extLst>
                    <a:ext uri="{9D8B030D-6E8A-4147-A177-3AD203B41FA5}">
                      <a16:colId xmlns:a16="http://schemas.microsoft.com/office/drawing/2014/main" val="41222992"/>
                    </a:ext>
                  </a:extLst>
                </a:gridCol>
              </a:tblGrid>
              <a:tr h="254707">
                <a:tc gridSpan="6"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 사택 어린이집 전열교환기 필터 미세먼지 측정값</a:t>
                      </a: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9346"/>
                  </a:ext>
                </a:extLst>
              </a:tr>
              <a:tr h="182934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01309"/>
                  </a:ext>
                </a:extLst>
              </a:tr>
              <a:tr h="30187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교실명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교체 전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교체 후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편차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897977"/>
                  </a:ext>
                </a:extLst>
              </a:tr>
              <a:tr h="3018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PM10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PM2.5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측정시각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PM10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PM2.5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측정시각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PM10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PM2.5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590281"/>
                  </a:ext>
                </a:extLst>
              </a:tr>
              <a:tr h="3018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달님반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6160853"/>
                  </a:ext>
                </a:extLst>
              </a:tr>
              <a:tr h="3018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별님반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163427"/>
                  </a:ext>
                </a:extLst>
              </a:tr>
              <a:tr h="3018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해님반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048086"/>
                  </a:ext>
                </a:extLst>
              </a:tr>
              <a:tr h="3018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창의교실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919578"/>
                  </a:ext>
                </a:extLst>
              </a:tr>
              <a:tr h="3018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유희교실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770114"/>
                  </a:ext>
                </a:extLst>
              </a:tr>
              <a:tr h="3018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식당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81275"/>
                  </a:ext>
                </a:extLst>
              </a:tr>
              <a:tr h="3018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무지개반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371547"/>
                  </a:ext>
                </a:extLst>
              </a:tr>
              <a:tr h="3018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은하수반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-5.0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-5.0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467196"/>
                  </a:ext>
                </a:extLst>
              </a:tr>
              <a:tr h="3018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교사실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244360"/>
                  </a:ext>
                </a:extLst>
              </a:tr>
              <a:tr h="3018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원장실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070047"/>
                  </a:ext>
                </a:extLst>
              </a:tr>
              <a:tr h="3018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13.7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8.7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11.5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7.3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-2.2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-1.4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67982"/>
                  </a:ext>
                </a:extLst>
              </a:tr>
              <a:tr h="182934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677492"/>
                  </a:ext>
                </a:extLst>
              </a:tr>
              <a:tr h="207538">
                <a:tc gridSpan="7"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1)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측정장비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HUMA / 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 조건 대전지역 실외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PM10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  PM2.5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기준으로 측정함</a:t>
                      </a: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36185"/>
                  </a:ext>
                </a:extLst>
              </a:tr>
              <a:tr h="207538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2)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측정일자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측정인원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`25.05.17 /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권용주 프로</a:t>
                      </a: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0926972"/>
                  </a:ext>
                </a:extLst>
              </a:tr>
              <a:tr h="207538">
                <a:tc gridSpan="10"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3)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 시 주변환경이나 조건에 따라 측정값이 다소 상이할 수 있고 본 측정기는 간이 측정기이므로 단순 참고용으로만 사용하시기 바랍니다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586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2622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6DF25-2CA5-8802-DB53-92AA03688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81CD87EC-F899-0EEA-93E7-114DB1663746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07C4D393-6B10-F4B4-8571-0FD04CD23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필터 교체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7F406241-1FB0-1DBA-8B63-333B2C4585BC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7BF22A9C-71FD-A159-89E4-8B3C0B3AE6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CE963E4-5FA5-45DE-D620-0F89DFA9633A}"/>
              </a:ext>
            </a:extLst>
          </p:cNvPr>
          <p:cNvSpPr/>
          <p:nvPr/>
        </p:nvSpPr>
        <p:spPr>
          <a:xfrm>
            <a:off x="2364840" y="763285"/>
            <a:ext cx="2160000" cy="216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BAEACB1-FFCC-5B17-DCEA-7F17635018E1}"/>
              </a:ext>
            </a:extLst>
          </p:cNvPr>
          <p:cNvSpPr/>
          <p:nvPr/>
        </p:nvSpPr>
        <p:spPr>
          <a:xfrm>
            <a:off x="6831167" y="4037621"/>
            <a:ext cx="2160000" cy="216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E69EB6A4-5C5C-F40D-3DAF-511A35D507BD}"/>
              </a:ext>
            </a:extLst>
          </p:cNvPr>
          <p:cNvSpPr/>
          <p:nvPr/>
        </p:nvSpPr>
        <p:spPr>
          <a:xfrm>
            <a:off x="4598004" y="4026854"/>
            <a:ext cx="2160000" cy="216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345D11B-2C03-894D-9DB6-5728BDDC6622}"/>
              </a:ext>
            </a:extLst>
          </p:cNvPr>
          <p:cNvSpPr/>
          <p:nvPr/>
        </p:nvSpPr>
        <p:spPr>
          <a:xfrm>
            <a:off x="2364840" y="4027112"/>
            <a:ext cx="2160000" cy="2160000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8BD5F18-87F9-0CFC-61EF-9E3E2AEF6B91}"/>
              </a:ext>
            </a:extLst>
          </p:cNvPr>
          <p:cNvSpPr/>
          <p:nvPr/>
        </p:nvSpPr>
        <p:spPr>
          <a:xfrm>
            <a:off x="131676" y="763285"/>
            <a:ext cx="2160000" cy="2160000"/>
          </a:xfrm>
          <a:prstGeom prst="round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6A97E68-720B-34DF-5171-97FA5F619932}"/>
              </a:ext>
            </a:extLst>
          </p:cNvPr>
          <p:cNvSpPr/>
          <p:nvPr/>
        </p:nvSpPr>
        <p:spPr>
          <a:xfrm>
            <a:off x="4598004" y="763285"/>
            <a:ext cx="2160000" cy="2160000"/>
          </a:xfrm>
          <a:prstGeom prst="round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A8DE682-075A-A185-87B6-3DCE56F91D31}"/>
              </a:ext>
            </a:extLst>
          </p:cNvPr>
          <p:cNvSpPr/>
          <p:nvPr/>
        </p:nvSpPr>
        <p:spPr>
          <a:xfrm>
            <a:off x="131676" y="4026037"/>
            <a:ext cx="2160000" cy="2160000"/>
          </a:xfrm>
          <a:prstGeom prst="round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BA9908A-EB95-4C7F-570C-5440C711F00D}"/>
              </a:ext>
            </a:extLst>
          </p:cNvPr>
          <p:cNvSpPr/>
          <p:nvPr/>
        </p:nvSpPr>
        <p:spPr>
          <a:xfrm>
            <a:off x="6831167" y="763285"/>
            <a:ext cx="2160000" cy="2160000"/>
          </a:xfrm>
          <a:prstGeom prst="round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388522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C323E-F0C1-3080-0FF7-23F1F8058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BC85EB16-5F54-F407-E3C7-0616176599D4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750C6C6-E5F1-A612-9261-96E66934D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필터 교체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D7260B3D-8689-49EB-AE5C-AD99816533E7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0F55F90B-EAFF-96AF-5245-320915C8CA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3F72E70-E8C1-C80E-E785-27A01661A39D}"/>
              </a:ext>
            </a:extLst>
          </p:cNvPr>
          <p:cNvSpPr/>
          <p:nvPr/>
        </p:nvSpPr>
        <p:spPr>
          <a:xfrm>
            <a:off x="4714607" y="1484784"/>
            <a:ext cx="4320000" cy="4320000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238921F-3799-561A-7EC9-A907BD4E501C}"/>
              </a:ext>
            </a:extLst>
          </p:cNvPr>
          <p:cNvSpPr/>
          <p:nvPr/>
        </p:nvSpPr>
        <p:spPr>
          <a:xfrm>
            <a:off x="107504" y="1489307"/>
            <a:ext cx="4320000" cy="4320000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338207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소자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4BC345C-CD71-4656-9163-37AD9A72F698}"/>
              </a:ext>
            </a:extLst>
          </p:cNvPr>
          <p:cNvSpPr/>
          <p:nvPr/>
        </p:nvSpPr>
        <p:spPr>
          <a:xfrm>
            <a:off x="4633757" y="2204864"/>
            <a:ext cx="2160000" cy="216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247" y="4447421"/>
            <a:ext cx="1144956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id="{3D7DBE1F-44DB-409E-8E94-ACD8C5F5E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4553" y="4447422"/>
            <a:ext cx="1144956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spc="-100" dirty="0">
                <a:ln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에어 세척</a:t>
            </a:r>
            <a:endParaRPr lang="en-US" altLang="ko-KR" sz="1500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69021" y="2204864"/>
            <a:ext cx="2160000" cy="216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Rectangle 21">
            <a:extLst>
              <a:ext uri="{FF2B5EF4-FFF2-40B4-BE49-F238E27FC236}">
                <a16:creationId xmlns:a16="http://schemas.microsoft.com/office/drawing/2014/main" id="{95EBA0B1-9EEE-4A4D-B2CB-203A54CEC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5680" y="4420227"/>
            <a:ext cx="1144956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2238E7C-B0BB-4E2D-92DE-220E2E8F2EF8}"/>
              </a:ext>
            </a:extLst>
          </p:cNvPr>
          <p:cNvSpPr/>
          <p:nvPr/>
        </p:nvSpPr>
        <p:spPr>
          <a:xfrm>
            <a:off x="6865765" y="2200176"/>
            <a:ext cx="2160000" cy="216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66F249D-E596-7944-9C8D-AEE137648313}"/>
              </a:ext>
            </a:extLst>
          </p:cNvPr>
          <p:cNvSpPr/>
          <p:nvPr/>
        </p:nvSpPr>
        <p:spPr>
          <a:xfrm>
            <a:off x="2401509" y="2204864"/>
            <a:ext cx="2160000" cy="2160000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Rectangle 21">
            <a:extLst>
              <a:ext uri="{FF2B5EF4-FFF2-40B4-BE49-F238E27FC236}">
                <a16:creationId xmlns:a16="http://schemas.microsoft.com/office/drawing/2014/main" id="{F70D6203-DD93-AC0F-A1BB-55844D755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305" y="4454347"/>
            <a:ext cx="1144956" cy="20774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500" spc="-100" dirty="0">
                <a:ln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세척 중</a:t>
            </a:r>
            <a:endParaRPr lang="en-US" altLang="ko-KR" sz="1500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02591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E8FCB-0E82-20BA-DC39-248F77684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BB1C09A4-E1DC-F6B0-AD4E-195F213BDD66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6549D687-48FC-6479-A6CB-A312C0F8D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작업 사진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0CAFFDCB-7622-C9A0-5B68-D0111F4A0EE5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D8DEB926-AE3E-563F-24CF-92A8B9225F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99377E8-A51C-9FFF-285C-366BED6EA69A}"/>
              </a:ext>
            </a:extLst>
          </p:cNvPr>
          <p:cNvSpPr/>
          <p:nvPr/>
        </p:nvSpPr>
        <p:spPr>
          <a:xfrm>
            <a:off x="133631" y="745614"/>
            <a:ext cx="2160000" cy="216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1160BCF-6A80-09E1-E8D2-B09BA92A1181}"/>
              </a:ext>
            </a:extLst>
          </p:cNvPr>
          <p:cNvSpPr/>
          <p:nvPr/>
        </p:nvSpPr>
        <p:spPr>
          <a:xfrm>
            <a:off x="2363796" y="745614"/>
            <a:ext cx="2160000" cy="216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0DFBD9D1-406E-3119-EC47-803865506180}"/>
              </a:ext>
            </a:extLst>
          </p:cNvPr>
          <p:cNvSpPr/>
          <p:nvPr/>
        </p:nvSpPr>
        <p:spPr>
          <a:xfrm>
            <a:off x="128079" y="4037621"/>
            <a:ext cx="2160000" cy="216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301D3BF4-72EC-D1D5-99AD-BC07DB16B737}"/>
              </a:ext>
            </a:extLst>
          </p:cNvPr>
          <p:cNvSpPr/>
          <p:nvPr/>
        </p:nvSpPr>
        <p:spPr>
          <a:xfrm>
            <a:off x="4591387" y="4037621"/>
            <a:ext cx="2160000" cy="2160000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2AA50A7-72E4-9D68-66A1-B367239DA1CF}"/>
              </a:ext>
            </a:extLst>
          </p:cNvPr>
          <p:cNvSpPr/>
          <p:nvPr/>
        </p:nvSpPr>
        <p:spPr>
          <a:xfrm>
            <a:off x="2359733" y="4037621"/>
            <a:ext cx="2160000" cy="2160000"/>
          </a:xfrm>
          <a:prstGeom prst="round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5BE31A2-F0D3-E347-CF02-FAD1669F5E59}"/>
              </a:ext>
            </a:extLst>
          </p:cNvPr>
          <p:cNvSpPr/>
          <p:nvPr/>
        </p:nvSpPr>
        <p:spPr>
          <a:xfrm>
            <a:off x="6824126" y="745614"/>
            <a:ext cx="2160000" cy="2160000"/>
          </a:xfrm>
          <a:prstGeom prst="round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C3B46E6-6C10-BC58-F281-60FCFDE83D54}"/>
              </a:ext>
            </a:extLst>
          </p:cNvPr>
          <p:cNvSpPr/>
          <p:nvPr/>
        </p:nvSpPr>
        <p:spPr>
          <a:xfrm>
            <a:off x="4593961" y="745614"/>
            <a:ext cx="2160000" cy="2160000"/>
          </a:xfrm>
          <a:prstGeom prst="round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4464F53-2EE1-FE55-4D37-C504E3E25C57}"/>
              </a:ext>
            </a:extLst>
          </p:cNvPr>
          <p:cNvSpPr/>
          <p:nvPr/>
        </p:nvSpPr>
        <p:spPr>
          <a:xfrm>
            <a:off x="6823041" y="4037621"/>
            <a:ext cx="2160000" cy="2160000"/>
          </a:xfrm>
          <a:prstGeom prst="round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48889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50FFB-6E63-4672-5B05-1920768F0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4A974552-5DEF-2431-39CA-634AC482C0E8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ABFAB99E-E818-B813-049C-BFA09D170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작업 사진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051D0AA3-9358-E9CC-5A08-B9EF07A9515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E028E81A-A0BC-4508-9319-871651D3A3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E771435-C767-5C2B-F80B-88EFF11852B7}"/>
              </a:ext>
            </a:extLst>
          </p:cNvPr>
          <p:cNvSpPr/>
          <p:nvPr/>
        </p:nvSpPr>
        <p:spPr>
          <a:xfrm>
            <a:off x="133631" y="745614"/>
            <a:ext cx="2160000" cy="216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5F6B20F-62B1-787F-79BA-DBE415976092}"/>
              </a:ext>
            </a:extLst>
          </p:cNvPr>
          <p:cNvSpPr/>
          <p:nvPr/>
        </p:nvSpPr>
        <p:spPr>
          <a:xfrm>
            <a:off x="2363796" y="745614"/>
            <a:ext cx="2160000" cy="216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2D774C81-C996-7B2F-1075-5347A45DD0F6}"/>
              </a:ext>
            </a:extLst>
          </p:cNvPr>
          <p:cNvSpPr/>
          <p:nvPr/>
        </p:nvSpPr>
        <p:spPr>
          <a:xfrm>
            <a:off x="128079" y="4037621"/>
            <a:ext cx="2160000" cy="216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3CF39800-B5B5-9F48-F800-72DD8B595124}"/>
              </a:ext>
            </a:extLst>
          </p:cNvPr>
          <p:cNvSpPr/>
          <p:nvPr/>
        </p:nvSpPr>
        <p:spPr>
          <a:xfrm>
            <a:off x="4591387" y="4037621"/>
            <a:ext cx="2160000" cy="2160000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FADACB34-B9AF-0ADF-5CC4-0C3514323F08}"/>
              </a:ext>
            </a:extLst>
          </p:cNvPr>
          <p:cNvSpPr/>
          <p:nvPr/>
        </p:nvSpPr>
        <p:spPr>
          <a:xfrm>
            <a:off x="2359733" y="4037621"/>
            <a:ext cx="2160000" cy="2160000"/>
          </a:xfrm>
          <a:prstGeom prst="round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F3A26BD-8C98-E56F-226A-B5003749D8BD}"/>
              </a:ext>
            </a:extLst>
          </p:cNvPr>
          <p:cNvSpPr/>
          <p:nvPr/>
        </p:nvSpPr>
        <p:spPr>
          <a:xfrm>
            <a:off x="6824126" y="745614"/>
            <a:ext cx="2160000" cy="2160000"/>
          </a:xfrm>
          <a:prstGeom prst="round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8BAB132-BA49-CD10-D174-A05D4975191B}"/>
              </a:ext>
            </a:extLst>
          </p:cNvPr>
          <p:cNvSpPr/>
          <p:nvPr/>
        </p:nvSpPr>
        <p:spPr>
          <a:xfrm>
            <a:off x="4593961" y="745614"/>
            <a:ext cx="2160000" cy="2160000"/>
          </a:xfrm>
          <a:prstGeom prst="round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9C8CE72-E572-2C27-E079-94B073B28EBA}"/>
              </a:ext>
            </a:extLst>
          </p:cNvPr>
          <p:cNvSpPr/>
          <p:nvPr/>
        </p:nvSpPr>
        <p:spPr>
          <a:xfrm>
            <a:off x="6823041" y="4037621"/>
            <a:ext cx="2160000" cy="2160000"/>
          </a:xfrm>
          <a:prstGeom prst="round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354610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5334B-C6DD-320C-C829-5A7DC8401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6A1D87C0-0F91-5739-BDAB-3565E0E947DA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53A63740-3D06-7A83-EA6E-C656A1559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작업 사진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6C1C6F12-2A09-E9F2-5497-A38855EDFE0A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5911E81C-CB71-184A-A363-365AFE0CB9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97F7336-53C6-FE25-26E1-37867C19E4F6}"/>
              </a:ext>
            </a:extLst>
          </p:cNvPr>
          <p:cNvSpPr/>
          <p:nvPr/>
        </p:nvSpPr>
        <p:spPr>
          <a:xfrm>
            <a:off x="133631" y="745614"/>
            <a:ext cx="2160000" cy="216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83C658E-6B5E-3274-D273-9D38638C10C2}"/>
              </a:ext>
            </a:extLst>
          </p:cNvPr>
          <p:cNvSpPr/>
          <p:nvPr/>
        </p:nvSpPr>
        <p:spPr>
          <a:xfrm>
            <a:off x="2363796" y="745614"/>
            <a:ext cx="2160000" cy="216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DFEBCCD-FBBA-F74F-2106-CB2446675FA6}"/>
              </a:ext>
            </a:extLst>
          </p:cNvPr>
          <p:cNvSpPr/>
          <p:nvPr/>
        </p:nvSpPr>
        <p:spPr>
          <a:xfrm>
            <a:off x="128079" y="4037621"/>
            <a:ext cx="2160000" cy="216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E3254D09-4344-90AA-0E88-3AC4E4F7E3D5}"/>
              </a:ext>
            </a:extLst>
          </p:cNvPr>
          <p:cNvSpPr/>
          <p:nvPr/>
        </p:nvSpPr>
        <p:spPr>
          <a:xfrm>
            <a:off x="4591387" y="4037621"/>
            <a:ext cx="2160000" cy="2160000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D27B6FE-53C0-D183-C18D-EF98C20C6A9D}"/>
              </a:ext>
            </a:extLst>
          </p:cNvPr>
          <p:cNvSpPr/>
          <p:nvPr/>
        </p:nvSpPr>
        <p:spPr>
          <a:xfrm>
            <a:off x="2359733" y="4037621"/>
            <a:ext cx="2160000" cy="2160000"/>
          </a:xfrm>
          <a:prstGeom prst="round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455F1DA-E3EC-20C5-01AB-B8E31A338C14}"/>
              </a:ext>
            </a:extLst>
          </p:cNvPr>
          <p:cNvSpPr/>
          <p:nvPr/>
        </p:nvSpPr>
        <p:spPr>
          <a:xfrm>
            <a:off x="6824126" y="745614"/>
            <a:ext cx="2160000" cy="2160000"/>
          </a:xfrm>
          <a:prstGeom prst="round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1D355D9-B9BC-8817-44E4-DE07FA3AE80E}"/>
              </a:ext>
            </a:extLst>
          </p:cNvPr>
          <p:cNvSpPr/>
          <p:nvPr/>
        </p:nvSpPr>
        <p:spPr>
          <a:xfrm>
            <a:off x="4593961" y="745614"/>
            <a:ext cx="2160000" cy="2160000"/>
          </a:xfrm>
          <a:prstGeom prst="round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3DE6FFB-9FFA-D90A-1FF7-26B7BE0C97B4}"/>
              </a:ext>
            </a:extLst>
          </p:cNvPr>
          <p:cNvSpPr/>
          <p:nvPr/>
        </p:nvSpPr>
        <p:spPr>
          <a:xfrm>
            <a:off x="6823041" y="4037621"/>
            <a:ext cx="2160000" cy="2160000"/>
          </a:xfrm>
          <a:prstGeom prst="round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106740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1481D-DBAF-B3A0-57BF-D7B8D88EC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17D009F7-5622-9D41-211B-E7E73F05F043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612BA16D-930D-77BA-C3D0-6B8F04FD1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작업 사진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D0F83AF2-0F81-B4A3-D764-298081965661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221EA8A7-4FDF-0009-6202-AC2BE90F7E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0B7A0AD-934C-6894-5D46-08FB8C892E2B}"/>
              </a:ext>
            </a:extLst>
          </p:cNvPr>
          <p:cNvSpPr/>
          <p:nvPr/>
        </p:nvSpPr>
        <p:spPr>
          <a:xfrm>
            <a:off x="133631" y="745614"/>
            <a:ext cx="2160000" cy="216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25496A0-3D35-F7E1-FA39-FB9950A6488D}"/>
              </a:ext>
            </a:extLst>
          </p:cNvPr>
          <p:cNvSpPr/>
          <p:nvPr/>
        </p:nvSpPr>
        <p:spPr>
          <a:xfrm>
            <a:off x="2363796" y="745614"/>
            <a:ext cx="2160000" cy="216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2B935B1A-C3DB-420B-541F-26142033D2F8}"/>
              </a:ext>
            </a:extLst>
          </p:cNvPr>
          <p:cNvSpPr/>
          <p:nvPr/>
        </p:nvSpPr>
        <p:spPr>
          <a:xfrm>
            <a:off x="128079" y="4037621"/>
            <a:ext cx="2160000" cy="216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B251EABB-349D-003F-B323-03F4F52B2F92}"/>
              </a:ext>
            </a:extLst>
          </p:cNvPr>
          <p:cNvSpPr/>
          <p:nvPr/>
        </p:nvSpPr>
        <p:spPr>
          <a:xfrm>
            <a:off x="4591387" y="4037621"/>
            <a:ext cx="2160000" cy="2160000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62800F9-B435-5614-9633-5F3E988AA5F6}"/>
              </a:ext>
            </a:extLst>
          </p:cNvPr>
          <p:cNvSpPr/>
          <p:nvPr/>
        </p:nvSpPr>
        <p:spPr>
          <a:xfrm>
            <a:off x="2359733" y="4037621"/>
            <a:ext cx="2160000" cy="2160000"/>
          </a:xfrm>
          <a:prstGeom prst="round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3DFA49A-7E06-F566-BBB3-DFE3970BD38E}"/>
              </a:ext>
            </a:extLst>
          </p:cNvPr>
          <p:cNvSpPr/>
          <p:nvPr/>
        </p:nvSpPr>
        <p:spPr>
          <a:xfrm>
            <a:off x="6824126" y="745614"/>
            <a:ext cx="2160000" cy="2160000"/>
          </a:xfrm>
          <a:prstGeom prst="round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8A9D413-B36B-3F32-A11E-D3DA56F592E7}"/>
              </a:ext>
            </a:extLst>
          </p:cNvPr>
          <p:cNvSpPr/>
          <p:nvPr/>
        </p:nvSpPr>
        <p:spPr>
          <a:xfrm>
            <a:off x="4593961" y="745614"/>
            <a:ext cx="2160000" cy="2160000"/>
          </a:xfrm>
          <a:prstGeom prst="round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08D6778-FB2C-8806-4466-0A966EA48839}"/>
              </a:ext>
            </a:extLst>
          </p:cNvPr>
          <p:cNvSpPr/>
          <p:nvPr/>
        </p:nvSpPr>
        <p:spPr>
          <a:xfrm>
            <a:off x="6823041" y="4037621"/>
            <a:ext cx="2160000" cy="2160000"/>
          </a:xfrm>
          <a:prstGeom prst="round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925738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A22F2-BBFF-D43E-BF29-ECAFBE62F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56536FBF-084C-7F21-378B-BC82FEF7DF80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85BA55D0-0C62-BDCF-76C3-BA5421B9C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작업 사진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1BC220DD-3D75-8C72-EBBC-36AC1FFE9A64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EEBE537D-E00B-9B84-A916-5CE9AA8BD3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21FC111-2404-61B8-468E-F9235FC86BAD}"/>
              </a:ext>
            </a:extLst>
          </p:cNvPr>
          <p:cNvSpPr/>
          <p:nvPr/>
        </p:nvSpPr>
        <p:spPr>
          <a:xfrm>
            <a:off x="133631" y="745614"/>
            <a:ext cx="2160000" cy="216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6937CE0-106C-7D97-539C-1A2A36F81A7A}"/>
              </a:ext>
            </a:extLst>
          </p:cNvPr>
          <p:cNvSpPr/>
          <p:nvPr/>
        </p:nvSpPr>
        <p:spPr>
          <a:xfrm>
            <a:off x="2363796" y="745614"/>
            <a:ext cx="2160000" cy="216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0649401-E802-1C6A-6459-768341E80E69}"/>
              </a:ext>
            </a:extLst>
          </p:cNvPr>
          <p:cNvSpPr/>
          <p:nvPr/>
        </p:nvSpPr>
        <p:spPr>
          <a:xfrm>
            <a:off x="128079" y="4037621"/>
            <a:ext cx="2160000" cy="216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0F62A99-B188-B618-32E7-EF442BDFC175}"/>
              </a:ext>
            </a:extLst>
          </p:cNvPr>
          <p:cNvSpPr/>
          <p:nvPr/>
        </p:nvSpPr>
        <p:spPr>
          <a:xfrm>
            <a:off x="4591387" y="4037621"/>
            <a:ext cx="2160000" cy="2160000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2C8BD683-B5FD-DD50-EB69-AB6D78F3B61A}"/>
              </a:ext>
            </a:extLst>
          </p:cNvPr>
          <p:cNvSpPr/>
          <p:nvPr/>
        </p:nvSpPr>
        <p:spPr>
          <a:xfrm>
            <a:off x="2359733" y="4037621"/>
            <a:ext cx="2160000" cy="2160000"/>
          </a:xfrm>
          <a:prstGeom prst="round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AEEE565-B880-BE19-E11B-CBD1241CB632}"/>
              </a:ext>
            </a:extLst>
          </p:cNvPr>
          <p:cNvSpPr/>
          <p:nvPr/>
        </p:nvSpPr>
        <p:spPr>
          <a:xfrm>
            <a:off x="6824126" y="745614"/>
            <a:ext cx="2160000" cy="2160000"/>
          </a:xfrm>
          <a:prstGeom prst="round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A78517B-D123-C9AA-5A32-67B5A1CE09D3}"/>
              </a:ext>
            </a:extLst>
          </p:cNvPr>
          <p:cNvSpPr/>
          <p:nvPr/>
        </p:nvSpPr>
        <p:spPr>
          <a:xfrm>
            <a:off x="4593961" y="745614"/>
            <a:ext cx="2160000" cy="2160000"/>
          </a:xfrm>
          <a:prstGeom prst="round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95538C0-7C2B-21AD-5C11-ED503683200F}"/>
              </a:ext>
            </a:extLst>
          </p:cNvPr>
          <p:cNvSpPr/>
          <p:nvPr/>
        </p:nvSpPr>
        <p:spPr>
          <a:xfrm>
            <a:off x="6823041" y="4037621"/>
            <a:ext cx="2160000" cy="2160000"/>
          </a:xfrm>
          <a:prstGeom prst="round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682001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7ED67-4C7C-F38E-31F6-5AF5E823A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89A32452-5BF1-64BE-AD6E-5ABBBBE8314A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C08C4470-374E-992E-78F4-E4BCCA843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800" b="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디퓨저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4B6B1A48-8BE2-B16D-F068-BE68FEE75DB7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0BB1771F-E14E-A631-86CF-4DDB7EF51C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D3C2118-1493-383F-9F00-8949AAFFE5F8}"/>
              </a:ext>
            </a:extLst>
          </p:cNvPr>
          <p:cNvSpPr/>
          <p:nvPr/>
        </p:nvSpPr>
        <p:spPr>
          <a:xfrm>
            <a:off x="4633757" y="2204864"/>
            <a:ext cx="2160000" cy="216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Rectangle 21">
            <a:extLst>
              <a:ext uri="{FF2B5EF4-FFF2-40B4-BE49-F238E27FC236}">
                <a16:creationId xmlns:a16="http://schemas.microsoft.com/office/drawing/2014/main" id="{BC2C0B16-82B9-1FC8-A03C-CA92F1B21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247" y="4447421"/>
            <a:ext cx="1144956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id="{D5EF5909-A61C-BD06-90AB-65E54C42B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4553" y="4447422"/>
            <a:ext cx="1144956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spc="-100" dirty="0">
                <a:ln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고압 세척</a:t>
            </a:r>
            <a:endParaRPr lang="en-US" altLang="ko-KR" sz="1500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FA18726-FFCA-C68B-751F-9090265AF2B5}"/>
              </a:ext>
            </a:extLst>
          </p:cNvPr>
          <p:cNvSpPr/>
          <p:nvPr/>
        </p:nvSpPr>
        <p:spPr>
          <a:xfrm>
            <a:off x="169021" y="2204864"/>
            <a:ext cx="2160000" cy="216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Rectangle 21">
            <a:extLst>
              <a:ext uri="{FF2B5EF4-FFF2-40B4-BE49-F238E27FC236}">
                <a16:creationId xmlns:a16="http://schemas.microsoft.com/office/drawing/2014/main" id="{E848AA77-964A-BE2C-9265-08EF9843C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5680" y="4420227"/>
            <a:ext cx="1144956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A80FD0B-40C0-465B-E2DB-25FB5BB2F4BF}"/>
              </a:ext>
            </a:extLst>
          </p:cNvPr>
          <p:cNvSpPr/>
          <p:nvPr/>
        </p:nvSpPr>
        <p:spPr>
          <a:xfrm>
            <a:off x="6865765" y="2200176"/>
            <a:ext cx="2160000" cy="216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E21C3CA-F924-C223-75E6-4E18E61593EB}"/>
              </a:ext>
            </a:extLst>
          </p:cNvPr>
          <p:cNvSpPr/>
          <p:nvPr/>
        </p:nvSpPr>
        <p:spPr>
          <a:xfrm>
            <a:off x="2401509" y="2204864"/>
            <a:ext cx="2160000" cy="2160000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Rectangle 21">
            <a:extLst>
              <a:ext uri="{FF2B5EF4-FFF2-40B4-BE49-F238E27FC236}">
                <a16:creationId xmlns:a16="http://schemas.microsoft.com/office/drawing/2014/main" id="{D898BD9C-38EC-5C91-0237-4CA8CBBE6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305" y="4454347"/>
            <a:ext cx="1144956" cy="20774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500" spc="-100" dirty="0">
                <a:ln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약품 투여</a:t>
            </a:r>
            <a:endParaRPr lang="en-US" altLang="ko-KR" sz="1500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67192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6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 작업 전 후 미세먼지 측정 값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3534853"/>
            <a:ext cx="100811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</a:rPr>
              <a:t>작업실명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602063"/>
            <a:ext cx="2880000" cy="2880000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3776372"/>
            <a:ext cx="2880000" cy="2880000"/>
          </a:xfrm>
          <a:prstGeom prst="round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167781" y="602063"/>
            <a:ext cx="2880000" cy="2880000"/>
          </a:xfrm>
          <a:prstGeom prst="round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602063"/>
            <a:ext cx="2880000" cy="2880000"/>
          </a:xfrm>
          <a:prstGeom prst="round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204168" y="3741312"/>
            <a:ext cx="2880000" cy="2880000"/>
          </a:xfrm>
          <a:prstGeom prst="round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3741312"/>
            <a:ext cx="2880000" cy="2880000"/>
          </a:xfrm>
          <a:prstGeom prst="round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3514933"/>
            <a:ext cx="1008335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41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04" y="3506525"/>
            <a:ext cx="91780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63396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6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 작업 전 후 미세먼지 측정 값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3534853"/>
            <a:ext cx="100811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</a:rPr>
              <a:t>작업실명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602063"/>
            <a:ext cx="2880000" cy="2880000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3776372"/>
            <a:ext cx="2880000" cy="2880000"/>
          </a:xfrm>
          <a:prstGeom prst="round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167781" y="602063"/>
            <a:ext cx="2880000" cy="2880000"/>
          </a:xfrm>
          <a:prstGeom prst="round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602063"/>
            <a:ext cx="2880000" cy="2880000"/>
          </a:xfrm>
          <a:prstGeom prst="round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204168" y="3741312"/>
            <a:ext cx="2880000" cy="2880000"/>
          </a:xfrm>
          <a:prstGeom prst="round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3741312"/>
            <a:ext cx="2880000" cy="2880000"/>
          </a:xfrm>
          <a:prstGeom prst="round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3514933"/>
            <a:ext cx="1008335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41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04" y="3506525"/>
            <a:ext cx="91780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40279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6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 작업 전 후 미세먼지 측정 값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3534853"/>
            <a:ext cx="100811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</a:rPr>
              <a:t>작업실명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602063"/>
            <a:ext cx="2880000" cy="2880000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3776372"/>
            <a:ext cx="2880000" cy="2880000"/>
          </a:xfrm>
          <a:prstGeom prst="round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167781" y="602063"/>
            <a:ext cx="2880000" cy="2880000"/>
          </a:xfrm>
          <a:prstGeom prst="round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602063"/>
            <a:ext cx="2880000" cy="2880000"/>
          </a:xfrm>
          <a:prstGeom prst="round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204168" y="3741312"/>
            <a:ext cx="2880000" cy="2880000"/>
          </a:xfrm>
          <a:prstGeom prst="round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3741312"/>
            <a:ext cx="2880000" cy="2880000"/>
          </a:xfrm>
          <a:prstGeom prst="round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3514933"/>
            <a:ext cx="1008335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41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04" y="3506525"/>
            <a:ext cx="91780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50974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6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 작업 전 후 미세먼지 측정 값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3534853"/>
            <a:ext cx="100811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</a:rPr>
              <a:t>작업실명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602063"/>
            <a:ext cx="2880000" cy="2880000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3776372"/>
            <a:ext cx="2880000" cy="2880000"/>
          </a:xfrm>
          <a:prstGeom prst="round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167781" y="602063"/>
            <a:ext cx="2880000" cy="2880000"/>
          </a:xfrm>
          <a:prstGeom prst="round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602063"/>
            <a:ext cx="2880000" cy="2880000"/>
          </a:xfrm>
          <a:prstGeom prst="round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204168" y="3741312"/>
            <a:ext cx="2880000" cy="2880000"/>
          </a:xfrm>
          <a:prstGeom prst="round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3741312"/>
            <a:ext cx="2880000" cy="2880000"/>
          </a:xfrm>
          <a:prstGeom prst="round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3514933"/>
            <a:ext cx="1008335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41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04" y="3506525"/>
            <a:ext cx="91780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67205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6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 작업 전 후 미세먼지 측정 값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3534853"/>
            <a:ext cx="100811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작업실명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602063"/>
            <a:ext cx="2880000" cy="2880000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3776372"/>
            <a:ext cx="2880000" cy="2880000"/>
          </a:xfrm>
          <a:prstGeom prst="round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167781" y="602063"/>
            <a:ext cx="2880000" cy="2880000"/>
          </a:xfrm>
          <a:prstGeom prst="round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602063"/>
            <a:ext cx="2880000" cy="2880000"/>
          </a:xfrm>
          <a:prstGeom prst="round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204168" y="3741312"/>
            <a:ext cx="2880000" cy="2880000"/>
          </a:xfrm>
          <a:prstGeom prst="round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3741312"/>
            <a:ext cx="2880000" cy="2880000"/>
          </a:xfrm>
          <a:prstGeom prst="round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3514933"/>
            <a:ext cx="1008335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41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04" y="3506525"/>
            <a:ext cx="91780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01010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6378</TotalTime>
  <Words>620</Words>
  <Application>Microsoft Office PowerPoint</Application>
  <PresentationFormat>화면 슬라이드 쇼(4:3)</PresentationFormat>
  <Paragraphs>191</Paragraphs>
  <Slides>16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HY견고딕</vt:lpstr>
      <vt:lpstr>굴림</vt:lpstr>
      <vt:lpstr>맑은 고딕</vt:lpstr>
      <vt:lpstr>Arial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석지훈/사원/AE TMS팀(jihoon.seok@lge.com)</dc:creator>
  <cp:lastModifiedBy>종근 이</cp:lastModifiedBy>
  <cp:revision>430</cp:revision>
  <cp:lastPrinted>2014-04-16T00:57:20Z</cp:lastPrinted>
  <dcterms:created xsi:type="dcterms:W3CDTF">2013-06-09T06:34:48Z</dcterms:created>
  <dcterms:modified xsi:type="dcterms:W3CDTF">2025-05-21T05:46:50Z</dcterms:modified>
</cp:coreProperties>
</file>