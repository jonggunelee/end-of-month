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303-1</a:t>
            </a:r>
            <a:r>
              <a:rPr lang="ko-KR" altLang="en-US" b="1">
                <a:latin typeface="+mn-ea"/>
              </a:rPr>
              <a:t>호외 </a:t>
            </a:r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세대 도배보수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 </a:t>
            </a:r>
            <a:r>
              <a:rPr lang="en-US" altLang="ko-KR" sz="1000">
                <a:latin typeface="+mn-ea"/>
              </a:rPr>
              <a:t>303-1</a:t>
            </a:r>
            <a:r>
              <a:rPr lang="ko-KR" altLang="en-US" sz="1000">
                <a:latin typeface="+mn-ea"/>
              </a:rPr>
              <a:t>호외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세대 도배보수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[</a:t>
            </a:r>
            <a:r>
              <a:rPr lang="ko-KR" altLang="en-US" sz="1000"/>
              <a:t>대상</a:t>
            </a:r>
            <a:r>
              <a:rPr lang="en-US" altLang="ko-KR" sz="1000"/>
              <a:t>] A</a:t>
            </a:r>
            <a:r>
              <a:rPr lang="ko-KR" altLang="en-US" sz="1000"/>
              <a:t>동</a:t>
            </a:r>
            <a:r>
              <a:rPr lang="en-US" altLang="ko-KR" sz="1000"/>
              <a:t>: 303-1</a:t>
            </a:r>
            <a:r>
              <a:rPr lang="ko-KR" altLang="en-US" sz="1000"/>
              <a:t>호 및 </a:t>
            </a:r>
            <a:r>
              <a:rPr lang="en-US" altLang="ko-KR" sz="1000"/>
              <a:t>701-6</a:t>
            </a:r>
            <a:r>
              <a:rPr lang="ko-KR" altLang="en-US" sz="1000"/>
              <a:t>호
</a:t>
            </a:r>
            <a:r>
              <a:rPr lang="en-US" altLang="ko-KR" sz="1000"/>
              <a:t>[</a:t>
            </a:r>
            <a:r>
              <a:rPr lang="ko-KR" altLang="en-US" sz="1000"/>
              <a:t>대상</a:t>
            </a:r>
            <a:r>
              <a:rPr lang="en-US" altLang="ko-KR" sz="1000"/>
              <a:t>] B</a:t>
            </a:r>
            <a:r>
              <a:rPr lang="ko-KR" altLang="en-US" sz="1000"/>
              <a:t>동</a:t>
            </a:r>
            <a:r>
              <a:rPr lang="en-US" altLang="ko-KR" sz="1000"/>
              <a:t>: 1001-3</a:t>
            </a:r>
            <a:r>
              <a:rPr lang="ko-KR" altLang="en-US" sz="1000"/>
              <a:t>호
기존 훼손 벽체 벽지 제거 작업
신규 벽체 초배지 작업
신규 벽체 벽지</a:t>
            </a:r>
            <a:r>
              <a:rPr lang="en-US" altLang="ko-KR" sz="1000"/>
              <a:t>(</a:t>
            </a:r>
            <a:r>
              <a:rPr lang="ko-KR" altLang="en-US" sz="1000"/>
              <a:t>합지</a:t>
            </a:r>
            <a:r>
              <a:rPr lang="en-US" altLang="ko-KR" sz="1000"/>
              <a:t>) </a:t>
            </a:r>
            <a:r>
              <a:rPr lang="ko-KR" altLang="en-US" sz="1000"/>
              <a:t>작업
기존 폐기물 반출 작업
작업 완료후 주변 정리정돈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2025-04-18T02:01:00Z</dcterms:modified>
</cp:coreProperties>
</file>