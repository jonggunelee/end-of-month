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56" r:id="rId3"/>
    <p:sldId id="257" r:id="rId4"/>
    <p:sldId id="258" r:id="rId5"/>
    <p:sldId id="262" r:id="rId6"/>
    <p:sldId id="263" r:id="rId7"/>
    <p:sldId id="264" r:id="rId8"/>
    <p:sldId id="267" r:id="rId9"/>
    <p:sldId id="268" r:id="rId10"/>
    <p:sldId id="269" r:id="rId11"/>
    <p:sldId id="270" r:id="rId12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4606131-6079-5877-F08B-80C2673120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1BC9FD-6BE4-E428-5B84-9F835F3883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E9EA1C77-5ADE-41E5-B2CA-52C89F721EFC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DC841844-AB6C-709A-3210-2653FF1EB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735CDC20-3368-0F93-53C1-67564E6F0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F089AE-FA00-8B52-D967-2C8BAE1571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18F014-CD32-D93E-CA01-E43291779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13395162-D212-4389-B845-FF98000B6C7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A9A4962-A077-A47B-4D2B-F82B1DA804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B721509-A125-F7D9-0BCE-4030028221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58939417-885F-0D91-C166-DDDFE1B01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94F7360-D1F3-4752-9D26-CE236BFFB27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C0124B57-67EA-7AA5-6D10-A010F71D39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B379ED3D-2191-4052-C786-E15C6F231E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D6B1337F-5D15-4371-4966-F230A5251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FB395A0-6B3D-45AC-8A3A-67FFD8E951A9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D4DD421-7442-79C9-B12F-8B8C2AA3C2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AD96BB62-E39B-751B-1CC0-A845697F25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420C0C6-2991-3F50-0193-D17AAD5BB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D3AFCE1-6237-4126-A2F9-F610DE27F324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8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C8DEBB-BCE6-79D2-671F-3D0398FC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0F8B6-21CA-4E08-951A-F0F0222E4115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0F7B12-2A3E-0A13-B109-F8080DA3D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FCE040-B1BF-00A5-ABE2-2F3277F4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279E2A-BEFF-4546-85B8-16F5C4EC131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05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8C27F8-AB53-F95E-418D-41BCDB410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3762FC-ECEF-4E12-9760-F2E52D764912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BFA7EB-CDB8-359E-9EFA-CB4D0280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78668-BC3E-84C5-EF4C-53671C92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C8D649-0C80-471B-B232-9DD3F254E80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051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A5FA36-6A26-D294-82D2-B3F3672BD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BBFBF-1CD7-4E4E-9D4F-399848540D3D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296DAD-BAA8-B2AD-682F-2FCD37447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E76F66-F89C-857F-81AB-A249C751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A9713-836A-47B2-B4F4-5B3E5508034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070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45EFD36-A8F6-F60A-0DE0-C45BA2468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7376E-5FED-45AD-8046-A2DAD14FB348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32DA4FB-92EF-6379-DAE5-F4A8A307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03C4D73-CC90-E768-7FF5-666D0956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0FFF05-97E8-40D4-B6B6-C1E9F8F37AD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583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C2546E87-BF17-06E2-B5A7-4498A2E1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CCE34-A289-43C9-A313-D6EC437BDB99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1A325521-1288-333F-65C2-848B9F2C5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625224A4-BD57-AA94-976F-7734027B7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4AB619-8D27-469D-A77F-40D486EC4D2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4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94B1DCD3-6882-3F1B-8577-CFA26034A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C34AC-47EF-476D-ADC4-B884753C7294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C9BCBCCD-7A02-B806-DE5F-8A688292A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EC3B1557-C3FD-F327-321C-68287B6FD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03A440-3CDC-4285-99EB-A7845C362E3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12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43B5CD4B-3F33-CAA3-DC32-36C3568B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A6D66-30EC-4934-B4E4-CA3368D2B5D5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9959D57A-ADB3-53F4-7BF7-008B9CC0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91DD82C-A4F0-B8E0-1B46-297DDC46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566F70-2714-4C69-B5E1-E5785C8FD30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000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315FAE7-659B-9DA7-9AF5-87A1E4084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46C81-2AC5-40F2-8A67-6A9A9552AA6F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04257A4-0373-E34B-33CF-416BCE49F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4E41192-D602-BD8A-30E6-2321A88E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F2CA92-D58F-43B7-930F-D7F5234C1E4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07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C4A96B1-BD22-252D-37C5-FDCB4593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21843-FC64-40F8-81EB-EEC7D5AD44F4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1D193B3-29DD-8A19-DD88-C0C674EEC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395622F-C4CE-68E5-8165-8AD34DA1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5996EB-4845-477A-A81E-2F383C69AF5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60CCB1-D35B-A993-64E2-C346ECBA1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89BC71-634F-4578-82AD-BC700074E219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1C0021-B712-5BDB-9ACF-6E403DFA8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40A5D6-58D7-808A-65FE-A27B2AAAD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E94FD-C825-49D6-A7CB-71C403948A8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94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23B9F7-C82E-1114-8C1A-3E8E552C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6C4D7-5D32-4170-AC5D-25004C616D09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FE2822-42F1-CF56-EF48-5F956BEB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9322C1-9A0F-E9C7-9854-9E3BF69E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6107D6-7874-471A-9CC3-E59263C430E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6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00627C67-EF9D-997B-EE90-E2CB62A831F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A7863C5E-0BE7-8F0D-F15C-4DAB5EA2E8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D95311-87AC-B8E8-FA4B-74CD7A768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1E1A58C-0F70-4534-B753-6A2699B3850B}" type="datetimeFigureOut">
              <a:rPr lang="ko-KR" altLang="en-US"/>
              <a:pPr>
                <a:defRPr/>
              </a:pPr>
              <a:t>2025-04-18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08B0F-A02D-5468-F71C-8EEAF122E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487417-9C63-B906-0609-C25E76F8F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65451A-65E7-474F-8D56-898B0445BC1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4F094-C815-F931-D649-16B5FC07C9EC}"/>
              </a:ext>
            </a:extLst>
          </p:cNvPr>
          <p:cNvSpPr txBox="1"/>
          <p:nvPr/>
        </p:nvSpPr>
        <p:spPr>
          <a:xfrm>
            <a:off x="1007764" y="1646461"/>
            <a:ext cx="7128472" cy="35650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 algn="ctr">
              <a:lnSpc>
                <a:spcPct val="200000"/>
              </a:lnSpc>
              <a:buFontTx/>
              <a:buChar char="-"/>
            </a:pPr>
            <a:r>
              <a:rPr lang="en-US" altLang="ko-KR" sz="4000" b="1" dirty="0"/>
              <a:t>A</a:t>
            </a:r>
            <a:r>
              <a:rPr lang="ko-KR" altLang="en-US" sz="4000" b="1" dirty="0"/>
              <a:t>동   </a:t>
            </a:r>
            <a:r>
              <a:rPr lang="en-US" altLang="ko-KR" sz="4000" b="1" dirty="0"/>
              <a:t>303-1</a:t>
            </a:r>
            <a:r>
              <a:rPr lang="ko-KR" altLang="en-US" sz="4000" b="1" dirty="0"/>
              <a:t>호 도배 </a:t>
            </a:r>
            <a:r>
              <a:rPr lang="en-US" altLang="ko-KR" sz="4000" b="1" dirty="0"/>
              <a:t>( </a:t>
            </a:r>
            <a:r>
              <a:rPr lang="ko-KR" altLang="en-US" sz="4000" b="1" dirty="0"/>
              <a:t>벽만 </a:t>
            </a:r>
            <a:r>
              <a:rPr lang="en-US" altLang="ko-KR" sz="4000" b="1" dirty="0"/>
              <a:t>)</a:t>
            </a:r>
          </a:p>
          <a:p>
            <a:pPr marL="342900" indent="-342900" algn="ctr">
              <a:lnSpc>
                <a:spcPct val="200000"/>
              </a:lnSpc>
              <a:buFontTx/>
              <a:buChar char="-"/>
            </a:pPr>
            <a:r>
              <a:rPr lang="en-US" altLang="ko-KR" sz="4000" b="1" dirty="0"/>
              <a:t>A</a:t>
            </a:r>
            <a:r>
              <a:rPr lang="ko-KR" altLang="en-US" sz="4000" b="1" dirty="0"/>
              <a:t>동   </a:t>
            </a:r>
            <a:r>
              <a:rPr lang="en-US" altLang="ko-KR" sz="4000" b="1" dirty="0"/>
              <a:t>701-6</a:t>
            </a:r>
            <a:r>
              <a:rPr lang="ko-KR" altLang="en-US" sz="4000" b="1" dirty="0"/>
              <a:t>호 도배 </a:t>
            </a:r>
            <a:r>
              <a:rPr lang="en-US" altLang="ko-KR" sz="4000" b="1" dirty="0"/>
              <a:t>( </a:t>
            </a:r>
            <a:r>
              <a:rPr lang="ko-KR" altLang="en-US" sz="4000" b="1" dirty="0"/>
              <a:t>벽만 </a:t>
            </a:r>
            <a:r>
              <a:rPr lang="en-US" altLang="ko-KR" sz="4000" b="1" dirty="0"/>
              <a:t>)</a:t>
            </a:r>
          </a:p>
          <a:p>
            <a:pPr marL="342900" indent="-342900" algn="ctr">
              <a:lnSpc>
                <a:spcPct val="200000"/>
              </a:lnSpc>
              <a:buFontTx/>
              <a:buChar char="-"/>
            </a:pPr>
            <a:r>
              <a:rPr lang="en-US" altLang="ko-KR" sz="4000" b="1" dirty="0"/>
              <a:t>B</a:t>
            </a:r>
            <a:r>
              <a:rPr lang="ko-KR" altLang="en-US" sz="4000" b="1" dirty="0"/>
              <a:t>동 </a:t>
            </a:r>
            <a:r>
              <a:rPr lang="en-US" altLang="ko-KR" sz="4000" b="1" dirty="0"/>
              <a:t>1001-3</a:t>
            </a:r>
            <a:r>
              <a:rPr lang="ko-KR" altLang="en-US" sz="4000" b="1" dirty="0"/>
              <a:t>호 도배 </a:t>
            </a:r>
            <a:r>
              <a:rPr lang="en-US" altLang="ko-KR" sz="4000" b="1" dirty="0"/>
              <a:t>( </a:t>
            </a:r>
            <a:r>
              <a:rPr lang="ko-KR" altLang="en-US" sz="4000" b="1" dirty="0"/>
              <a:t>벽만 </a:t>
            </a:r>
            <a:r>
              <a:rPr lang="en-US" altLang="ko-KR" sz="4000" b="1" dirty="0"/>
              <a:t>)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14891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77F8A498-A289-59B1-A396-F46D00A5F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303-1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FE59B78A-BB6C-E4A4-D8E6-4346A6234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D162D5F9-0E6B-44BD-A9D9-62E87A8BC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2025. 04. 09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84145F63-4C5D-71DE-9262-E4C774A8C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303-1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261BC9D1-8EDD-139B-829D-AADE876B0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232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37EFB6AD-B4C8-D95F-5F8A-BC44FE191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09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ED42C04A-B09D-0588-034C-44CE49441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BDD9166D-4C77-1803-01DC-805EAA815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303-1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E1754799-5D12-2C5D-7B6A-BC501957F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96800E30-7298-C657-362D-EB028F248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95600"/>
            <a:ext cx="8667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화장실문 좌측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우측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개소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석고보드 들뜸보수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버티칼 교체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C7005EC4-9D30-069F-A7A1-2D73E5F3F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115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B338D35-E542-C144-7B79-4628D5DC0C38}"/>
              </a:ext>
            </a:extLst>
          </p:cNvPr>
          <p:cNvSpPr/>
          <p:nvPr/>
        </p:nvSpPr>
        <p:spPr bwMode="auto">
          <a:xfrm>
            <a:off x="3316288" y="46355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D8F233A1-2915-32D9-CED9-1F67E01B1E8D}"/>
              </a:ext>
            </a:extLst>
          </p:cNvPr>
          <p:cNvSpPr/>
          <p:nvPr/>
        </p:nvSpPr>
        <p:spPr>
          <a:xfrm>
            <a:off x="4176713" y="55895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D6BC9-AE93-0F6B-AAFD-93070A9EAE6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얼룩짐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D1B7E4D-670E-B624-EBC1-876A026F667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4735F142-F492-9AF2-AB7E-FB2AB53262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23A46CF-F494-DF16-E8D9-C32858E81491}"/>
              </a:ext>
            </a:extLst>
          </p:cNvPr>
          <p:cNvSpPr/>
          <p:nvPr/>
        </p:nvSpPr>
        <p:spPr>
          <a:xfrm>
            <a:off x="2987675" y="2924175"/>
            <a:ext cx="3097213" cy="1512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63638768-5021-2CF4-9FB9-0B7826CDC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701-6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627D6DF5-1E7E-0789-A0F0-820A647B4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7F73616C-1574-10C2-26E0-B65221200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2025. 04. 09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7B5E1EE-1C9B-F0B0-1638-86BF8B064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701-6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3182F69D-4CD2-3C64-42A0-D27893642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81730B76-437E-51FD-CACA-4A3B5949B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09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9591FA83-25D1-3E0A-794B-84C989D6A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E72B91C9-7E53-4BC7-31F4-856208B69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701-6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79E6BB1C-9DEF-7F77-8902-0BEBE25DC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08017364-3A75-4665-AACB-9F7F4D920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찢어짐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화장실문 좌측석고보드 들뜸 보수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08BDCE11-17A3-7E56-2BDC-685161078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A57FEF4-837E-F5CF-B6DA-9ED9E1189503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F31F9451-5109-BCF4-F653-EC20398C546F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296F9-12AF-6F1D-12E4-A3268C3F2A7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찢어짐</a:t>
            </a:r>
            <a:r>
              <a:rPr lang="en-US" altLang="ko-KR" b="1" dirty="0"/>
              <a:t>,</a:t>
            </a:r>
            <a:r>
              <a:rPr lang="ko-KR" altLang="en-US" b="1" dirty="0"/>
              <a:t>얼룩짐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842349-99A8-AFCC-49E1-E79C1359901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0A62D610-0680-BB3C-A413-D56CC2B1DA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4D5BDC64-62B1-DE07-94B7-9E40F139E892}"/>
              </a:ext>
            </a:extLst>
          </p:cNvPr>
          <p:cNvSpPr/>
          <p:nvPr/>
        </p:nvSpPr>
        <p:spPr>
          <a:xfrm>
            <a:off x="3635375" y="2924175"/>
            <a:ext cx="1800225" cy="29527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CAB19A7-C941-40A6-EFCE-43E0F20F67C8}"/>
              </a:ext>
            </a:extLst>
          </p:cNvPr>
          <p:cNvSpPr/>
          <p:nvPr/>
        </p:nvSpPr>
        <p:spPr>
          <a:xfrm>
            <a:off x="3924300" y="1773238"/>
            <a:ext cx="1152525" cy="1079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738B785-8675-D8CD-1D87-F1D4373AC78C}"/>
              </a:ext>
            </a:extLst>
          </p:cNvPr>
          <p:cNvSpPr/>
          <p:nvPr/>
        </p:nvSpPr>
        <p:spPr>
          <a:xfrm>
            <a:off x="5435600" y="2781300"/>
            <a:ext cx="1081088" cy="1079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C3F3949-DD99-5B26-5F91-2CB75BFC8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B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1001-3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F5C1D145-D2B3-83A1-EAB3-142B24340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D9F1086C-79F2-EA83-6ED9-B7CB034F8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2025. 04. 09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C709CDC0-F256-CC84-5AAB-B16E4421B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1001-3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431479DB-2DB5-0BF3-CE46-E79A2038F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7273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FDFF844B-6FFA-A5C8-404E-8CF93ED54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09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60F9D917-C874-6990-E471-59E73575D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766B9876-529A-CE27-8F8C-0B7111A5C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619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1001-3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017B2E56-84D1-3AA0-F121-365762B9D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30C346C9-F1A0-311F-C4F6-E5C9876C6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들뜸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벽단열재 들뜸 재시공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CF598FC5-DCD9-BC25-F29C-9AC71BDC1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909551-ED15-3F88-9B43-AF5C534A2F36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F8B26073-DB7B-B0CA-82F6-9193A70D859B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725B5-DF1C-6BE2-86E7-2B83DCDEFBA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들뜸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83AD9D-C59B-84CB-EAEF-FA8AB81EF94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D74178F0-49E2-CC53-6905-24578F9641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767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CFE11D4-701E-2D55-F88F-5D63DB55E969}"/>
              </a:ext>
            </a:extLst>
          </p:cNvPr>
          <p:cNvSpPr/>
          <p:nvPr/>
        </p:nvSpPr>
        <p:spPr>
          <a:xfrm rot="326599">
            <a:off x="2828925" y="3340100"/>
            <a:ext cx="3709988" cy="674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CD093-0ED2-0A6F-4DEA-3D00D73EDA2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 err="1"/>
              <a:t>벽단열재</a:t>
            </a:r>
            <a:r>
              <a:rPr lang="ko-KR" altLang="en-US" sz="3200" b="1" dirty="0"/>
              <a:t> 들뜸 재시공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425ADB-5242-E3EA-2FA8-D3FE4310942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1C26F665-8AB9-E665-049D-BE9915408F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A0DA591-B33E-8CA3-193C-1860C91CEE80}"/>
              </a:ext>
            </a:extLst>
          </p:cNvPr>
          <p:cNvSpPr/>
          <p:nvPr/>
        </p:nvSpPr>
        <p:spPr>
          <a:xfrm rot="21420093">
            <a:off x="1541463" y="2847975"/>
            <a:ext cx="5683250" cy="730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1742</TotalTime>
  <Words>379</Words>
  <Application>Microsoft Office PowerPoint</Application>
  <PresentationFormat>화면 슬라이드 쇼(4:3)</PresentationFormat>
  <Paragraphs>47</Paragraphs>
  <Slides>11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도배(벽-얼룩짐)</vt:lpstr>
      <vt:lpstr>PowerPoint 프레젠테이션</vt:lpstr>
      <vt:lpstr>PowerPoint 프레젠테이션</vt:lpstr>
      <vt:lpstr> 도배(벽-찢어짐,얼룩짐) </vt:lpstr>
      <vt:lpstr>PowerPoint 프레젠테이션</vt:lpstr>
      <vt:lpstr>PowerPoint 프레젠테이션</vt:lpstr>
      <vt:lpstr>도배(벽-들뜸)</vt:lpstr>
      <vt:lpstr>벽단열재 들뜸 재시공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300</cp:revision>
  <dcterms:created xsi:type="dcterms:W3CDTF">2012-05-23T04:33:26Z</dcterms:created>
  <dcterms:modified xsi:type="dcterms:W3CDTF">2025-04-18T01:48:23Z</dcterms:modified>
</cp:coreProperties>
</file>