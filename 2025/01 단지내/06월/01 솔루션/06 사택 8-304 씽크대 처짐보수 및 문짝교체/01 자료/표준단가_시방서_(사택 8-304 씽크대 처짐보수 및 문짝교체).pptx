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8-304 </a:t>
            </a:r>
            <a:r>
              <a:rPr lang="ko-KR" altLang="en-US" b="1">
                <a:latin typeface="+mn-ea"/>
              </a:rPr>
              <a:t>씽크대 처짐보수 및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8-304 </a:t>
            </a:r>
            <a:r>
              <a:rPr lang="ko-KR" altLang="en-US" sz="1000">
                <a:latin typeface="+mn-ea"/>
              </a:rPr>
              <a:t>씽크대 처짐보수 및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입주세대 </a:t>
            </a:r>
            <a:r>
              <a:rPr lang="en-US" altLang="ko-KR" sz="1000"/>
              <a:t>(</a:t>
            </a:r>
            <a:r>
              <a:rPr lang="ko-KR" altLang="en-US" sz="1000"/>
              <a:t>주방</a:t>
            </a:r>
            <a:r>
              <a:rPr lang="en-US" altLang="ko-KR" sz="1000"/>
              <a:t>)
</a:t>
            </a:r>
            <a:r>
              <a:rPr lang="ko-KR" altLang="en-US" sz="1000"/>
              <a:t>주방 작업 부분 가구 이동 및 비닐 임시 보양 설치 작업
주방 처짐 상부장 임시 철거 작업
주방 처짐 상부장 벽면 보강 작업
주방 처짐 상부장 벽면 복원 작업
주방 상</a:t>
            </a:r>
            <a:r>
              <a:rPr lang="en-US" altLang="ko-KR" sz="1000"/>
              <a:t>_</a:t>
            </a:r>
            <a:r>
              <a:rPr lang="ko-KR" altLang="en-US" sz="1000"/>
              <a:t>하부장 문짝 교체 작업
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2025-04-28T03:34:12Z</dcterms:modified>
</cp:coreProperties>
</file>