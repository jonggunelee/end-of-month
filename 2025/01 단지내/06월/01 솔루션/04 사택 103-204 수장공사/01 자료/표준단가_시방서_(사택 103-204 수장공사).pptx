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2025-04-07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2025-04-07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2025-04-07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2025-04-07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2025-04-07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103-204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103-204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도배지</a:t>
            </a:r>
            <a:r>
              <a:rPr lang="en-US" altLang="ko-KR" sz="1000"/>
              <a:t>: </a:t>
            </a:r>
            <a:r>
              <a:rPr lang="ko-KR" altLang="en-US" sz="1000"/>
              <a:t>합지
장판</a:t>
            </a:r>
            <a:r>
              <a:rPr lang="en-US" altLang="ko-KR" sz="1000"/>
              <a:t>: </a:t>
            </a:r>
            <a:r>
              <a:rPr lang="ko-KR" altLang="en-US" sz="1000"/>
              <a:t>비닐시트지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전체</a:t>
            </a:r>
            <a:r>
              <a:rPr lang="en-US" altLang="ko-KR" sz="1000"/>
              <a:t>) </a:t>
            </a:r>
            <a:r>
              <a:rPr lang="ko-KR" altLang="en-US" sz="1000"/>
              <a:t>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833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2025-04-07T03:14:11Z</dcterms:modified>
</cp:coreProperties>
</file>