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15"/>
  </p:notesMasterIdLst>
  <p:sldIdLst>
    <p:sldId id="288" r:id="rId2"/>
    <p:sldId id="382" r:id="rId3"/>
    <p:sldId id="401" r:id="rId4"/>
    <p:sldId id="402" r:id="rId5"/>
    <p:sldId id="398" r:id="rId6"/>
    <p:sldId id="395" r:id="rId7"/>
    <p:sldId id="403" r:id="rId8"/>
    <p:sldId id="404" r:id="rId9"/>
    <p:sldId id="399" r:id="rId10"/>
    <p:sldId id="397" r:id="rId11"/>
    <p:sldId id="412" r:id="rId12"/>
    <p:sldId id="413" r:id="rId13"/>
    <p:sldId id="415" r:id="rId14"/>
  </p:sldIdLst>
  <p:sldSz cx="9144000" cy="6858000" type="screen4x3"/>
  <p:notesSz cx="6858000" cy="9979025"/>
  <p:embeddedFontLst>
    <p:embeddedFont>
      <p:font typeface="맑은 고딕" panose="020B0503020000020004" pitchFamily="50" charset="-127"/>
      <p:regular r:id="rId16"/>
      <p:bold r:id="rId17"/>
    </p:embeddedFont>
    <p:embeddedFont>
      <p:font typeface="HY견고딕" panose="02030600000101010101" pitchFamily="18" charset="-127"/>
      <p:regular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1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8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1560" y="132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488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932641-5CC3-BF40-6D67-E2967D31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0A349841-C55E-6914-5455-521B28C5F1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A7E26641-4528-FCC5-CF6F-FBC49263D0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C4FBCAD9-316E-FF34-A296-37B9C7BAD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175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3B5787-793E-11AE-E555-0A4DB50C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5402B847-10AA-E65C-5624-ADF71C1EA4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9CCFB6D7-4C1F-F120-F7A3-F867540B1E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4A22D7DE-1E8D-F42A-D719-F7FB79C77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388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99C8FF-BF27-5DC2-38BB-18FA4A54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0D0E82CD-9E87-203B-2E6A-0FE3ED4E34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17AF471D-AABB-6981-5588-1212BA4057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5594D4F1-167C-6A80-C40A-988557266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55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DC691A-E263-E464-AE16-9D9B4B3B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3ACA36AE-1C0E-5C1D-405F-099F31A78C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6CD1D750-11E7-AF46-F5F7-8779B7604D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79B3C71F-A685-A544-1A69-110CD80AA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7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9244AB-A616-6B30-8C71-F0061D66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E232D417-E959-0380-E398-83B88117AD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B76BA0C9-FF4B-34BA-6E8B-62D698FB3F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8226D4D6-7812-3B01-28FD-F90007736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510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8CC6BD-6E09-B407-F97E-EEE4B502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B20CEFF1-E51C-BB72-A87D-81D6A705C7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8F48939F-3B95-FFDF-B2D5-5F1169177C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2D35C2F3-6438-4ECD-F6B3-3DBB51034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9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439DEA-2773-5AB7-9FEB-791B42C3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EE2C5A67-3437-BDCF-FF33-22399AEC30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C1F45968-A859-C916-9103-54DE929FC8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137EDDE8-5324-2733-3250-0F51C95A8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280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5FF1D0-36C1-A676-8C3D-6874B2D1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6E0F0005-FB6F-CCE4-49E5-84DE3BA917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6E54123B-DD16-1F8C-6C8F-00374ACE2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E5912D46-C9C6-8FCA-37B2-0AF60B39C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382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EA08F0-6C65-D54A-1D08-437B0ECA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D5BADE4B-A651-D90D-582F-3DD09458DF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AAA5FCE9-77D7-66AE-236C-04E23FE505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7841FDC1-71B2-9935-8557-5047FF1E3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078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BDF62D-CDD9-9206-88F8-B1D796DF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4440F7C2-4902-A009-D371-0B24D1C707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5EDE5779-9A4F-8B95-0447-BFC07DF361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FB83A7A7-4363-1746-759E-876417124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15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BA004B-86F8-7722-D3D7-BA0EA659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xmlns="" id="{F19647C0-7CA9-44A4-BF44-2EBC7CB9E3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xmlns="" id="{75167244-F1C8-F497-93F7-9220F338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xmlns="" id="{3CF39E99-22F5-1726-3ECC-BFEA70886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57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2025-05-21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5.gi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jpeg"/><Relationship Id="rId11" Type="http://schemas.openxmlformats.org/officeDocument/2006/relationships/image" Target="../media/image31.jpe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jpeg"/><Relationship Id="rId9" Type="http://schemas.openxmlformats.org/officeDocument/2006/relationships/image" Target="../media/image2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5.gif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jpeg"/><Relationship Id="rId5" Type="http://schemas.openxmlformats.org/officeDocument/2006/relationships/image" Target="../media/image33.jpeg"/><Relationship Id="rId10" Type="http://schemas.openxmlformats.org/officeDocument/2006/relationships/image" Target="../media/image38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15.gif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jpeg"/><Relationship Id="rId11" Type="http://schemas.openxmlformats.org/officeDocument/2006/relationships/image" Target="../media/image49.jpeg"/><Relationship Id="rId5" Type="http://schemas.openxmlformats.org/officeDocument/2006/relationships/image" Target="../media/image43.jpeg"/><Relationship Id="rId10" Type="http://schemas.openxmlformats.org/officeDocument/2006/relationships/image" Target="../media/image48.jpeg"/><Relationship Id="rId4" Type="http://schemas.openxmlformats.org/officeDocument/2006/relationships/image" Target="../media/image42.jpeg"/><Relationship Id="rId9" Type="http://schemas.openxmlformats.org/officeDocument/2006/relationships/image" Target="../media/image4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15.gif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jpeg"/><Relationship Id="rId11" Type="http://schemas.openxmlformats.org/officeDocument/2006/relationships/image" Target="../media/image57.jpeg"/><Relationship Id="rId5" Type="http://schemas.openxmlformats.org/officeDocument/2006/relationships/image" Target="../media/image51.jpeg"/><Relationship Id="rId10" Type="http://schemas.openxmlformats.org/officeDocument/2006/relationships/image" Target="../media/image56.jpeg"/><Relationship Id="rId4" Type="http://schemas.openxmlformats.org/officeDocument/2006/relationships/image" Target="../media/image50.jpeg"/><Relationship Id="rId9" Type="http://schemas.openxmlformats.org/officeDocument/2006/relationships/image" Target="../media/image5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image" Target="../media/image15.gif"/><Relationship Id="rId7" Type="http://schemas.openxmlformats.org/officeDocument/2006/relationships/image" Target="../media/image6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0.jpeg"/><Relationship Id="rId11" Type="http://schemas.openxmlformats.org/officeDocument/2006/relationships/image" Target="../media/image65.jpeg"/><Relationship Id="rId5" Type="http://schemas.openxmlformats.org/officeDocument/2006/relationships/image" Target="../media/image59.jpeg"/><Relationship Id="rId10" Type="http://schemas.openxmlformats.org/officeDocument/2006/relationships/image" Target="../media/image64.jpeg"/><Relationship Id="rId4" Type="http://schemas.openxmlformats.org/officeDocument/2006/relationships/image" Target="../media/image58.jpeg"/><Relationship Id="rId9" Type="http://schemas.openxmlformats.org/officeDocument/2006/relationships/image" Target="../media/image6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15.gif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jpeg"/><Relationship Id="rId11" Type="http://schemas.openxmlformats.org/officeDocument/2006/relationships/image" Target="../media/image75.jpeg"/><Relationship Id="rId5" Type="http://schemas.openxmlformats.org/officeDocument/2006/relationships/image" Target="../media/image69.jpeg"/><Relationship Id="rId10" Type="http://schemas.openxmlformats.org/officeDocument/2006/relationships/image" Target="../media/image74.jpeg"/><Relationship Id="rId4" Type="http://schemas.openxmlformats.org/officeDocument/2006/relationships/image" Target="../media/image68.jpeg"/><Relationship Id="rId9" Type="http://schemas.openxmlformats.org/officeDocument/2006/relationships/image" Target="../media/image7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8.jpeg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04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26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, 05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17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실내기 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xmlns="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3" b="83630"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7584" y="432702"/>
            <a:ext cx="5437112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시스템에어컨 프리미엄 세척</a:t>
            </a:r>
            <a:endParaRPr lang="ko-KR" altLang="en-US" sz="32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xmlns="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7961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(4WAY)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94BC345C-CD71-4656-9163-37AD9A72F698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66494464-9D2A-4767-B53E-062317F07A7E}"/>
              </a:ext>
            </a:extLst>
          </p:cNvPr>
          <p:cNvSpPr/>
          <p:nvPr/>
        </p:nvSpPr>
        <p:spPr>
          <a:xfrm>
            <a:off x="6831167" y="4026037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882A15F3-62CF-4655-8381-D5A1A5139C04}"/>
              </a:ext>
            </a:extLst>
          </p:cNvPr>
          <p:cNvSpPr/>
          <p:nvPr/>
        </p:nvSpPr>
        <p:spPr>
          <a:xfrm>
            <a:off x="4598004" y="4026037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09BDF32C-BEE3-4365-BD6F-252B4DDB5C16}"/>
              </a:ext>
            </a:extLst>
          </p:cNvPr>
          <p:cNvSpPr/>
          <p:nvPr/>
        </p:nvSpPr>
        <p:spPr>
          <a:xfrm>
            <a:off x="2364840" y="4026037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3D7DBE1F-44DB-409E-8E94-ACD8C5F5E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FC6D285B-726A-424B-BE7A-22D5C7DB0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D078E63A-B840-40FA-B588-F05468098527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78E132EF-967D-4212-8C62-4FCE492223A8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95EBA0B1-9EEE-4A4D-B2CB-203A54CE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7874BC1A-2FD0-4FE4-8E2E-B6986CD30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D254753C-D831-47A2-A7A1-83A377ED6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661606E8-FCBC-4243-B608-45574DE2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CC3FC5C4-79B3-4A74-8711-528B52AF5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BAD2EC7C-0D1D-4882-AA18-CA87D9F38FFE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A2238E7C-B0BB-4E2D-92DE-220E2E8F2EF8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52113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5B5C84-DCC9-5606-648A-063F6ADB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93934F00-14AF-2207-57EF-B7BD0AD9A0C5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F6A13A54-709E-23D9-AEEC-51D9A143A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(4WAY)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25263919-783F-C09A-410A-0DBB08BE330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653E35D4-FC61-01E7-54C0-F2370411E0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B2CFF598-07F7-F9A5-3D93-7B4E23842953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EDF6932C-5663-F457-C161-A9928E7CC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7CBE0414-A2D2-1938-A08B-1FBC9AD071AD}"/>
              </a:ext>
            </a:extLst>
          </p:cNvPr>
          <p:cNvSpPr/>
          <p:nvPr/>
        </p:nvSpPr>
        <p:spPr>
          <a:xfrm>
            <a:off x="6831167" y="4026037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6B74535E-CB9D-5B38-60D8-C6FC1C445E31}"/>
              </a:ext>
            </a:extLst>
          </p:cNvPr>
          <p:cNvSpPr/>
          <p:nvPr/>
        </p:nvSpPr>
        <p:spPr>
          <a:xfrm>
            <a:off x="4598004" y="4026037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3BF662D5-5D27-C9E8-1C33-7300DDBC3373}"/>
              </a:ext>
            </a:extLst>
          </p:cNvPr>
          <p:cNvSpPr/>
          <p:nvPr/>
        </p:nvSpPr>
        <p:spPr>
          <a:xfrm>
            <a:off x="2364840" y="4026037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E45CB658-B470-11C0-D277-DBB147F7F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DE2AB86C-041D-8371-43C8-0BBE168F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C8C8AE20-0674-894F-802E-C004875BFBBB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69B7444E-6D0B-EBE5-E38C-CB3781DFCC03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83599CE5-CCAE-AEB2-F411-141E6268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3E1D07F2-6358-83ED-F418-C9FE62E3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159203FF-4E8B-F765-B6C8-CA5DCCC2D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DC3AA0AE-78B3-65F7-070C-16C9F086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2191B3F6-9B9E-9A54-7008-CD0C91ACE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3004E267-D218-D28A-7A19-E731C2A1BBA7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2B65323A-0E78-C8A3-852B-AF2AE107FE56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21613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39F0D1-7EDA-8C11-3937-CB236D88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769ABD2E-F6F7-CC18-EADD-63253883F618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4932A943-1CB9-D484-6A45-4B9A096EF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(4WAY)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95CDDDEF-5C2F-0D1A-D4F0-9BFE907DC5FF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FCBA1206-4FBB-CC60-B0EA-38FEC9413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C594AB70-0E1D-3008-6A7D-589248C537A0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4E5CF4A0-D424-FF9C-294B-97CEBAC3A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7B73248E-0877-F535-D29C-30F765F5D4D7}"/>
              </a:ext>
            </a:extLst>
          </p:cNvPr>
          <p:cNvSpPr/>
          <p:nvPr/>
        </p:nvSpPr>
        <p:spPr>
          <a:xfrm>
            <a:off x="6831167" y="4026037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D1FA47FE-9F27-EBBA-EFFA-0EED5D339039}"/>
              </a:ext>
            </a:extLst>
          </p:cNvPr>
          <p:cNvSpPr/>
          <p:nvPr/>
        </p:nvSpPr>
        <p:spPr>
          <a:xfrm>
            <a:off x="4598004" y="4026037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75F8F7E3-793E-A8D3-3477-74EB7D8C678B}"/>
              </a:ext>
            </a:extLst>
          </p:cNvPr>
          <p:cNvSpPr/>
          <p:nvPr/>
        </p:nvSpPr>
        <p:spPr>
          <a:xfrm>
            <a:off x="2364840" y="4026037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42197BDA-F88A-7C27-976C-F6E9D6193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CD5562C7-8E85-0B56-ED48-D564FD68B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56C68FFD-0DCF-E6B3-AD30-311F6BFEB3C0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D6E6A334-36E9-4899-4694-270D237B6B8E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F6AF95E7-381F-F34F-DA33-A2A6ABAB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220A8387-37A0-9F81-6E56-057F9308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3EACDDA3-190C-6ABB-C4EF-80EEFB36B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349F1503-E9C7-C715-E594-8FC7B0AE2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40B3D92D-90B0-27FC-E82D-E8BEAA013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A55D9459-C7F6-F9F3-5D3F-20DB11864903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B5AE8999-F059-3327-E8A8-8043EF4E9D52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5706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B44A1F-AE84-4D86-B124-EABDD88E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A3ACF376-E671-C00E-BC26-D0FC90947A2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38858A9B-8E99-9A0A-986B-184EC3F72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(4WAY)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F0DEEB37-0DE3-EBA1-C789-3E6229DDDC0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6373E854-ED40-4D0B-CF14-394218655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3F3E44B1-39F6-B99E-11DF-2169AD511F25}"/>
              </a:ext>
            </a:extLst>
          </p:cNvPr>
          <p:cNvSpPr/>
          <p:nvPr/>
        </p:nvSpPr>
        <p:spPr>
          <a:xfrm>
            <a:off x="4932040" y="1627872"/>
            <a:ext cx="3600000" cy="360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469F3B4F-3C60-0775-33A1-2B94DE76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3498" y="5295633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1642ABF4-FBE3-5704-BE5B-E74663ED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578" y="5295632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AF6EA84F-077D-E733-D51B-9EB611B9E3C4}"/>
              </a:ext>
            </a:extLst>
          </p:cNvPr>
          <p:cNvSpPr/>
          <p:nvPr/>
        </p:nvSpPr>
        <p:spPr>
          <a:xfrm>
            <a:off x="611960" y="162787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5080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F1ADDD-AB79-A00B-7C4F-8DD5B36A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FAEAC09E-F67A-7B5B-C43C-2B538E2FE3C6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B9C3A7F6-C1A2-C305-7AAD-FA0E62B7D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(1WAY)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204AF390-C2A5-2070-69B7-D40377FFC85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32DE72B7-F4CF-D0F0-76F6-0B8A1867A2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8FBAE7E1-2812-7932-3B29-F5FC938F3C1D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22007170-7C72-00AB-040D-BBFFCC1F2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5164EB22-0312-DAD0-DF56-D56111C82B45}"/>
              </a:ext>
            </a:extLst>
          </p:cNvPr>
          <p:cNvSpPr/>
          <p:nvPr/>
        </p:nvSpPr>
        <p:spPr>
          <a:xfrm>
            <a:off x="6831167" y="4037621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40552563-061E-5090-830D-4CDD5F7CFD63}"/>
              </a:ext>
            </a:extLst>
          </p:cNvPr>
          <p:cNvSpPr/>
          <p:nvPr/>
        </p:nvSpPr>
        <p:spPr>
          <a:xfrm>
            <a:off x="4598004" y="4026854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F322ECFA-6B0C-2A55-B6E7-F31EB92AB51A}"/>
              </a:ext>
            </a:extLst>
          </p:cNvPr>
          <p:cNvSpPr/>
          <p:nvPr/>
        </p:nvSpPr>
        <p:spPr>
          <a:xfrm>
            <a:off x="2364840" y="4027112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FCBA50D1-0E43-7A53-F17C-DEF783247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2801E77B-E345-DEF4-07D4-4C2DCE6D3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691B473E-E281-AEE7-42EA-1796363C7740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23B2547F-E42B-C92E-4613-7829887497BC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261A957E-41F8-ACD8-D4AC-59E63205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8B85860E-D79A-0A1A-26A7-F2DDD36D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52D51597-67E5-1D3D-EF87-F9AE1992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F817AD6E-B96A-6F29-F73F-F910A13BF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98D99CAB-8AAB-8D75-0D4C-6949C7B8B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774CE9D0-B726-C013-516B-2EA7709458A9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8046BC41-BF94-D5AA-59AF-6DDD96A945BD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286464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0CC208-5663-68EF-9901-3F9D94FF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F743B2B7-439D-5D94-E0F5-198E4B667B1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F51588F7-7E6A-B76A-3B9A-F6108D2D9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(1WAY)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1DCB772B-023A-687A-5161-B293050B1B6F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7FC73F35-F988-D8BC-C564-812DA30D8E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B36F9254-11DF-65ED-5BAB-B27041722B49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53D33357-A189-DEFD-5353-D1142551A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C628AA4F-2425-CFD6-B867-0F42C1C6A00C}"/>
              </a:ext>
            </a:extLst>
          </p:cNvPr>
          <p:cNvSpPr/>
          <p:nvPr/>
        </p:nvSpPr>
        <p:spPr>
          <a:xfrm>
            <a:off x="6831167" y="4037621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CF21D7CC-26F2-4A7A-6CC7-C8D634FA03BC}"/>
              </a:ext>
            </a:extLst>
          </p:cNvPr>
          <p:cNvSpPr/>
          <p:nvPr/>
        </p:nvSpPr>
        <p:spPr>
          <a:xfrm>
            <a:off x="4598004" y="4026854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51242D2E-824D-98C5-66E8-98F4C5AE94EA}"/>
              </a:ext>
            </a:extLst>
          </p:cNvPr>
          <p:cNvSpPr/>
          <p:nvPr/>
        </p:nvSpPr>
        <p:spPr>
          <a:xfrm>
            <a:off x="2364840" y="4027112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1323DC98-924D-27C2-9A17-DB638B918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42659E50-2D12-221A-C6BE-C0A4F81AB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69AA0277-25C8-235A-D685-F588E12B0D7C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817AE8D4-AC2A-BF0D-6398-03355811ACB4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CC6E0AF2-DB35-A8A3-B380-79A02CBA6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412E5133-2EDD-E8D2-8344-1DF1B6E10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05BFE0B7-F656-0478-80B1-C418C9C5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74C4FDF5-10B1-5AFC-446D-8DAF75FAA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F4A21E54-2184-59D8-A022-7DA5499BF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1593FFC7-F598-0588-0AD2-56B691E2E689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CCD4F16B-34A0-D9CB-F5EC-59E076E5F15C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49437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E257B9-24D7-AB47-39AC-7B9B2A77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C4DA685D-3B9C-40E6-A12F-ADD8BCDEF8B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8917E57F-0380-9401-C2AE-26ECE6C4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(1WAY)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BA373F2B-C011-8D7C-F075-6CA0B24FD52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8AA24A49-CE4F-4C9A-24CA-6A6F15177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ACC61065-3896-11B9-5345-28229786712F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26898F65-9EFA-3DB5-BF1F-0847E62B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3014370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C758D5CC-1512-1BE6-AE35-BD8F76D2EE1E}"/>
              </a:ext>
            </a:extLst>
          </p:cNvPr>
          <p:cNvSpPr/>
          <p:nvPr/>
        </p:nvSpPr>
        <p:spPr>
          <a:xfrm>
            <a:off x="6831167" y="4037621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98D2AFF4-153D-B0A9-3EED-D3633D9BA684}"/>
              </a:ext>
            </a:extLst>
          </p:cNvPr>
          <p:cNvSpPr/>
          <p:nvPr/>
        </p:nvSpPr>
        <p:spPr>
          <a:xfrm>
            <a:off x="4598004" y="4026854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B5D9771C-210F-5B3C-9367-E4AE27D2DFA7}"/>
              </a:ext>
            </a:extLst>
          </p:cNvPr>
          <p:cNvSpPr/>
          <p:nvPr/>
        </p:nvSpPr>
        <p:spPr>
          <a:xfrm>
            <a:off x="2364840" y="4027112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7794C2ED-6F33-3AB0-E339-9EC41089A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D2D28DBF-5DAE-DCB3-F3E9-4A0E0B284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3006577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7FF8C3A2-A8D9-E6C1-60EC-B9D80A9120C7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F161403C-EFE2-AC48-2668-E4B33BF1F223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1D2078EC-4AB7-9F86-7135-9A72F1D99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2C4D37EB-8EBD-A510-CA3B-A946C7BC0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306377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xmlns="" id="{254BDA85-5F76-45B0-9E1A-1DCDD8EB9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98584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xmlns="" id="{FA6E6314-213D-6195-21CA-21BC04216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04" y="6298584"/>
            <a:ext cx="10476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0BE43D84-BE2A-8B00-1F68-C741D8ACB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767" y="6283383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7D1ACE94-7BC4-3582-ABFB-B8AD2E993346}"/>
              </a:ext>
            </a:extLst>
          </p:cNvPr>
          <p:cNvSpPr/>
          <p:nvPr/>
        </p:nvSpPr>
        <p:spPr>
          <a:xfrm>
            <a:off x="131676" y="4026037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7475C135-24ED-CA83-25F4-DAADF6CBFFD7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22903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78C5C3-7075-756E-8BB7-1AD7FF62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148FEF47-C5D1-6E4E-81A9-8E901AAFDBD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CC90D7AC-3829-36CD-54B6-2A19F5810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(1WAY)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BF213F30-3423-65B8-099C-7173B82BCB8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422BEE91-22EA-DD72-3EF8-CEA035E0D3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C67DFBCA-9C2D-D90D-46FB-487E33529D3C}"/>
              </a:ext>
            </a:extLst>
          </p:cNvPr>
          <p:cNvSpPr/>
          <p:nvPr/>
        </p:nvSpPr>
        <p:spPr>
          <a:xfrm>
            <a:off x="4932040" y="1627872"/>
            <a:ext cx="3600000" cy="360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C1F8FA8C-B94D-E5B5-0499-621BE17E6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3498" y="5295633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14C13E3F-AAAE-3EAA-F6E9-C13B9860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578" y="5295632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95D9B191-9492-FCF2-7436-6401156D6595}"/>
              </a:ext>
            </a:extLst>
          </p:cNvPr>
          <p:cNvSpPr/>
          <p:nvPr/>
        </p:nvSpPr>
        <p:spPr>
          <a:xfrm>
            <a:off x="611960" y="162787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08819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DACEA5-B2BB-0D90-1AD5-C6EF24594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DC98C5D7-E624-72C2-237D-F432328C951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69B73CA5-6363-750F-32CB-4D073815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9F192DC0-8C7D-F192-AE2B-6BFB0743A3C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0393D305-31EE-8389-2A0E-2F1B2743D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xmlns="" id="{9F05FD14-F06D-EAD5-43E9-7F56EB71FBEE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D8EFD40E-785E-A6D7-BD30-101EEDF5E489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716C79E0-E4EF-434B-588F-31C8B529B21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xmlns="" id="{215A63DC-22A4-F7F4-202B-D1FF6815A3B4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xmlns="" id="{A81EAAD8-9170-1F14-2332-99D431A4A3D8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D752729E-DF04-B6BA-3E01-70A33CA2026B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CA94317B-8FB7-1036-8F57-6AEE51294DFB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xmlns="" id="{FD77A522-02D4-53C7-BA6F-0B4080179FDC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313197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80A155-FFF7-6BEA-EB2C-1343FC0F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EA7B682F-2FEB-2610-C15D-50F706678B9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4EE58B8F-88C6-198F-8292-A0269D4D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실외기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3BEAEEBA-C574-B7AB-80C3-36EA3F02338E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BF967D41-3092-8B42-A901-10D5FBB6E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54EF3D55-EAB2-239F-5E45-23825F713130}"/>
              </a:ext>
            </a:extLst>
          </p:cNvPr>
          <p:cNvSpPr/>
          <p:nvPr/>
        </p:nvSpPr>
        <p:spPr>
          <a:xfrm>
            <a:off x="2364840" y="2348880"/>
            <a:ext cx="2160000" cy="216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xmlns="" id="{E3FA32D0-DD90-16F1-FD32-928A84B75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4599965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xmlns="" id="{28A7E478-2AF8-68C4-9894-E328B7119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4592172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xmlns="" id="{D1181B33-BDB2-3FE1-2923-FB7D83677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4592172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xmlns="" id="{90AE724E-F5F1-586A-00A4-F0C65FD835D8}"/>
              </a:ext>
            </a:extLst>
          </p:cNvPr>
          <p:cNvSpPr/>
          <p:nvPr/>
        </p:nvSpPr>
        <p:spPr>
          <a:xfrm>
            <a:off x="131676" y="2348880"/>
            <a:ext cx="2160000" cy="216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EB50B3BC-C758-2097-9BED-05E65A925F4A}"/>
              </a:ext>
            </a:extLst>
          </p:cNvPr>
          <p:cNvSpPr/>
          <p:nvPr/>
        </p:nvSpPr>
        <p:spPr>
          <a:xfrm>
            <a:off x="4598004" y="2348880"/>
            <a:ext cx="2160000" cy="216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xmlns="" id="{5DD4BDED-1D66-92B0-3013-8F28C7B81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82" y="4576971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xmlns="" id="{48FF09A2-1519-713A-F740-F99D77FEABA0}"/>
              </a:ext>
            </a:extLst>
          </p:cNvPr>
          <p:cNvSpPr/>
          <p:nvPr/>
        </p:nvSpPr>
        <p:spPr>
          <a:xfrm>
            <a:off x="6831167" y="2348880"/>
            <a:ext cx="2160000" cy="2160000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2659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368715-633B-EBD9-3953-0590C42C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3374D0EE-6BE0-1CD3-F595-AF722ABF479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9CC78E8A-0785-3660-2111-86550BD3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실외기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프리미엄 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A97EC5E2-76D3-A79C-1FBC-FD6F6554E13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F979B359-FA74-12A6-AD03-87D1E81DA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xmlns="" id="{6599E75E-9213-D371-5F75-4D7B3439FD04}"/>
              </a:ext>
            </a:extLst>
          </p:cNvPr>
          <p:cNvSpPr/>
          <p:nvPr/>
        </p:nvSpPr>
        <p:spPr>
          <a:xfrm>
            <a:off x="4932040" y="1627872"/>
            <a:ext cx="3600000" cy="360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xmlns="" id="{6508B487-CCB5-96C8-9905-5D7F1490F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3498" y="5295633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xmlns="" id="{F9DEBAEE-1089-9BE6-2AC6-0AC4E135F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578" y="5295632"/>
            <a:ext cx="85692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xmlns="" id="{7D1F6D6D-11EF-0FA7-C190-7B0E7B24AAB7}"/>
              </a:ext>
            </a:extLst>
          </p:cNvPr>
          <p:cNvSpPr/>
          <p:nvPr/>
        </p:nvSpPr>
        <p:spPr>
          <a:xfrm>
            <a:off x="611960" y="1627872"/>
            <a:ext cx="3600000" cy="360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161115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1FFDB4-6208-7872-7141-FD8C68C5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41BB947C-FAA5-F274-7CA7-0F4FF883522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B556B4F6-DB20-48D1-70AA-7D55C752D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LG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 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4D9DAE43-8777-4515-D38D-558704EA4F3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357497E3-92DE-AE3C-57AC-235619C73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xmlns="" id="{F5BE644F-E760-5797-0E48-DC28CE488C2A}"/>
              </a:ext>
            </a:extLst>
          </p:cNvPr>
          <p:cNvSpPr/>
          <p:nvPr/>
        </p:nvSpPr>
        <p:spPr>
          <a:xfrm>
            <a:off x="179512" y="2132597"/>
            <a:ext cx="2880000" cy="2880000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16430548-4B2C-D37E-1B65-0F92438404F5}"/>
              </a:ext>
            </a:extLst>
          </p:cNvPr>
          <p:cNvSpPr/>
          <p:nvPr/>
        </p:nvSpPr>
        <p:spPr>
          <a:xfrm>
            <a:off x="3145766" y="2133176"/>
            <a:ext cx="2880000" cy="2880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xmlns="" id="{8BB26038-2ADC-17D9-15C4-F7440E26EE38}"/>
              </a:ext>
            </a:extLst>
          </p:cNvPr>
          <p:cNvSpPr/>
          <p:nvPr/>
        </p:nvSpPr>
        <p:spPr>
          <a:xfrm>
            <a:off x="6112020" y="2133176"/>
            <a:ext cx="2880000" cy="2880000"/>
          </a:xfrm>
          <a:prstGeom prst="round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6272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6367</TotalTime>
  <Words>267</Words>
  <Application>Microsoft Office PowerPoint</Application>
  <PresentationFormat>화면 슬라이드 쇼(4:3)</PresentationFormat>
  <Paragraphs>87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Arial</vt:lpstr>
      <vt:lpstr>맑은 고딕</vt:lpstr>
      <vt:lpstr>굴림</vt:lpstr>
      <vt:lpstr>HY견고딕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권용주/주임/LGSAE 충남센터(yongju.kwon@lge.com)</cp:lastModifiedBy>
  <cp:revision>428</cp:revision>
  <cp:lastPrinted>2014-04-16T00:57:20Z</cp:lastPrinted>
  <dcterms:created xsi:type="dcterms:W3CDTF">2013-06-09T06:34:48Z</dcterms:created>
  <dcterms:modified xsi:type="dcterms:W3CDTF">2025-05-21T05:10:51Z</dcterms:modified>
</cp:coreProperties>
</file>