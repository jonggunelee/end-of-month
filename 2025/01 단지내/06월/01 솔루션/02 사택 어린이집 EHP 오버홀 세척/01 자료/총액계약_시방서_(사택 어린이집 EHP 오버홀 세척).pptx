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3792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2025-03-17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2025-03-17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2025-03-17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2025-03-17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2025-03-17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2025-03-17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2025-03-17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2025-03-17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2025-03-17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2025-03-17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2025-03-17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2025-03-17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2025-03-17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어린이집 </a:t>
            </a:r>
            <a:r>
              <a:rPr lang="en-US" altLang="ko-KR" b="1">
                <a:latin typeface="+mn-ea"/>
              </a:rPr>
              <a:t>EHP </a:t>
            </a:r>
            <a:r>
              <a:rPr lang="ko-KR" altLang="en-US" b="1">
                <a:latin typeface="+mn-ea"/>
              </a:rPr>
              <a:t>오버홀 세척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어린이집 </a:t>
            </a:r>
            <a:r>
              <a:rPr lang="en-US" altLang="ko-KR" sz="1000">
                <a:latin typeface="+mn-ea"/>
              </a:rPr>
              <a:t>EHP </a:t>
            </a:r>
            <a:r>
              <a:rPr lang="ko-KR" altLang="en-US" sz="1000">
                <a:latin typeface="+mn-ea"/>
              </a:rPr>
              <a:t>오버홀 세척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</a:t>
            </a:r>
            <a:r>
              <a:rPr lang="en-US" altLang="ko-KR" sz="1000">
                <a:latin typeface="+mn-ea"/>
              </a:rPr>
              <a:t>102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사택 </a:t>
            </a:r>
            <a:r>
              <a:rPr lang="en-US" altLang="ko-KR" sz="1000"/>
              <a:t>102</a:t>
            </a:r>
            <a:r>
              <a:rPr lang="ko-KR" altLang="en-US" sz="1000"/>
              <a:t>동 어린이집 </a:t>
            </a:r>
            <a:r>
              <a:rPr lang="en-US" altLang="ko-KR" sz="1000"/>
              <a:t>(</a:t>
            </a:r>
            <a:r>
              <a:rPr lang="ko-KR" altLang="en-US" sz="1000"/>
              <a:t>대상 </a:t>
            </a:r>
            <a:r>
              <a:rPr lang="en-US" altLang="ko-KR" sz="1000"/>
              <a:t>20</a:t>
            </a:r>
            <a:r>
              <a:rPr lang="ko-KR" altLang="en-US" sz="1000"/>
              <a:t>대</a:t>
            </a:r>
            <a:r>
              <a:rPr lang="en-US" altLang="ko-KR" sz="1000"/>
              <a:t>) : 2WAY: 1</a:t>
            </a:r>
            <a:r>
              <a:rPr lang="ko-KR" altLang="en-US" sz="1000"/>
              <a:t>대 </a:t>
            </a:r>
            <a:r>
              <a:rPr lang="en-US" altLang="ko-KR" sz="1000"/>
              <a:t>/ 4WAY: 19</a:t>
            </a:r>
            <a:r>
              <a:rPr lang="ko-KR" altLang="en-US" sz="1000"/>
              <a:t>대
작업전 하부 이물 방지를 위한 임시 보양재 설치
장비 본체 및 필터 분리후 오버홀 </a:t>
            </a:r>
            <a:r>
              <a:rPr lang="en-US" altLang="ko-KR" sz="1000"/>
              <a:t>1</a:t>
            </a:r>
            <a:r>
              <a:rPr lang="ko-KR" altLang="en-US" sz="1000"/>
              <a:t>회 세척
실외기 외부 세척 포함
시스템 에어컨 전용 세척제 및 전용장비 사용
작업전 사용 약품의 </a:t>
            </a:r>
            <a:r>
              <a:rPr lang="en-US" altLang="ko-KR" sz="1000"/>
              <a:t>MSDS </a:t>
            </a:r>
            <a:r>
              <a:rPr lang="ko-KR" altLang="en-US" sz="1000"/>
              <a:t>제출
실내기와 실외기의 전원 정상 운전 가동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847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2025-03-17T03:57:40Z</dcterms:modified>
</cp:coreProperties>
</file>