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거실화장실좌측방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곳방화문내부수도계량기함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앞뒤베란다전체</a:t>
            </a:r>
            <a:r>
              <a:rPr lang="en-US" altLang="ko-KR" sz="1000"/>
              <a:t>(</a:t>
            </a:r>
            <a:r>
              <a:rPr lang="ko-KR" altLang="en-US" sz="1000"/>
              <a:t>곰팡이제거</a:t>
            </a:r>
            <a:r>
              <a:rPr lang="en-US" altLang="ko-KR" sz="1000"/>
              <a:t>(</a:t>
            </a:r>
            <a:r>
              <a:rPr lang="ko-KR" altLang="en-US" sz="1000"/>
              <a:t>창고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</a:t>
            </a:r>
            <a:r>
              <a:rPr lang="ko-KR" altLang="en-US" sz="1000"/>
              <a:t>포함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세대내 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2025-04-28T03:34:15Z</dcterms:modified>
</cp:coreProperties>
</file>