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5" d="100"/>
          <a:sy n="75" d="100"/>
        </p:scale>
        <p:origin x="3792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2025-04-28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2025-04-28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2025-04-28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2025-04-28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2025-04-28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2025-04-28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2025-04-28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2025-04-28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2025-04-28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2025-04-28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2025-04-28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2025-04-28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2025-04-28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2-204 </a:t>
            </a:r>
            <a:r>
              <a:rPr lang="ko-KR" altLang="en-US" b="1">
                <a:latin typeface="+mn-ea"/>
              </a:rPr>
              <a:t>수장공사 件</a:t>
            </a:r>
          </a:p>
          <a:p>
            <a:pPr algn="ctr">
              <a:lnSpc>
                <a:spcPct val="150000"/>
              </a:lnSpc>
            </a:pPr>
            <a:r>
              <a:rPr lang="en-US" altLang="ko-KR" b="1">
                <a:latin typeface="+mn-ea"/>
              </a:rPr>
              <a:t>- </a:t>
            </a:r>
            <a:r>
              <a:rPr lang="ko-KR" altLang="en-US" b="1">
                <a:latin typeface="+mn-ea"/>
              </a:rPr>
              <a:t>시 방 서 </a:t>
            </a:r>
            <a:r>
              <a:rPr lang="en-US" altLang="ko-KR" b="1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사택 </a:t>
            </a:r>
            <a:r>
              <a:rPr lang="en-US" altLang="ko-KR" sz="1000">
                <a:latin typeface="+mn-ea"/>
              </a:rPr>
              <a:t>2-204 </a:t>
            </a:r>
            <a:r>
              <a:rPr lang="ko-KR" altLang="en-US" sz="1000">
                <a:latin typeface="+mn-ea"/>
              </a:rPr>
              <a:t>수장공사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공사 위치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대전 유성구 도룡동 </a:t>
            </a:r>
            <a:r>
              <a:rPr lang="en-US" altLang="ko-KR" sz="100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2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도배</a:t>
            </a:r>
            <a:r>
              <a:rPr lang="en-US" altLang="ko-KR" sz="1000"/>
              <a:t>(</a:t>
            </a:r>
            <a:r>
              <a:rPr lang="ko-KR" altLang="en-US" sz="1000"/>
              <a:t>벽</a:t>
            </a:r>
            <a:r>
              <a:rPr lang="en-US" altLang="ko-KR" sz="1000"/>
              <a:t>-</a:t>
            </a:r>
            <a:r>
              <a:rPr lang="ko-KR" altLang="en-US" sz="1000"/>
              <a:t>거실방</a:t>
            </a:r>
            <a:r>
              <a:rPr lang="en-US" altLang="ko-KR" sz="1000"/>
              <a:t>2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도배</a:t>
            </a:r>
            <a:r>
              <a:rPr lang="en-US" altLang="ko-KR" sz="1000"/>
              <a:t>(</a:t>
            </a:r>
            <a:r>
              <a:rPr lang="ko-KR" altLang="en-US" sz="1000"/>
              <a:t>천정</a:t>
            </a:r>
            <a:r>
              <a:rPr lang="en-US" altLang="ko-KR" sz="1000"/>
              <a:t>-</a:t>
            </a:r>
            <a:r>
              <a:rPr lang="ko-KR" altLang="en-US" sz="1000"/>
              <a:t>거실방</a:t>
            </a:r>
            <a:r>
              <a:rPr lang="en-US" altLang="ko-KR" sz="1000"/>
              <a:t>2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장판</a:t>
            </a:r>
            <a:r>
              <a:rPr lang="en-US" altLang="ko-KR" sz="1000"/>
              <a:t>(</a:t>
            </a:r>
            <a:r>
              <a:rPr lang="ko-KR" altLang="en-US" sz="1000"/>
              <a:t>거실방</a:t>
            </a:r>
            <a:r>
              <a:rPr lang="en-US" altLang="ko-KR" sz="1000"/>
              <a:t>2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도장</a:t>
            </a:r>
            <a:r>
              <a:rPr lang="en-US" altLang="ko-KR" sz="1000"/>
              <a:t>(</a:t>
            </a:r>
            <a:r>
              <a:rPr lang="ko-KR" altLang="en-US" sz="1000"/>
              <a:t>문</a:t>
            </a:r>
            <a:r>
              <a:rPr lang="en-US" altLang="ko-KR" sz="1000"/>
              <a:t>/</a:t>
            </a:r>
            <a:r>
              <a:rPr lang="ko-KR" altLang="en-US" sz="1000"/>
              <a:t>문틀</a:t>
            </a:r>
            <a:r>
              <a:rPr lang="en-US" altLang="ko-KR" sz="1000"/>
              <a:t>(</a:t>
            </a:r>
            <a:r>
              <a:rPr lang="ko-KR" altLang="en-US" sz="1000"/>
              <a:t>방</a:t>
            </a:r>
            <a:r>
              <a:rPr lang="en-US" altLang="ko-KR" sz="1000"/>
              <a:t>2</a:t>
            </a:r>
            <a:r>
              <a:rPr lang="ko-KR" altLang="en-US" sz="1000"/>
              <a:t>곳뒤베란다</a:t>
            </a:r>
            <a:r>
              <a:rPr lang="en-US" altLang="ko-KR" sz="1000"/>
              <a:t>1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도장</a:t>
            </a:r>
            <a:r>
              <a:rPr lang="en-US" altLang="ko-KR" sz="1000"/>
              <a:t>(</a:t>
            </a:r>
            <a:r>
              <a:rPr lang="ko-KR" altLang="en-US" sz="1000"/>
              <a:t>방화문내부앞</a:t>
            </a:r>
            <a:r>
              <a:rPr lang="en-US" altLang="ko-KR" sz="1000"/>
              <a:t>_</a:t>
            </a:r>
            <a:r>
              <a:rPr lang="ko-KR" altLang="en-US" sz="1000"/>
              <a:t>뒤베란다</a:t>
            </a:r>
            <a:r>
              <a:rPr lang="en-US" altLang="ko-KR" sz="1000"/>
              <a:t>) </a:t>
            </a:r>
            <a:r>
              <a:rPr lang="ko-KR" altLang="en-US" sz="1000"/>
              <a:t>작업
도장</a:t>
            </a:r>
            <a:r>
              <a:rPr lang="en-US" altLang="ko-KR" sz="1000"/>
              <a:t>(</a:t>
            </a:r>
            <a:r>
              <a:rPr lang="ko-KR" altLang="en-US" sz="1000"/>
              <a:t>걸레받이 및 벽면 부분도색</a:t>
            </a:r>
            <a:r>
              <a:rPr lang="en-US" altLang="ko-KR" sz="1000"/>
              <a:t>) </a:t>
            </a:r>
            <a:r>
              <a:rPr lang="ko-KR" altLang="en-US" sz="1000"/>
              <a:t>작업
폐기물 반출</a:t>
            </a:r>
            <a:r>
              <a:rPr lang="en-US" altLang="ko-KR" sz="1000"/>
              <a:t>/</a:t>
            </a:r>
            <a:r>
              <a:rPr lang="ko-KR" altLang="en-US" sz="1000"/>
              <a:t>처리 및 준공청소 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846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2025-04-28T03:34:01Z</dcterms:modified>
</cp:coreProperties>
</file>