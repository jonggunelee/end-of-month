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1002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2025-03-10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안병선</a:t>
            </a:r>
            <a:r>
              <a:rPr lang="en-US" altLang="ko-KR" b="1">
                <a:latin typeface="+mn-ea"/>
              </a:rPr>
              <a:t>(Cell</a:t>
            </a:r>
            <a:r>
              <a:rPr lang="ko-KR" altLang="en-US" b="1">
                <a:latin typeface="+mn-ea"/>
              </a:rPr>
              <a:t>요소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안병선</a:t>
            </a:r>
            <a:r>
              <a:rPr lang="en-US" altLang="ko-KR" sz="1000">
                <a:latin typeface="+mn-ea"/>
              </a:rPr>
              <a:t>(Cell</a:t>
            </a:r>
            <a:r>
              <a:rPr lang="ko-KR" altLang="en-US" sz="1000">
                <a:latin typeface="+mn-ea"/>
              </a:rPr>
              <a:t>요소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유성구 세종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대상</a:t>
            </a:r>
            <a:r>
              <a:rPr lang="en-US" altLang="ko-KR" sz="1000"/>
              <a:t>: </a:t>
            </a:r>
            <a:r>
              <a:rPr lang="ko-KR" altLang="en-US" sz="1000"/>
              <a:t>전민동 세종 </a:t>
            </a:r>
            <a:r>
              <a:rPr lang="en-US" altLang="ko-KR" sz="1000"/>
              <a:t>/ </a:t>
            </a:r>
            <a:r>
              <a:rPr lang="ko-KR" altLang="en-US" sz="1000"/>
              <a:t>장판만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+</a:t>
            </a:r>
            <a:r>
              <a:rPr lang="ko-KR" altLang="en-US" sz="1000"/>
              <a:t>방</a:t>
            </a:r>
            <a:r>
              <a:rPr lang="en-US" altLang="ko-KR" sz="1000"/>
              <a:t>3)
</a:t>
            </a:r>
            <a:r>
              <a:rPr lang="ko-KR" altLang="en-US" sz="1000"/>
              <a:t>거실 기존 장판 철거 작업
거실 비품 피양시 파손 주의
거실 신규 장판 설치 작업
거실 비품 원복 작업
주변 정리정돈 작업
폐기물 반출 및 폐기처리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2025-03-10T01:30:53Z</dcterms:modified>
</cp:coreProperties>
</file>