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임차사택 수장공사 황현태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자동차개발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임차사택 수장공사 황현태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자동차개발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효성 해링턴 아파트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대상 </a:t>
            </a:r>
            <a:r>
              <a:rPr lang="en-US" altLang="ko-KR" sz="1000" dirty="0"/>
              <a:t>: </a:t>
            </a:r>
            <a:r>
              <a:rPr lang="ko-KR" altLang="en-US" sz="1000" dirty="0"/>
              <a:t>효성 </a:t>
            </a:r>
            <a:r>
              <a:rPr lang="ko-KR" altLang="en-US" sz="1000" dirty="0" err="1"/>
              <a:t>해링턴</a:t>
            </a:r>
            <a:r>
              <a:rPr lang="ko-KR" altLang="en-US" sz="1000" dirty="0"/>
              <a:t> 아파트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도배지 </a:t>
            </a:r>
            <a:r>
              <a:rPr lang="en-US" altLang="ko-KR" sz="1000" dirty="0"/>
              <a:t>: </a:t>
            </a:r>
            <a:r>
              <a:rPr lang="ko-KR" altLang="en-US" sz="1000" dirty="0"/>
              <a:t>합지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기존 도배 및 전등</a:t>
            </a:r>
            <a:r>
              <a:rPr lang="en-US" altLang="ko-KR" sz="1000" dirty="0"/>
              <a:t>,</a:t>
            </a:r>
            <a:r>
              <a:rPr lang="ko-KR" altLang="en-US" sz="1000" dirty="0"/>
              <a:t>콘센트 임시 철거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 err="1"/>
              <a:t>작업시</a:t>
            </a:r>
            <a:r>
              <a:rPr lang="ko-KR" altLang="en-US" sz="1000" dirty="0"/>
              <a:t> 주변 비품 파손 주의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신규 도배 설치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임시 철거 전등</a:t>
            </a:r>
            <a:r>
              <a:rPr lang="en-US" altLang="ko-KR" sz="1000" dirty="0"/>
              <a:t>,</a:t>
            </a:r>
            <a:r>
              <a:rPr lang="ko-KR" altLang="en-US" sz="1000" dirty="0"/>
              <a:t>콘센트 원복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작업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폐기물 반출 및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826</Words>
  <Application>Microsoft Office PowerPoint</Application>
  <PresentationFormat>화면 슬라이드 쇼(4:3)</PresentationFormat>
  <Paragraphs>85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2024-12-31T03:44:10Z</dcterms:modified>
</cp:coreProperties>
</file>