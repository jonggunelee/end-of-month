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최준용</a:t>
            </a:r>
            <a:r>
              <a:rPr lang="en-US" altLang="ko-KR" b="1">
                <a:latin typeface="+mn-ea"/>
              </a:rPr>
              <a:t>(Cell</a:t>
            </a:r>
            <a:r>
              <a:rPr lang="ko-KR" altLang="en-US" b="1">
                <a:latin typeface="+mn-ea"/>
              </a:rPr>
              <a:t>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최준용</a:t>
            </a:r>
            <a:r>
              <a:rPr lang="en-US" altLang="ko-KR" sz="1000">
                <a:latin typeface="+mn-ea"/>
              </a:rPr>
              <a:t>(Cell</a:t>
            </a:r>
            <a:r>
              <a:rPr lang="ko-KR" altLang="en-US" sz="1000">
                <a:latin typeface="+mn-ea"/>
              </a:rPr>
              <a:t>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상록수 아파트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대상위치 </a:t>
            </a:r>
            <a:r>
              <a:rPr lang="en-US" altLang="ko-KR" sz="1000" dirty="0"/>
              <a:t>: </a:t>
            </a:r>
            <a:r>
              <a:rPr lang="ko-KR" altLang="en-US" sz="1000" dirty="0"/>
              <a:t>상록수 아파트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도배지 </a:t>
            </a:r>
            <a:r>
              <a:rPr lang="en-US" altLang="ko-KR" sz="1000" dirty="0"/>
              <a:t>: </a:t>
            </a:r>
            <a:r>
              <a:rPr lang="ko-KR" altLang="en-US" sz="1000" dirty="0"/>
              <a:t>합지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도배 및 전등</a:t>
            </a:r>
            <a:r>
              <a:rPr lang="en-US" altLang="ko-KR" sz="1000" dirty="0"/>
              <a:t>,</a:t>
            </a:r>
            <a:r>
              <a:rPr lang="ko-KR" altLang="en-US" sz="1000" dirty="0"/>
              <a:t>콘센트 임시 철거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기존 장판 철거 및 바닥 </a:t>
            </a:r>
            <a:r>
              <a:rPr lang="ko-KR" altLang="en-US" sz="1000" dirty="0" err="1"/>
              <a:t>크랙보수</a:t>
            </a:r>
            <a:r>
              <a:rPr lang="ko-KR" altLang="en-US" sz="1000" dirty="0"/>
              <a:t>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 err="1"/>
              <a:t>작업시</a:t>
            </a:r>
            <a:r>
              <a:rPr lang="ko-KR" altLang="en-US" sz="1000" dirty="0"/>
              <a:t> 주변 비품 파손 주의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신규 도배 및 장판 설치 작업</a:t>
            </a:r>
          </a:p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작업 </a:t>
            </a:r>
            <a:r>
              <a:rPr lang="ko-KR" altLang="en-US" sz="1000" dirty="0" err="1"/>
              <a:t>완료후</a:t>
            </a:r>
            <a:r>
              <a:rPr lang="ko-KR" altLang="en-US" sz="1000" dirty="0"/>
              <a:t> 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828</Words>
  <Application>Microsoft Office PowerPoint</Application>
  <PresentationFormat>화면 슬라이드 쇼(4:3)</PresentationFormat>
  <Paragraphs>85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2024-12-31T03:44:38Z</dcterms:modified>
</cp:coreProperties>
</file>