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우승준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제품개발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우승준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제품개발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유성구 초원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초원 </a:t>
            </a:r>
            <a:r>
              <a:rPr lang="en-US" altLang="ko-KR" sz="1000"/>
              <a:t>/ </a:t>
            </a:r>
            <a:r>
              <a:rPr lang="ko-KR" altLang="en-US" sz="1000"/>
              <a:t>거실만
거실 기존 장판 철거 작업
거실 비품 피양시 파손 주의
거실 신규 장판 설치 작업
거실 비품 원복 작업
주변 정리정돈 작업
폐기물 반출 및 폐기처리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2025-03-10T01:30:55Z</dcterms:modified>
</cp:coreProperties>
</file>