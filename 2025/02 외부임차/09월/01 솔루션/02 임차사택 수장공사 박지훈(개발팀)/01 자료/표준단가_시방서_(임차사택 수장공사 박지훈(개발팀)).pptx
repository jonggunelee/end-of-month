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박지훈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개발팀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박지훈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개발팀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은하수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세대내 작업 비품 파손 주의
도배지</a:t>
            </a:r>
            <a:r>
              <a:rPr lang="en-US" altLang="ko-KR" sz="1000"/>
              <a:t>: </a:t>
            </a:r>
            <a:r>
              <a:rPr lang="ko-KR" altLang="en-US" sz="1000"/>
              <a:t>합지
기존 벽지 철거 작업
기존 벽 및 천장 전등 및 콘센트 보양 작업
거실 및 안방 초배지 작업
거실 및 안방 도배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2025-07-09T03:21:48Z</dcterms:modified>
</cp:coreProperties>
</file>