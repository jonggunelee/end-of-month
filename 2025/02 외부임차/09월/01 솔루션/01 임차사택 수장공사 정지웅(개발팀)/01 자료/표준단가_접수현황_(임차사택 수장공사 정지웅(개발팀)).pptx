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Default Extension="jpeg" ContentType="image/jpeg"/>
  <Default Extension="png" ContentType="image/png"/>
  <Override PartName="/ppt/presentation.xml" ContentType="application/vnd.openxmlformats-officedocument.presentationml.presentation.main+xml"/>
  <Override PartName="/ppt/slideMasters/slideMaster.xml" ContentType="application/vnd.openxmlformats-officedocument.presentationml.slideMaster+xml"/>
  <Override PartName="/ppt/slideLayouts/slideLayout.xml" ContentType="application/vnd.openxmlformats-officedocument.presentationml.slideLayout+xml"/>
  <Override PartName="/ppt/theme/theme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</Types>
</file>

<file path=_rels/.rels>&#65279;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>
  <p:sldMasterIdLst>
    <p:sldMasterId id="2147483648" r:id="rId1"/>
  </p:sldMasterIdLst>
  <p:sldIdLst>
    <p:sldId id="256" r:id="rId5"/>
  </p:sldIdLst>
  <p:sldSz cx="12883896" cy="9104376"/>
  <p:notesSz cx="6858000" cy="9144000"/>
</p:presentation>
</file>

<file path=ppt/presProps.xml><?xml version="1.0" encoding="utf-8"?>
<p:presentationPr xmlns:p="http://schemas.openxmlformats.org/presentationml/2006/main" xmlns:a="http://schemas.openxmlformats.org/drawingml/2006/main" xmlns:r="http://schemas.openxmlformats.org/officeDocument/2006/relationships">
</p:presentationPr>
</file>

<file path=ppt/tableStyles.xml><?xml version="1.0" encoding="utf-8"?>
<a:tblStyleLst xmlns:a="http://schemas.openxmlformats.org/drawingml/2006/main" def="{5C22544A-7EE6-4342-B048-85BDC9FD1C3A}">
</a:tblStyleLst>
</file>

<file path=ppt/_rels/presentation.xml.rels>&#65279;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.xml"/><Relationship Id="rId2" Type="http://schemas.openxmlformats.org/officeDocument/2006/relationships/theme" Target="theme/theme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5" Type="http://schemas.openxmlformats.org/officeDocument/2006/relationships/slide" Target="slides/slide1.xml"/></Relationships>
</file>

<file path=ppt/slideLayouts/_rels/slideLayout.xml.rels>&#65279;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.xml"/></Relationships>
</file>

<file path=ppt/slideLayouts/slideLayout.xml><?xml version="1.0" encoding="utf-8"?>
<p:sldLayout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.xml.rels>&#65279;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.xml"/><Relationship Id="rId2" Type="http://schemas.openxmlformats.org/officeDocument/2006/relationships/theme" Target="../theme/theme.xml"/></Relationships>
</file>

<file path=ppt/slideMasters/slideMaster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&#65279;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.xml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"/>
          <p:cNvSpPr/>
          <p:nvPr/>
        </p:nvSpPr>
        <p:spPr>
          <a:xfrm>
            <a:off x="5154168" y="1005840"/>
            <a:ext cx="2502408" cy="219456"/>
          </a:xfrm>
          <a:prstGeom prst="rect">
            <a:avLst/>
          </a:prstGeom>
          <a:solidFill>
            <a:srgbClr val="FFFFFF"/>
          </a:solidFill>
        </p:spPr>
        <p:txBody>
          <a:bodyPr lIns="0" tIns="0" rIns="0" bIns="0" wrap="none">
            <a:noAutofit/>
          </a:bodyPr>
          <a:p>
            <a:pPr algn="ctr" indent="0"/>
            <a:r>
              <a:rPr lang="ko" b="1" sz="1300">
                <a:latin typeface="Batang"/>
                <a:ea typeface="Batang"/>
              </a:rPr>
              <a:t>임차사택 접수 목록표</a:t>
            </a:r>
            <a:r>
              <a:rPr lang="ko" b="1" sz="1500">
                <a:latin typeface="Arial"/>
                <a:ea typeface="Arial"/>
              </a:rPr>
              <a:t>（07</a:t>
            </a:r>
            <a:r>
              <a:rPr lang="ko" b="1" sz="1300">
                <a:latin typeface="Batang"/>
                <a:ea typeface="Batang"/>
              </a:rPr>
              <a:t>월 </a:t>
            </a:r>
            <a:r>
              <a:rPr lang="ko" b="1" sz="1500">
                <a:latin typeface="Arial"/>
                <a:ea typeface="Arial"/>
              </a:rPr>
              <a:t>04</a:t>
            </a:r>
            <a:r>
              <a:rPr lang="ko" b="1" sz="1300">
                <a:latin typeface="Batang"/>
                <a:ea typeface="Batang"/>
              </a:rPr>
              <a:t>일</a:t>
            </a:r>
            <a:r>
              <a:rPr lang="ko" b="1" sz="1500">
                <a:latin typeface="Arial"/>
                <a:ea typeface="Arial"/>
              </a:rPr>
              <a:t>）</a:t>
            </a:r>
          </a:p>
        </p:txBody>
      </p:sp>
      <p:graphicFrame>
        <p:nvGraphicFramePr>
          <p:cNvPr id="3" name=""/>
          <p:cNvGraphicFramePr>
            <a:graphicFrameLocks noGrp="1"/>
          </p:cNvGraphicFramePr>
          <p:nvPr/>
        </p:nvGraphicFramePr>
        <p:xfrm>
          <a:off x="768096" y="1408176"/>
          <a:ext cx="11262360" cy="1008888"/>
        </p:xfrm>
        <a:graphic>
          <a:graphicData uri="http://schemas.openxmlformats.org/drawingml/2006/table">
            <a:tbl>
              <a:tblPr/>
              <a:tblGrid>
                <a:gridCol w="451104"/>
                <a:gridCol w="569976"/>
                <a:gridCol w="441960"/>
                <a:gridCol w="725424"/>
                <a:gridCol w="963168"/>
                <a:gridCol w="1139952"/>
                <a:gridCol w="1356360"/>
                <a:gridCol w="637032"/>
                <a:gridCol w="435864"/>
                <a:gridCol w="441960"/>
                <a:gridCol w="445008"/>
                <a:gridCol w="618744"/>
                <a:gridCol w="606552"/>
                <a:gridCol w="445008"/>
                <a:gridCol w="1984248"/>
              </a:tblGrid>
              <a:tr h="316992">
                <a:tc rowSpan="2">
                  <a:txBody>
                    <a:bodyPr lIns="0" tIns="0" rIns="0" bIns="0">
                      <a:noAutofit/>
                    </a:bodyPr>
                    <a:p>
                      <a:pPr algn="ctr" indent="0"/>
                      <a:r>
                        <a:rPr lang="ko" b="1" sz="900">
                          <a:latin typeface="LG Smart_H Regular"/>
                          <a:ea typeface="LG Smart_H Regular"/>
                        </a:rPr>
                        <a:t>1</a:t>
                      </a:r>
                      <a:r>
                        <a:rPr lang="ko" b="1" sz="800">
                          <a:latin typeface="Batang"/>
                          <a:ea typeface="Batang"/>
                        </a:rPr>
                        <a:t>시</a:t>
                      </a:r>
                      <a:r>
                        <a:rPr lang="ko" b="1" sz="900">
                          <a:latin typeface="LG Smart_H Regular"/>
                          <a:ea typeface="LG Smart_H Regular"/>
                        </a:rPr>
                        <a:t>0</a:t>
                      </a:r>
                    </a:p>
                  </a:txBody>
                  <a:tcPr marL="0" marR="0" marT="0" marB="0" anchor="ctr"/>
                </a:tc>
                <a:tc rowSpan="2">
                  <a:txBody>
                    <a:bodyPr lIns="0" tIns="0" rIns="0" bIns="0">
                      <a:noAutofit/>
                    </a:bodyPr>
                    <a:p>
                      <a:pPr algn="ctr" indent="0"/>
                      <a:r>
                        <a:rPr lang="ko" b="1" sz="800">
                          <a:latin typeface="Batang"/>
                          <a:ea typeface="Batang"/>
                        </a:rPr>
                        <a:t>접수일</a:t>
                      </a:r>
                    </a:p>
                  </a:txBody>
                  <a:tcPr marL="0" marR="0" marT="0" marB="0" anchor="ctr"/>
                </a:tc>
                <a:tc rowSpan="2">
                  <a:txBody>
                    <a:bodyPr lIns="0" tIns="0" rIns="0" bIns="0">
                      <a:noAutofit/>
                    </a:bodyPr>
                    <a:p>
                      <a:pPr indent="0"/>
                      <a:r>
                        <a:rPr lang="ko" b="1" sz="800">
                          <a:latin typeface="Batang"/>
                          <a:ea typeface="Batang"/>
                        </a:rPr>
                        <a:t>투찰일</a:t>
                      </a:r>
                    </a:p>
                  </a:txBody>
                  <a:tcPr marL="0" marR="0" marT="0" marB="0" anchor="ctr"/>
                </a:tc>
                <a:tc rowSpan="2">
                  <a:txBody>
                    <a:bodyPr lIns="0" tIns="0" rIns="0" bIns="0">
                      <a:noAutofit/>
                    </a:bodyPr>
                    <a:p>
                      <a:pPr algn="ctr" indent="0"/>
                      <a:r>
                        <a:rPr lang="ko" b="1" sz="800">
                          <a:latin typeface="Batang"/>
                          <a:ea typeface="Batang"/>
                        </a:rPr>
                        <a:t>성명</a:t>
                      </a:r>
                    </a:p>
                  </a:txBody>
                  <a:tcPr marL="0" marR="0" marT="0" marB="0" anchor="ctr"/>
                </a:tc>
                <a:tc rowSpan="2">
                  <a:txBody>
                    <a:bodyPr lIns="0" tIns="0" rIns="0" bIns="0">
                      <a:noAutofit/>
                    </a:bodyPr>
                    <a:p>
                      <a:pPr algn="ctr" indent="0"/>
                      <a:r>
                        <a:rPr lang="ko" b="1" sz="800">
                          <a:latin typeface="Batang"/>
                          <a:ea typeface="Batang"/>
                        </a:rPr>
                        <a:t>전학</a:t>
                      </a:r>
                    </a:p>
                  </a:txBody>
                  <a:tcPr marL="0" marR="0" marT="0" marB="0" anchor="ctr"/>
                </a:tc>
                <a:tc rowSpan="2">
                  <a:txBody>
                    <a:bodyPr lIns="0" tIns="0" rIns="0" bIns="0">
                      <a:noAutofit/>
                    </a:bodyPr>
                    <a:p>
                      <a:pPr algn="ctr" indent="0"/>
                      <a:r>
                        <a:rPr lang="ko" b="1" sz="800">
                          <a:latin typeface="Batang"/>
                          <a:ea typeface="Batang"/>
                        </a:rPr>
                        <a:t>부서</a:t>
                      </a:r>
                    </a:p>
                  </a:txBody>
                  <a:tcPr marL="0" marR="0" marT="0" marB="0" anchor="ctr"/>
                </a:tc>
                <a:tc rowSpan="2">
                  <a:txBody>
                    <a:bodyPr lIns="0" tIns="0" rIns="0" bIns="0">
                      <a:noAutofit/>
                    </a:bodyPr>
                    <a:p>
                      <a:pPr algn="ctr" indent="0"/>
                      <a:r>
                        <a:rPr lang="ko" b="1" sz="800">
                          <a:latin typeface="Batang"/>
                          <a:ea typeface="Batang"/>
                        </a:rPr>
                        <a:t>주소</a:t>
                      </a:r>
                    </a:p>
                  </a:txBody>
                  <a:tcPr marL="0" marR="0" marT="0" marB="0" anchor="ctr"/>
                </a:tc>
                <a:tc rowSpan="2">
                  <a:txBody>
                    <a:bodyPr lIns="0" tIns="0" rIns="0" bIns="0">
                      <a:noAutofit/>
                    </a:bodyPr>
                    <a:p>
                      <a:pPr algn="ctr" indent="0"/>
                      <a:r>
                        <a:rPr lang="ko" b="1" sz="800">
                          <a:latin typeface="Batang"/>
                          <a:ea typeface="Batang"/>
                        </a:rPr>
                        <a:t>고시</a:t>
                      </a:r>
                    </a:p>
                    <a:p>
                      <a:pPr algn="ctr" indent="0"/>
                      <a:r>
                        <a:rPr lang="ko" b="1" sz="800">
                          <a:latin typeface="Batang"/>
                          <a:ea typeface="Batang"/>
                        </a:rPr>
                        <a:t>공ᄅ</a:t>
                      </a:r>
                    </a:p>
                  </a:txBody>
                  <a:tcPr marL="0" marR="0" marT="0" marB="0" anchor="ctr"/>
                </a:tc>
                <a:tc gridSpan="3">
                  <a:txBody>
                    <a:bodyPr lIns="0" tIns="0" rIns="0" bIns="0">
                      <a:noAutofit/>
                    </a:bodyPr>
                    <a:p>
                      <a:pPr algn="ctr" indent="0"/>
                      <a:r>
                        <a:rPr lang="ko" b="1" sz="800">
                          <a:latin typeface="Batang"/>
                          <a:ea typeface="Batang"/>
                        </a:rPr>
                        <a:t>작업요청 내용</a:t>
                      </a:r>
                    </a:p>
                  </a:txBody>
                  <a:tcPr marL="0" marR="0" marT="0" marB="0" anchor="ctr"/>
                </a:tc>
                <a:tc hMerge="1">
                  <a:txBody>
                    <a:bodyPr lIns="0" tIns="0" rIns="0" bIns="0">
                      <a:noAutofit/>
                    </a:bodyPr>
                    <a:p>
                      <a:endParaRPr sz="1500"/>
                    </a:p>
                  </a:txBody>
                  <a:tcPr marL="0" marR="0" marT="0" marB="0"/>
                </a:tc>
                <a:tc hMerge="1">
                  <a:txBody>
                    <a:bodyPr lIns="0" tIns="0" rIns="0" bIns="0">
                      <a:noAutofit/>
                    </a:bodyPr>
                    <a:p>
                      <a:endParaRPr sz="1500"/>
                    </a:p>
                  </a:txBody>
                  <a:tcPr marL="0" marR="0" marT="0" marB="0"/>
                </a:tc>
                <a:tc rowSpan="2">
                  <a:txBody>
                    <a:bodyPr lIns="0" tIns="0" rIns="0" bIns="0">
                      <a:noAutofit/>
                    </a:bodyPr>
                    <a:p>
                      <a:pPr indent="0"/>
                      <a:r>
                        <a:rPr lang="ko" b="1" sz="800">
                          <a:latin typeface="Batang"/>
                          <a:ea typeface="Batang"/>
                        </a:rPr>
                        <a:t>작업 요청일</a:t>
                      </a:r>
                    </a:p>
                  </a:txBody>
                  <a:tcPr marL="0" marR="0" marT="0" marB="0" anchor="ctr"/>
                </a:tc>
                <a:tc rowSpan="2">
                  <a:txBody>
                    <a:bodyPr lIns="0" tIns="0" rIns="0" bIns="0">
                      <a:noAutofit/>
                    </a:bodyPr>
                    <a:p>
                      <a:pPr indent="0"/>
                      <a:r>
                        <a:rPr lang="ko" b="1" sz="800">
                          <a:latin typeface="Batang"/>
                          <a:ea typeface="Batang"/>
                        </a:rPr>
                        <a:t>입주 예정일</a:t>
                      </a:r>
                    </a:p>
                  </a:txBody>
                  <a:tcPr marL="0" marR="0" marT="0" marB="0" anchor="ctr"/>
                </a:tc>
                <a:tc rowSpan="2">
                  <a:txBody>
                    <a:bodyPr lIns="0" tIns="0" rIns="0" bIns="0">
                      <a:noAutofit/>
                    </a:bodyPr>
                    <a:p>
                      <a:pPr algn="ctr" indent="0">
                        <a:lnSpc>
                          <a:spcPts val="936"/>
                        </a:lnSpc>
                      </a:pPr>
                      <a:r>
                        <a:rPr lang="ko" b="1" sz="800">
                          <a:latin typeface="Batang"/>
                          <a:ea typeface="Batang"/>
                        </a:rPr>
                        <a:t>완료 예 정일</a:t>
                      </a:r>
                    </a:p>
                  </a:txBody>
                  <a:tcPr marL="0" marR="0" marT="0" marB="0" anchor="ctr"/>
                </a:tc>
                <a:tc rowSpan="2">
                  <a:txBody>
                    <a:bodyPr lIns="0" tIns="0" rIns="0" bIns="0">
                      <a:noAutofit/>
                    </a:bodyPr>
                    <a:p>
                      <a:pPr algn="ctr" indent="0"/>
                      <a:r>
                        <a:rPr lang="ko" b="1" sz="800">
                          <a:latin typeface="Batang"/>
                          <a:ea typeface="Batang"/>
                        </a:rPr>
                        <a:t>비 고</a:t>
                      </a:r>
                    </a:p>
                  </a:txBody>
                  <a:tcPr marL="0" marR="0" marT="0" marB="0" anchor="ctr"/>
                </a:tc>
              </a:tr>
              <a:tr h="310896">
                <a:tc vMerge="1">
                  <a:txBody>
                    <a:bodyPr lIns="0" tIns="0" rIns="0" bIns="0">
                      <a:noAutofit/>
                    </a:bodyPr>
                    <a:p>
                      <a:endParaRPr sz="1500"/>
                    </a:p>
                  </a:txBody>
                  <a:tcPr marL="0" marR="0" marT="0" marB="0"/>
                </a:tc>
                <a:tc vMerge="1">
                  <a:txBody>
                    <a:bodyPr lIns="0" tIns="0" rIns="0" bIns="0">
                      <a:noAutofit/>
                    </a:bodyPr>
                    <a:p>
                      <a:endParaRPr sz="1500"/>
                    </a:p>
                  </a:txBody>
                  <a:tcPr marL="0" marR="0" marT="0" marB="0"/>
                </a:tc>
                <a:tc vMerge="1">
                  <a:txBody>
                    <a:bodyPr lIns="0" tIns="0" rIns="0" bIns="0">
                      <a:noAutofit/>
                    </a:bodyPr>
                    <a:p>
                      <a:endParaRPr sz="1500"/>
                    </a:p>
                  </a:txBody>
                  <a:tcPr marL="0" marR="0" marT="0" marB="0"/>
                </a:tc>
                <a:tc vMerge="1">
                  <a:txBody>
                    <a:bodyPr lIns="0" tIns="0" rIns="0" bIns="0">
                      <a:noAutofit/>
                    </a:bodyPr>
                    <a:p>
                      <a:endParaRPr sz="1500"/>
                    </a:p>
                  </a:txBody>
                  <a:tcPr marL="0" marR="0" marT="0" marB="0"/>
                </a:tc>
                <a:tc vMerge="1">
                  <a:txBody>
                    <a:bodyPr lIns="0" tIns="0" rIns="0" bIns="0">
                      <a:noAutofit/>
                    </a:bodyPr>
                    <a:p>
                      <a:endParaRPr sz="1500"/>
                    </a:p>
                  </a:txBody>
                  <a:tcPr marL="0" marR="0" marT="0" marB="0"/>
                </a:tc>
                <a:tc vMerge="1">
                  <a:txBody>
                    <a:bodyPr lIns="0" tIns="0" rIns="0" bIns="0">
                      <a:noAutofit/>
                    </a:bodyPr>
                    <a:p>
                      <a:endParaRPr sz="1500"/>
                    </a:p>
                  </a:txBody>
                  <a:tcPr marL="0" marR="0" marT="0" marB="0"/>
                </a:tc>
                <a:tc vMerge="1">
                  <a:txBody>
                    <a:bodyPr lIns="0" tIns="0" rIns="0" bIns="0">
                      <a:noAutofit/>
                    </a:bodyPr>
                    <a:p>
                      <a:endParaRPr sz="1500"/>
                    </a:p>
                  </a:txBody>
                  <a:tcPr marL="0" marR="0" marT="0" marB="0"/>
                </a:tc>
                <a:tc vMerge="1">
                  <a:txBody>
                    <a:bodyPr lIns="0" tIns="0" rIns="0" bIns="0">
                      <a:noAutofit/>
                    </a:bodyPr>
                    <a:p>
                      <a:endParaRPr sz="1500"/>
                    </a:p>
                  </a:txBody>
                  <a:tcPr marL="0" marR="0" marT="0" marB="0"/>
                </a:tc>
                <a:tc>
                  <a:txBody>
                    <a:bodyPr lIns="0" tIns="0" rIns="0" bIns="0">
                      <a:noAutofit/>
                    </a:bodyPr>
                    <a:p>
                      <a:pPr algn="ctr" indent="0"/>
                      <a:r>
                        <a:rPr lang="ko" b="1" sz="800">
                          <a:latin typeface="Batang"/>
                          <a:ea typeface="Batang"/>
                        </a:rPr>
                        <a:t>도배</a:t>
                      </a:r>
                    </a:p>
                  </a:txBody>
                  <a:tcPr marL="0" marR="0" marT="0" marB="0" anchor="ctr"/>
                </a:tc>
                <a:tc>
                  <a:txBody>
                    <a:bodyPr lIns="0" tIns="0" rIns="0" bIns="0">
                      <a:noAutofit/>
                    </a:bodyPr>
                    <a:p>
                      <a:pPr algn="ctr" indent="0"/>
                      <a:r>
                        <a:rPr lang="ko" b="1" sz="800">
                          <a:latin typeface="Batang"/>
                          <a:ea typeface="Batang"/>
                        </a:rPr>
                        <a:t>장판</a:t>
                      </a:r>
                    </a:p>
                  </a:txBody>
                  <a:tcPr marL="0" marR="0" marT="0" marB="0" anchor="ctr"/>
                </a:tc>
                <a:tc>
                  <a:txBody>
                    <a:bodyPr lIns="0" tIns="0" rIns="0" bIns="0">
                      <a:noAutofit/>
                    </a:bodyPr>
                    <a:p>
                      <a:pPr indent="0"/>
                      <a:r>
                        <a:rPr lang="ko" b="1" sz="800">
                          <a:latin typeface="Batang"/>
                          <a:ea typeface="Batang"/>
                        </a:rPr>
                        <a:t>확인서</a:t>
                      </a:r>
                    </a:p>
                  </a:txBody>
                  <a:tcPr marL="0" marR="0" marT="0" marB="0" anchor="ctr"/>
                </a:tc>
                <a:tc vMerge="1">
                  <a:txBody>
                    <a:bodyPr lIns="0" tIns="0" rIns="0" bIns="0">
                      <a:noAutofit/>
                    </a:bodyPr>
                    <a:p>
                      <a:endParaRPr sz="1500"/>
                    </a:p>
                  </a:txBody>
                  <a:tcPr marL="0" marR="0" marT="0" marB="0"/>
                </a:tc>
                <a:tc vMerge="1">
                  <a:txBody>
                    <a:bodyPr lIns="0" tIns="0" rIns="0" bIns="0">
                      <a:noAutofit/>
                    </a:bodyPr>
                    <a:p>
                      <a:endParaRPr sz="1500"/>
                    </a:p>
                  </a:txBody>
                  <a:tcPr marL="0" marR="0" marT="0" marB="0"/>
                </a:tc>
                <a:tc vMerge="1">
                  <a:txBody>
                    <a:bodyPr lIns="0" tIns="0" rIns="0" bIns="0">
                      <a:noAutofit/>
                    </a:bodyPr>
                    <a:p>
                      <a:endParaRPr sz="1500"/>
                    </a:p>
                  </a:txBody>
                  <a:tcPr marL="0" marR="0" marT="0" marB="0"/>
                </a:tc>
                <a:tc vMerge="1">
                  <a:txBody>
                    <a:bodyPr lIns="0" tIns="0" rIns="0" bIns="0">
                      <a:noAutofit/>
                    </a:bodyPr>
                    <a:p>
                      <a:endParaRPr sz="1500"/>
                    </a:p>
                  </a:txBody>
                  <a:tcPr marL="0" marR="0" marT="0" marB="0"/>
                </a:tc>
              </a:tr>
              <a:tr h="381000">
                <a:tc>
                  <a:txBody>
                    <a:bodyPr lIns="0" tIns="0" rIns="0" bIns="0">
                      <a:noAutofit/>
                    </a:bodyPr>
                    <a:p>
                      <a:pPr algn="ctr" indent="0"/>
                      <a:r>
                        <a:rPr lang="ko" b="1" sz="900">
                          <a:latin typeface="LG Smart_H Regular"/>
                          <a:ea typeface="LG Smart_H Regular"/>
                        </a:rPr>
                        <a:t>1</a:t>
                      </a:r>
                    </a:p>
                  </a:txBody>
                  <a:tcPr marL="0" marR="0" marT="0" marB="0" anchor="ctr"/>
                </a:tc>
                <a:tc>
                  <a:txBody>
                    <a:bodyPr lIns="0" tIns="0" rIns="0" bIns="0">
                      <a:noAutofit/>
                    </a:bodyPr>
                    <a:p>
                      <a:pPr algn="ctr" indent="0"/>
                      <a:r>
                        <a:rPr lang="ko" b="1" sz="900">
                          <a:latin typeface="LG Smart_H Regular"/>
                          <a:ea typeface="LG Smart_H Regular"/>
                        </a:rPr>
                        <a:t>7/04</a:t>
                      </a:r>
                    </a:p>
                  </a:txBody>
                  <a:tcPr marL="0" marR="0" marT="0" marB="0" anchor="ctr"/>
                </a:tc>
                <a:tc>
                  <a:txBody>
                    <a:bodyPr lIns="0" tIns="0" rIns="0" bIns="0">
                      <a:noAutofit/>
                    </a:bodyPr>
                    <a:p>
                      <a:endParaRPr sz="1800"/>
                    </a:p>
                  </a:txBody>
                  <a:tcPr marL="0" marR="0" marT="0" marB="0"/>
                </a:tc>
                <a:tc>
                  <a:txBody>
                    <a:bodyPr lIns="0" tIns="0" rIns="0" bIns="0">
                      <a:noAutofit/>
                    </a:bodyPr>
                    <a:p>
                      <a:pPr algn="ctr" indent="0"/>
                      <a:r>
                        <a:rPr lang="ko" b="1" sz="800">
                          <a:latin typeface="Batang"/>
                          <a:ea typeface="Batang"/>
                        </a:rPr>
                        <a:t>정지웅</a:t>
                      </a:r>
                    </a:p>
                  </a:txBody>
                  <a:tcPr marL="0" marR="0" marT="0" marB="0" anchor="ctr"/>
                </a:tc>
                <a:tc>
                  <a:txBody>
                    <a:bodyPr lIns="0" tIns="0" rIns="0" bIns="0">
                      <a:noAutofit/>
                    </a:bodyPr>
                    <a:p>
                      <a:pPr indent="0"/>
                      <a:r>
                        <a:rPr lang="ko" b="1" sz="900">
                          <a:latin typeface="LG Smart_H Regular"/>
                          <a:ea typeface="LG Smart_H Regular"/>
                        </a:rPr>
                        <a:t>010-2632-3267</a:t>
                      </a:r>
                    </a:p>
                  </a:txBody>
                  <a:tcPr marL="0" marR="0" marT="0" marB="0" anchor="ctr"/>
                </a:tc>
                <a:tc>
                  <a:txBody>
                    <a:bodyPr lIns="0" tIns="0" rIns="0" bIns="0">
                      <a:noAutofit/>
                    </a:bodyPr>
                    <a:p>
                      <a:pPr indent="0"/>
                      <a:r>
                        <a:rPr lang="ko" b="1" sz="800">
                          <a:latin typeface="Batang"/>
                          <a:ea typeface="Batang"/>
                        </a:rPr>
                        <a:t>（솔）혼다제품 개발 </a:t>
                      </a:r>
                      <a:r>
                        <a:rPr lang="ko" b="1" sz="900">
                          <a:latin typeface="LG Smart_H Regular"/>
                          <a:ea typeface="LG Smart_H Regular"/>
                        </a:rPr>
                        <a:t>1 </a:t>
                      </a:r>
                      <a:r>
                        <a:rPr lang="ko" b="1" sz="800">
                          <a:latin typeface="Batang"/>
                          <a:ea typeface="Batang"/>
                        </a:rPr>
                        <a:t>팀</a:t>
                      </a:r>
                    </a:p>
                  </a:txBody>
                  <a:tcPr marL="0" marR="0" marT="0" marB="0" anchor="ctr"/>
                </a:tc>
                <a:tc>
                  <a:txBody>
                    <a:bodyPr lIns="0" tIns="0" rIns="0" bIns="0">
                      <a:noAutofit/>
                    </a:bodyPr>
                    <a:p>
                      <a:pPr algn="ctr" indent="0"/>
                      <a:r>
                        <a:rPr lang="ko" b="1" sz="800">
                          <a:latin typeface="Batang"/>
                          <a:ea typeface="Batang"/>
                        </a:rPr>
                        <a:t>상아 </a:t>
                      </a:r>
                      <a:r>
                        <a:rPr lang="ko" b="1" sz="900">
                          <a:latin typeface="LG Smart_H Regular"/>
                          <a:ea typeface="LG Smart_H Regular"/>
                        </a:rPr>
                        <a:t>102/14</a:t>
                      </a:r>
                      <a:r>
                        <a:rPr lang="ko" b="1" sz="800">
                          <a:latin typeface="Batang"/>
                          <a:ea typeface="Batang"/>
                        </a:rPr>
                        <a:t>이호</a:t>
                      </a:r>
                    </a:p>
                  </a:txBody>
                  <a:tcPr marL="0" marR="0" marT="0" marB="0" anchor="ctr"/>
                </a:tc>
                <a:tc>
                  <a:txBody>
                    <a:bodyPr lIns="0" tIns="0" rIns="0" bIns="0">
                      <a:noAutofit/>
                    </a:bodyPr>
                    <a:p>
                      <a:pPr algn="ctr" indent="0"/>
                      <a:r>
                        <a:rPr lang="ko" b="1" sz="900">
                          <a:latin typeface="LG Smart_H Regular"/>
                          <a:ea typeface="LG Smart_H Regular"/>
                        </a:rPr>
                        <a:t>8/19</a:t>
                      </a:r>
                    </a:p>
                  </a:txBody>
                  <a:tcPr marL="0" marR="0" marT="0" marB="0" anchor="ctr"/>
                </a:tc>
                <a:tc>
                  <a:txBody>
                    <a:bodyPr lIns="0" tIns="0" rIns="0" bIns="0">
                      <a:noAutofit/>
                    </a:bodyPr>
                    <a:p>
                      <a:pPr algn="ctr" indent="0"/>
                      <a:r>
                        <a:rPr lang="ko" b="1" sz="900">
                          <a:latin typeface="LG Smart_H Regular"/>
                          <a:ea typeface="LG Smart_H Regular"/>
                        </a:rPr>
                        <a:t>0</a:t>
                      </a:r>
                    </a:p>
                  </a:txBody>
                  <a:tcPr marL="0" marR="0" marT="0" marB="0" anchor="ctr"/>
                </a:tc>
                <a:tc>
                  <a:txBody>
                    <a:bodyPr lIns="0" tIns="0" rIns="0" bIns="0">
                      <a:noAutofit/>
                    </a:bodyPr>
                    <a:p>
                      <a:pPr algn="ctr" indent="0"/>
                      <a:r>
                        <a:rPr lang="ko" b="1" sz="900">
                          <a:latin typeface="LG Smart_H Regular"/>
                          <a:ea typeface="LG Smart_H Regular"/>
                        </a:rPr>
                        <a:t>0</a:t>
                      </a:r>
                    </a:p>
                  </a:txBody>
                  <a:tcPr marL="0" marR="0" marT="0" marB="0" anchor="ctr"/>
                </a:tc>
                <a:tc>
                  <a:txBody>
                    <a:bodyPr lIns="0" tIns="0" rIns="0" bIns="0">
                      <a:noAutofit/>
                    </a:bodyPr>
                    <a:p>
                      <a:endParaRPr sz="1800"/>
                    </a:p>
                  </a:txBody>
                  <a:tcPr marL="0" marR="0" marT="0" marB="0"/>
                </a:tc>
                <a:tc>
                  <a:txBody>
                    <a:bodyPr lIns="0" tIns="0" rIns="0" bIns="0">
                      <a:noAutofit/>
                    </a:bodyPr>
                    <a:p>
                      <a:endParaRPr sz="1800"/>
                    </a:p>
                  </a:txBody>
                  <a:tcPr marL="0" marR="0" marT="0" marB="0"/>
                </a:tc>
                <a:tc>
                  <a:txBody>
                    <a:bodyPr lIns="0" tIns="0" rIns="0" bIns="0">
                      <a:noAutofit/>
                    </a:bodyPr>
                    <a:p>
                      <a:pPr algn="ctr" indent="0"/>
                      <a:r>
                        <a:rPr lang="ko" b="1" sz="900">
                          <a:solidFill>
                            <a:srgbClr val="FF0000"/>
                          </a:solidFill>
                          <a:latin typeface="LG Smart_H Regular"/>
                          <a:ea typeface="LG Smart_H Regular"/>
                        </a:rPr>
                        <a:t>8/23-24</a:t>
                      </a:r>
                    </a:p>
                  </a:txBody>
                  <a:tcPr marL="0" marR="0" marT="0" marB="0" anchor="ctr"/>
                </a:tc>
                <a:tc>
                  <a:txBody>
                    <a:bodyPr lIns="0" tIns="0" rIns="0" bIns="0">
                      <a:noAutofit/>
                    </a:bodyPr>
                    <a:p>
                      <a:endParaRPr sz="1800"/>
                    </a:p>
                  </a:txBody>
                  <a:tcPr marL="0" marR="0" marT="0" marB="0"/>
                </a:tc>
                <a:tc>
                  <a:txBody>
                    <a:bodyPr lIns="0" tIns="0" rIns="0" bIns="0">
                      <a:noAutofit/>
                    </a:bodyPr>
                    <a:p>
                      <a:endParaRPr sz="1800"/>
                    </a:p>
                  </a:txBody>
                  <a:tcPr marL="0" marR="0" marT="0" marB="0"/>
                </a:tc>
              </a:tr>
            </a:tbl>
          </a:graphicData>
        </a:graphic>
      </p:graphicFrame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theme/theme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100000" t="-60000" r="100000" b="20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</a:theme>
</file>

<file path=docProps/core.xml><?xml version="1.0" encoding="utf-8"?>
<cp:coreProperties xmlns:cp="http://schemas.openxmlformats.org/package/2006/metadata/core-properties" xmlns:dc="http://purl.org/dc/elements/1.1/">
  <dc:title/>
  <dc:subject/>
  <dc:creator>Apache POI</dc:creator>
  <cp:keywords/>
</cp:coreProperties>
</file>