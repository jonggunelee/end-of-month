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2025-08-04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박찬의</a:t>
            </a:r>
            <a:r>
              <a:rPr lang="en-US" altLang="ko-KR" b="1">
                <a:latin typeface="+mn-ea"/>
              </a:rPr>
              <a:t>(CTO</a:t>
            </a:r>
            <a:r>
              <a:rPr lang="ko-KR" altLang="en-US" b="1">
                <a:latin typeface="+mn-ea"/>
              </a:rPr>
              <a:t>분석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박찬의</a:t>
            </a:r>
            <a:r>
              <a:rPr lang="en-US" altLang="ko-KR" sz="1000">
                <a:latin typeface="+mn-ea"/>
              </a:rPr>
              <a:t>(CTO</a:t>
            </a:r>
            <a:r>
              <a:rPr lang="ko-KR" altLang="en-US" sz="1000">
                <a:latin typeface="+mn-ea"/>
              </a:rPr>
              <a:t>분석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향촌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 재질</a:t>
            </a:r>
            <a:r>
              <a:rPr lang="en-US" altLang="ko-KR" sz="1000"/>
              <a:t>: </a:t>
            </a:r>
            <a:r>
              <a:rPr lang="ko-KR" altLang="en-US" sz="1000"/>
              <a:t>합지
기존 도배지 철거 작업
벽매 콘센트 및 천장등 임시 철거 작업
초배지 친환경 풀칠 및 설치 작업
도배지 친환경 풀칠 및 설치 작업
벽면 걸레받이  및 천장 몰딩 부위 절단 및 마감 작업
기존 철거 자재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2025-08-04T04:32:21Z</dcterms:modified>
</cp:coreProperties>
</file>