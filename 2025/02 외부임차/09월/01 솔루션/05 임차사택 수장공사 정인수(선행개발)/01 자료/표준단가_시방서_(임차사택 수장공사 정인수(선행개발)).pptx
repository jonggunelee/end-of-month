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정인수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선행개발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정인수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선행개발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상록수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 및 장판 철거 작업
벽매 콘센트 및 천장등 임시 철거 작업
도배 및 장판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2025-08-19T01:39:28Z</dcterms:modified>
</cp:coreProperties>
</file>