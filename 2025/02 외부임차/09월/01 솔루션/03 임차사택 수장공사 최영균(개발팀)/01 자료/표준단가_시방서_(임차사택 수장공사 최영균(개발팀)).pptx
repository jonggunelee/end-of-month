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2025-07-29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2025-07-29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2025-07-29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2025-07-29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2025-07-29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2025-07-29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임차사택 수장공사 최영균</a:t>
            </a:r>
            <a:r>
              <a:rPr lang="en-US" altLang="ko-KR" b="1">
                <a:latin typeface="+mn-ea"/>
              </a:rPr>
              <a:t>(</a:t>
            </a:r>
            <a:r>
              <a:rPr lang="ko-KR" altLang="en-US" b="1">
                <a:latin typeface="+mn-ea"/>
              </a:rPr>
              <a:t>전지개발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임차사택 수장공사 최영균</a:t>
            </a:r>
            <a:r>
              <a:rPr lang="en-US" altLang="ko-KR" sz="1000">
                <a:latin typeface="+mn-ea"/>
              </a:rPr>
              <a:t>(</a:t>
            </a:r>
            <a:r>
              <a:rPr lang="ko-KR" altLang="en-US" sz="1000">
                <a:latin typeface="+mn-ea"/>
              </a:rPr>
              <a:t>전지개발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녹원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장판 재질</a:t>
            </a:r>
            <a:r>
              <a:rPr lang="en-US" altLang="ko-KR" sz="1000"/>
              <a:t>: </a:t>
            </a:r>
            <a:r>
              <a:rPr lang="ko-KR" altLang="en-US" sz="1000"/>
              <a:t>비닐 장판
도배지 재질</a:t>
            </a:r>
            <a:r>
              <a:rPr lang="en-US" altLang="ko-KR" sz="1000"/>
              <a:t>: </a:t>
            </a:r>
            <a:r>
              <a:rPr lang="ko-KR" altLang="en-US" sz="1000"/>
              <a:t>합지
기존 도배 및 장판 철거 작업
벽매 콘센트 및 천장등 임시 철거 작업
도배 및 장판 설치 작업
벽면 걸레받이  및 천장 몰딩 부위 절단 및 마감 작업
기존 철거 자재 반출 및 폐기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832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490</cp:revision>
  <dcterms:created xsi:type="dcterms:W3CDTF">2015-01-28T03:52:40Z</dcterms:created>
  <dcterms:modified xsi:type="dcterms:W3CDTF">2025-07-29T01:03:49Z</dcterms:modified>
</cp:coreProperties>
</file>