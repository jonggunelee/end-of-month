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97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2025-06-17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2025-06-17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2025-06-17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2025-06-17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2025-06-17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2025-06-17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2025-06-17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2025-06-17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2025-06-17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2025-06-17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2025-06-17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2025-06-17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2025-06-17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임차사택 수장공사 김주영</a:t>
            </a:r>
            <a:r>
              <a:rPr lang="en-US" altLang="ko-KR" b="1">
                <a:latin typeface="+mn-ea"/>
              </a:rPr>
              <a:t>(</a:t>
            </a:r>
            <a:r>
              <a:rPr lang="ko-KR" altLang="en-US" b="1">
                <a:latin typeface="+mn-ea"/>
              </a:rPr>
              <a:t>선행개발</a:t>
            </a:r>
            <a:r>
              <a:rPr lang="en-US" altLang="ko-KR" b="1">
                <a:latin typeface="+mn-ea"/>
              </a:rPr>
              <a:t>) </a:t>
            </a:r>
            <a:r>
              <a:rPr lang="ko-KR" altLang="en-US" b="1">
                <a:latin typeface="+mn-ea"/>
              </a:rPr>
              <a:t>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임차사택 수장공사 김주영</a:t>
            </a:r>
            <a:r>
              <a:rPr lang="en-US" altLang="ko-KR" sz="1000">
                <a:latin typeface="+mn-ea"/>
              </a:rPr>
              <a:t>(</a:t>
            </a:r>
            <a:r>
              <a:rPr lang="ko-KR" altLang="en-US" sz="1000">
                <a:latin typeface="+mn-ea"/>
              </a:rPr>
              <a:t>선행개발</a:t>
            </a:r>
            <a:r>
              <a:rPr lang="en-US" altLang="ko-KR" sz="1000">
                <a:latin typeface="+mn-ea"/>
              </a:rPr>
              <a:t>)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유성구 상록수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장판 재질</a:t>
            </a:r>
            <a:r>
              <a:rPr lang="en-US" altLang="ko-KR" sz="1000"/>
              <a:t>: </a:t>
            </a:r>
            <a:r>
              <a:rPr lang="ko-KR" altLang="en-US" sz="1000"/>
              <a:t>비닐 장판
기존 장판 철거 작업
바닥 크랙 부분 보수 작업
장판 제단 및 설치 작업
장판 이음매 부분 접착제 작업
벽면 걸레받이 부위 절단 및 마감 작업
기존 철거 장판 반출 및 폐기 처리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830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2025-06-16T23:45:52Z</dcterms:modified>
</cp:coreProperties>
</file>