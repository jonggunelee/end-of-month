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정진규</a:t>
            </a:r>
            <a:r>
              <a:rPr lang="en-US" altLang="ko-KR" b="1">
                <a:latin typeface="+mn-ea"/>
              </a:rPr>
              <a:t>(LST</a:t>
            </a:r>
            <a:r>
              <a:rPr lang="ko-KR" altLang="en-US" b="1">
                <a:latin typeface="+mn-ea"/>
              </a:rPr>
              <a:t>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정진규</a:t>
            </a:r>
            <a:r>
              <a:rPr lang="en-US" altLang="ko-KR" sz="1000">
                <a:latin typeface="+mn-ea"/>
              </a:rPr>
              <a:t>(LST</a:t>
            </a:r>
            <a:r>
              <a:rPr lang="ko-KR" altLang="en-US" sz="1000">
                <a:latin typeface="+mn-ea"/>
              </a:rPr>
              <a:t>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초원 아파트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초원아파트
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: </a:t>
            </a:r>
            <a:r>
              <a:rPr lang="ko-KR" altLang="en-US" sz="1000"/>
              <a:t>거실 및 방 </a:t>
            </a:r>
            <a:r>
              <a:rPr lang="en-US" altLang="ko-KR" sz="1000"/>
              <a:t>3</a:t>
            </a:r>
            <a:r>
              <a:rPr lang="ko-KR" altLang="en-US" sz="1000"/>
              <a:t>곳 
장판 재질</a:t>
            </a:r>
            <a:r>
              <a:rPr lang="en-US" altLang="ko-KR" sz="1000"/>
              <a:t>: </a:t>
            </a:r>
            <a:r>
              <a:rPr lang="ko-KR" altLang="en-US" sz="1000"/>
              <a:t>비닐
장판</a:t>
            </a:r>
            <a:r>
              <a:rPr lang="en-US" altLang="ko-KR" sz="1000"/>
              <a:t>: </a:t>
            </a:r>
            <a:r>
              <a:rPr lang="ko-KR" altLang="en-US" sz="1000"/>
              <a:t>거실 및 방 </a:t>
            </a:r>
            <a:r>
              <a:rPr lang="en-US" altLang="ko-KR" sz="1000"/>
              <a:t>3</a:t>
            </a:r>
            <a:r>
              <a:rPr lang="ko-KR" altLang="en-US" sz="1000"/>
              <a:t>곳
작업 완료후 폐기물 반출 및 폐기처리
최종 작업 완료 확인서 입주민에 접수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2025-05-30T01:21:24Z</dcterms:modified>
</cp:coreProperties>
</file>